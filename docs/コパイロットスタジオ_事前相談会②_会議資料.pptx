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80.xml" ContentType="application/vnd.openxmlformats-officedocument.presentationml.slide+xml"/>
  <Override PartName="/ppt/slides/slide8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4"/>
  </p:sldMasterIdLst>
  <p:notesMasterIdLst>
    <p:notesMasterId r:id="rId84"/>
  </p:notesMasterIdLst>
  <p:sldIdLst>
    <p:sldId id="261" r:id="rId92"/>
    <p:sldId id="273" r:id="rId93"/>
  </p:sldIdLst>
  <p:sldSz cx="13439775" cy="7559675"/>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6FA6F713-009B-4F03-8CAB-6188FCBE72DD}">
          <p14:sldIdLst>
            <p14:sldId id="2147483568"/>
            <p14:sldId id="2147483559"/>
            <p14:sldId id="2147483561"/>
            <p14:sldId id="2147483560"/>
            <p14:sldId id="2147483641"/>
            <p14:sldId id="2147483397"/>
            <p14:sldId id="2147483463"/>
            <p14:sldId id="2147483400"/>
            <p14:sldId id="288"/>
            <p14:sldId id="289"/>
            <p14:sldId id="262"/>
            <p14:sldId id="263"/>
            <p14:sldId id="264"/>
            <p14:sldId id="265"/>
            <p14:sldId id="266"/>
            <p14:sldId id="2147479149"/>
            <p14:sldId id="2147483417"/>
          </p14:sldIdLst>
        </p14:section>
        <p14:section name="サンプルフロー(キーワードでTeams通知)" id="{6F0B52DB-EC09-4907-BC3B-0D2BF75E8E92}">
          <p14:sldIdLst>
            <p14:sldId id="2147483514"/>
            <p14:sldId id="2147483433"/>
            <p14:sldId id="2147483531"/>
            <p14:sldId id="257"/>
            <p14:sldId id="256"/>
            <p14:sldId id="2147483646"/>
            <p14:sldId id="2147483645"/>
            <p14:sldId id="2147483647"/>
          </p14:sldIdLst>
        </p14:section>
        <p14:section name="サンプルフロー(添付ファイルの保存)" id="{C67CF426-158F-46C2-A0FC-02BDB7A9FB2A}">
          <p14:sldIdLst>
            <p14:sldId id="268"/>
            <p14:sldId id="267"/>
            <p14:sldId id="269"/>
            <p14:sldId id="2147483535"/>
            <p14:sldId id="258"/>
            <p14:sldId id="2147483532"/>
            <p14:sldId id="271"/>
            <p14:sldId id="2147483534"/>
            <p14:sldId id="2147483536"/>
            <p14:sldId id="2147483538"/>
            <p14:sldId id="2147483537"/>
            <p14:sldId id="2147483539"/>
          </p14:sldIdLst>
        </p14:section>
        <p14:section name="タイトルなしのセクション" id="{FA25AF74-8F77-43E6-838A-E192941C5291}">
          <p14:sldIdLst>
            <p14:sldId id="2147483556"/>
            <p14:sldId id="2147483557"/>
            <p14:sldId id="285"/>
            <p14:sldId id="2147483523"/>
            <p14:sldId id="2147483497"/>
            <p14:sldId id="259"/>
            <p14:sldId id="2147483524"/>
            <p14:sldId id="286"/>
            <p14:sldId id="2147483504"/>
            <p14:sldId id="2147483505"/>
            <p14:sldId id="2147483506"/>
            <p14:sldId id="2147483507"/>
            <p14:sldId id="2147483508"/>
            <p14:sldId id="2147483498"/>
            <p14:sldId id="2147483435"/>
            <p14:sldId id="2147483644"/>
            <p14:sldId id="270"/>
            <p14:sldId id="2147483529"/>
            <p14:sldId id="272"/>
            <p14:sldId id="274"/>
            <p14:sldId id="275"/>
            <p14:sldId id="276"/>
            <p14:sldId id="277"/>
            <p14:sldId id="278"/>
            <p14:sldId id="2147483540"/>
            <p14:sldId id="279"/>
            <p14:sldId id="280"/>
            <p14:sldId id="281"/>
            <p14:sldId id="282"/>
            <p14:sldId id="283"/>
            <p14:sldId id="2147483541"/>
            <p14:sldId id="2147483542"/>
            <p14:sldId id="2147483562"/>
            <p14:sldId id="260"/>
            <p14:sldId id="2147483515"/>
            <p14:sldId id="2147483642"/>
            <p14:sldId id="287"/>
            <p14:sldId id="2147483543"/>
            <p14:sldId id="2147483545"/>
            <p14:sldId id="2147483414"/>
            <p14:sldId id="2147483637"/>
            <p14:sldId id="2147483591"/>
          </p14:sldIdLst>
        </p14:section>
      </p14:sectionLst>
    </p:ext>
    <p:ext uri="{EFAFB233-063F-42B5-8137-9DF3F51BA10A}">
      <p15:sldGuideLst xmlns:p15="http://schemas.microsoft.com/office/powerpoint/2012/main">
        <p15:guide id="1" orient="horz" pos="2336" userDrawn="1">
          <p15:clr>
            <a:srgbClr val="A4A3A4"/>
          </p15:clr>
        </p15:guide>
        <p15:guide id="2" pos="4233"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3B4266-0FF5-64F0-FA58-A1F23455564B}" name="久保田郁哉" initials="久保田郁哉" userId="久保田郁哉" providerId="None"/>
  <p188:author id="{AC273978-33BA-87E9-9480-1FB84D67A3AD}" name="morita akiko" initials="ma" userId="S::morita.akiko@lowcode.co.jp::90408e21-7a02-4982-95a6-6840885cf3c6" providerId="AD"/>
  <p188:author id="{693EB579-ACED-138A-227B-18475408DB58}" name="suekane risa" initials="sr" userId="S::suekane.risa@lowcode.co.jp::6671a883-47e3-4867-b7b0-f7d2778060b3" providerId="AD"/>
  <p188:author id="{1ACAB0C1-B804-A4F7-FCCE-6DE1D8EF8214}" name="katayama sho" initials="sk" userId="S::katayama.sho@lowcode.co.jp::49ea1565-1ae6-4500-a7e8-783af7c77e30" providerId="AD"/>
  <p188:author id="{AF25C1DD-6706-C995-6EE9-0E9A01E29D77}" name="aoki koichi" initials="晃青" userId="S::aoki.koichi@lowcode.co.jp::00b14e93-8605-4462-b61b-52d4818a892a" providerId="AD"/>
  <p188:author id="{B18043FF-2C97-01B7-4E1D-147ADA62DAAE}" name="shibata mari" initials="ms" userId="S::shibata.mari@lowcode.co.jp::3f1d3d7e-bb9c-4d8e-a4ec-49da71ed2c5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456CF"/>
    <a:srgbClr val="0674BA"/>
    <a:srgbClr val="403DAE"/>
    <a:srgbClr val="BF6900"/>
    <a:srgbClr val="1356CF"/>
    <a:srgbClr val="AA399E"/>
    <a:srgbClr val="D1F2DE"/>
    <a:srgbClr val="ED8670"/>
    <a:srgbClr val="2F2E41"/>
    <a:srgbClr val="0FA4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25FB36F-E0EA-7BCA-5154-982983B7251B}" v="1" dt="2026-07-16T04:13:22.965"/>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8FB837D-C827-4EFA-A057-4D05807E0F7C}" styleName="テーマ スタイル 1 - アクセント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75DCB02-9BB8-47FD-8907-85C794F793BA}" styleName="テーマ スタイル 1 - アクセント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淡色スタイル 2 - アクセント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1" d="100"/>
          <a:sy n="71" d="100"/>
        </p:scale>
        <p:origin x="830" y="48"/>
      </p:cViewPr>
      <p:guideLst>
        <p:guide orient="horz" pos="2336"/>
        <p:guide pos="4233"/>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 Id="rId89" Type="http://schemas.microsoft.com/office/2016/11/relationships/changesInfo" Target="changesInfos/changesInfo1.xml"/><Relationship Id="rId90" Type="http://schemas.microsoft.com/office/2015/10/relationships/revisionInfo" Target="revisionInfo.xml"/><Relationship Id="rId91" Type="http://schemas.microsoft.com/office/2018/10/relationships/authors" Target="authors.xml"/><Relationship Id="rId92" Type="http://schemas.openxmlformats.org/officeDocument/2006/relationships/slide" Target="slides/slide80.xml"/><Relationship Id="rId93" Type="http://schemas.openxmlformats.org/officeDocument/2006/relationships/slide" Target="slides/slide8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伊東 千尋" userId="S::cito_cardnet.co.jp#ext#@lowcodecojp.onmicrosoft.com::35527b19-bb60-4cbd-88f7-e76b000149f9" providerId="AD" clId="Web-{57454AF4-2F33-0E2D-9E96-DB343DC314AF}"/>
    <pc:docChg chg="modSld sldOrd">
      <pc:chgData name="伊東 千尋" userId="S::cito_cardnet.co.jp#ext#@lowcodecojp.onmicrosoft.com::35527b19-bb60-4cbd-88f7-e76b000149f9" providerId="AD" clId="Web-{57454AF4-2F33-0E2D-9E96-DB343DC314AF}" dt="2026-07-09T10:58:32.053" v="3"/>
      <pc:docMkLst>
        <pc:docMk/>
      </pc:docMkLst>
      <pc:sldChg chg="modSp">
        <pc:chgData name="伊東 千尋" userId="S::cito_cardnet.co.jp#ext#@lowcodecojp.onmicrosoft.com::35527b19-bb60-4cbd-88f7-e76b000149f9" providerId="AD" clId="Web-{57454AF4-2F33-0E2D-9E96-DB343DC314AF}" dt="2026-07-09T10:52:43.181" v="1" actId="1076"/>
        <pc:sldMkLst>
          <pc:docMk/>
          <pc:sldMk cId="4195799110" sldId="273"/>
        </pc:sldMkLst>
        <pc:spChg chg="mod">
          <ac:chgData name="伊東 千尋" userId="S::cito_cardnet.co.jp#ext#@lowcodecojp.onmicrosoft.com::35527b19-bb60-4cbd-88f7-e76b000149f9" providerId="AD" clId="Web-{57454AF4-2F33-0E2D-9E96-DB343DC314AF}" dt="2026-07-09T10:52:43.181" v="1" actId="1076"/>
          <ac:spMkLst>
            <pc:docMk/>
            <pc:sldMk cId="4195799110" sldId="273"/>
            <ac:spMk id="29" creationId="{C9152791-F537-EAA5-4460-63024FAA0B8F}"/>
          </ac:spMkLst>
        </pc:spChg>
      </pc:sldChg>
      <pc:sldChg chg="ord">
        <pc:chgData name="伊東 千尋" userId="S::cito_cardnet.co.jp#ext#@lowcodecojp.onmicrosoft.com::35527b19-bb60-4cbd-88f7-e76b000149f9" providerId="AD" clId="Web-{57454AF4-2F33-0E2D-9E96-DB343DC314AF}" dt="2026-07-09T10:54:40.170" v="2"/>
        <pc:sldMkLst>
          <pc:docMk/>
          <pc:sldMk cId="281921604" sldId="275"/>
        </pc:sldMkLst>
      </pc:sldChg>
      <pc:sldChg chg="ord">
        <pc:chgData name="伊東 千尋" userId="S::cito_cardnet.co.jp#ext#@lowcodecojp.onmicrosoft.com::35527b19-bb60-4cbd-88f7-e76b000149f9" providerId="AD" clId="Web-{57454AF4-2F33-0E2D-9E96-DB343DC314AF}" dt="2026-07-09T10:58:32.053" v="3"/>
        <pc:sldMkLst>
          <pc:docMk/>
          <pc:sldMk cId="4247146017" sldId="2147483644"/>
        </pc:sldMkLst>
      </pc:sldChg>
    </pc:docChg>
  </pc:docChgLst>
  <pc:docChgLst>
    <pc:chgData name="nakamura takuya" userId="727bb4a0-377a-4a8e-a89d-8efa14875c2f" providerId="ADAL" clId="{7D6FC31F-3357-4373-B706-004F3C0B89A4}"/>
    <pc:docChg chg="delSld modSld modSection">
      <pc:chgData name="nakamura takuya" userId="727bb4a0-377a-4a8e-a89d-8efa14875c2f" providerId="ADAL" clId="{7D6FC31F-3357-4373-B706-004F3C0B89A4}" dt="2026-07-08T07:35:41.779" v="188" actId="14100"/>
      <pc:docMkLst>
        <pc:docMk/>
      </pc:docMkLst>
      <pc:sldChg chg="modSp mod">
        <pc:chgData name="nakamura takuya" userId="727bb4a0-377a-4a8e-a89d-8efa14875c2f" providerId="ADAL" clId="{7D6FC31F-3357-4373-B706-004F3C0B89A4}" dt="2026-07-08T07:27:29.975" v="75" actId="20577"/>
        <pc:sldMkLst>
          <pc:docMk/>
          <pc:sldMk cId="3978759848" sldId="257"/>
        </pc:sldMkLst>
        <pc:spChg chg="mod">
          <ac:chgData name="nakamura takuya" userId="727bb4a0-377a-4a8e-a89d-8efa14875c2f" providerId="ADAL" clId="{7D6FC31F-3357-4373-B706-004F3C0B89A4}" dt="2026-07-08T07:27:29.975" v="75" actId="20577"/>
          <ac:spMkLst>
            <pc:docMk/>
            <pc:sldMk cId="3978759848" sldId="257"/>
            <ac:spMk id="5" creationId="{FBB79653-B9F1-A0CE-21A2-837D8F6A770F}"/>
          </ac:spMkLst>
        </pc:spChg>
      </pc:sldChg>
      <pc:sldChg chg="modSp mod">
        <pc:chgData name="nakamura takuya" userId="727bb4a0-377a-4a8e-a89d-8efa14875c2f" providerId="ADAL" clId="{7D6FC31F-3357-4373-B706-004F3C0B89A4}" dt="2026-07-08T07:28:05.473" v="91" actId="14100"/>
        <pc:sldMkLst>
          <pc:docMk/>
          <pc:sldMk cId="1889299086" sldId="284"/>
        </pc:sldMkLst>
        <pc:spChg chg="mod">
          <ac:chgData name="nakamura takuya" userId="727bb4a0-377a-4a8e-a89d-8efa14875c2f" providerId="ADAL" clId="{7D6FC31F-3357-4373-B706-004F3C0B89A4}" dt="2026-07-08T07:28:05.473" v="91" actId="14100"/>
          <ac:spMkLst>
            <pc:docMk/>
            <pc:sldMk cId="1889299086" sldId="284"/>
            <ac:spMk id="5" creationId="{5BC15884-7C38-082E-DCF6-00EC18E6E719}"/>
          </ac:spMkLst>
        </pc:spChg>
      </pc:sldChg>
      <pc:sldChg chg="addSp mod">
        <pc:chgData name="nakamura takuya" userId="727bb4a0-377a-4a8e-a89d-8efa14875c2f" providerId="ADAL" clId="{7D6FC31F-3357-4373-B706-004F3C0B89A4}" dt="2026-07-08T07:29:10.467" v="157" actId="22"/>
        <pc:sldMkLst>
          <pc:docMk/>
          <pc:sldMk cId="828979641" sldId="285"/>
        </pc:sldMkLst>
        <pc:spChg chg="add">
          <ac:chgData name="nakamura takuya" userId="727bb4a0-377a-4a8e-a89d-8efa14875c2f" providerId="ADAL" clId="{7D6FC31F-3357-4373-B706-004F3C0B89A4}" dt="2026-07-08T07:29:10.467" v="157" actId="22"/>
          <ac:spMkLst>
            <pc:docMk/>
            <pc:sldMk cId="828979641" sldId="285"/>
            <ac:spMk id="12" creationId="{F7F0C924-CE0C-4E1D-DDE1-C03E0EFE4232}"/>
          </ac:spMkLst>
        </pc:spChg>
      </pc:sldChg>
      <pc:sldChg chg="modSp mod">
        <pc:chgData name="nakamura takuya" userId="727bb4a0-377a-4a8e-a89d-8efa14875c2f" providerId="ADAL" clId="{7D6FC31F-3357-4373-B706-004F3C0B89A4}" dt="2026-07-08T07:35:41.779" v="188" actId="14100"/>
        <pc:sldMkLst>
          <pc:docMk/>
          <pc:sldMk cId="461094955" sldId="289"/>
        </pc:sldMkLst>
        <pc:spChg chg="mod">
          <ac:chgData name="nakamura takuya" userId="727bb4a0-377a-4a8e-a89d-8efa14875c2f" providerId="ADAL" clId="{7D6FC31F-3357-4373-B706-004F3C0B89A4}" dt="2026-07-08T07:35:41.779" v="188" actId="14100"/>
          <ac:spMkLst>
            <pc:docMk/>
            <pc:sldMk cId="461094955" sldId="289"/>
            <ac:spMk id="9" creationId="{AD2164AE-11C3-C558-A238-BB8B4162993B}"/>
          </ac:spMkLst>
        </pc:spChg>
        <pc:spChg chg="mod">
          <ac:chgData name="nakamura takuya" userId="727bb4a0-377a-4a8e-a89d-8efa14875c2f" providerId="ADAL" clId="{7D6FC31F-3357-4373-B706-004F3C0B89A4}" dt="2026-07-08T07:26:34.354" v="48" actId="20577"/>
          <ac:spMkLst>
            <pc:docMk/>
            <pc:sldMk cId="461094955" sldId="289"/>
            <ac:spMk id="39" creationId="{E29A8316-9B46-E2FB-CA2C-2DD6C1310603}"/>
          </ac:spMkLst>
        </pc:spChg>
      </pc:sldChg>
      <pc:sldChg chg="modSp mod">
        <pc:chgData name="nakamura takuya" userId="727bb4a0-377a-4a8e-a89d-8efa14875c2f" providerId="ADAL" clId="{7D6FC31F-3357-4373-B706-004F3C0B89A4}" dt="2026-07-08T07:31:25.235" v="176" actId="20577"/>
        <pc:sldMkLst>
          <pc:docMk/>
          <pc:sldMk cId="1282037412" sldId="2147483414"/>
        </pc:sldMkLst>
        <pc:spChg chg="mod">
          <ac:chgData name="nakamura takuya" userId="727bb4a0-377a-4a8e-a89d-8efa14875c2f" providerId="ADAL" clId="{7D6FC31F-3357-4373-B706-004F3C0B89A4}" dt="2026-07-08T07:31:25.235" v="176" actId="20577"/>
          <ac:spMkLst>
            <pc:docMk/>
            <pc:sldMk cId="1282037412" sldId="2147483414"/>
            <ac:spMk id="3" creationId="{9BA3BF88-2A26-4021-9A80-97EA2872AB58}"/>
          </ac:spMkLst>
        </pc:spChg>
      </pc:sldChg>
      <pc:sldChg chg="modSp mod">
        <pc:chgData name="nakamura takuya" userId="727bb4a0-377a-4a8e-a89d-8efa14875c2f" providerId="ADAL" clId="{7D6FC31F-3357-4373-B706-004F3C0B89A4}" dt="2026-07-08T07:31:37.723" v="186" actId="20577"/>
        <pc:sldMkLst>
          <pc:docMk/>
          <pc:sldMk cId="545895450" sldId="2147483463"/>
        </pc:sldMkLst>
        <pc:spChg chg="mod">
          <ac:chgData name="nakamura takuya" userId="727bb4a0-377a-4a8e-a89d-8efa14875c2f" providerId="ADAL" clId="{7D6FC31F-3357-4373-B706-004F3C0B89A4}" dt="2026-07-08T07:31:37.723" v="186" actId="20577"/>
          <ac:spMkLst>
            <pc:docMk/>
            <pc:sldMk cId="545895450" sldId="2147483463"/>
            <ac:spMk id="20" creationId="{D0F78E7B-4139-F202-4FC6-34CFC1BA72DF}"/>
          </ac:spMkLst>
        </pc:spChg>
      </pc:sldChg>
      <pc:sldChg chg="addSp modSp mod">
        <pc:chgData name="nakamura takuya" userId="727bb4a0-377a-4a8e-a89d-8efa14875c2f" providerId="ADAL" clId="{7D6FC31F-3357-4373-B706-004F3C0B89A4}" dt="2026-07-08T07:29:07.868" v="156" actId="1076"/>
        <pc:sldMkLst>
          <pc:docMk/>
          <pc:sldMk cId="1508688980" sldId="2147483557"/>
        </pc:sldMkLst>
        <pc:spChg chg="add mod">
          <ac:chgData name="nakamura takuya" userId="727bb4a0-377a-4a8e-a89d-8efa14875c2f" providerId="ADAL" clId="{7D6FC31F-3357-4373-B706-004F3C0B89A4}" dt="2026-07-08T07:29:07.868" v="156" actId="1076"/>
          <ac:spMkLst>
            <pc:docMk/>
            <pc:sldMk cId="1508688980" sldId="2147483557"/>
            <ac:spMk id="5" creationId="{5D5B3E60-E86F-0CF0-3CB2-96835F7BDBC4}"/>
          </ac:spMkLst>
        </pc:spChg>
      </pc:sldChg>
      <pc:sldChg chg="modSp mod">
        <pc:chgData name="nakamura takuya" userId="727bb4a0-377a-4a8e-a89d-8efa14875c2f" providerId="ADAL" clId="{7D6FC31F-3357-4373-B706-004F3C0B89A4}" dt="2026-07-08T07:29:46.790" v="170" actId="20577"/>
        <pc:sldMkLst>
          <pc:docMk/>
          <pc:sldMk cId="4247146017" sldId="2147483644"/>
        </pc:sldMkLst>
        <pc:spChg chg="mod">
          <ac:chgData name="nakamura takuya" userId="727bb4a0-377a-4a8e-a89d-8efa14875c2f" providerId="ADAL" clId="{7D6FC31F-3357-4373-B706-004F3C0B89A4}" dt="2026-07-08T07:29:46.790" v="170" actId="20577"/>
          <ac:spMkLst>
            <pc:docMk/>
            <pc:sldMk cId="4247146017" sldId="2147483644"/>
            <ac:spMk id="5" creationId="{5DA63169-80E3-4879-7012-7E04D76F23CF}"/>
          </ac:spMkLst>
        </pc:spChg>
      </pc:sldChg>
    </pc:docChg>
  </pc:docChgLst>
  <pc:docChgLst>
    <pc:chgData name="伊東 千尋" userId="S::cito_cardnet.co.jp#ext#@lowcodecojp.onmicrosoft.com::35527b19-bb60-4cbd-88f7-e76b000149f9" providerId="AD" clId="Web-{B96FCF50-0429-1EAE-7CA4-12E9A0E019CA}"/>
    <pc:docChg chg="sldOrd">
      <pc:chgData name="伊東 千尋" userId="S::cito_cardnet.co.jp#ext#@lowcodecojp.onmicrosoft.com::35527b19-bb60-4cbd-88f7-e76b000149f9" providerId="AD" clId="Web-{B96FCF50-0429-1EAE-7CA4-12E9A0E019CA}" dt="2026-07-09T05:44:16.328" v="3"/>
      <pc:docMkLst>
        <pc:docMk/>
      </pc:docMkLst>
      <pc:sldChg chg="ord">
        <pc:chgData name="伊東 千尋" userId="S::cito_cardnet.co.jp#ext#@lowcodecojp.onmicrosoft.com::35527b19-bb60-4cbd-88f7-e76b000149f9" providerId="AD" clId="Web-{B96FCF50-0429-1EAE-7CA4-12E9A0E019CA}" dt="2026-07-09T00:04:59.907" v="0"/>
        <pc:sldMkLst>
          <pc:docMk/>
          <pc:sldMk cId="2217997272" sldId="263"/>
        </pc:sldMkLst>
      </pc:sldChg>
      <pc:sldChg chg="ord">
        <pc:chgData name="伊東 千尋" userId="S::cito_cardnet.co.jp#ext#@lowcodecojp.onmicrosoft.com::35527b19-bb60-4cbd-88f7-e76b000149f9" providerId="AD" clId="Web-{B96FCF50-0429-1EAE-7CA4-12E9A0E019CA}" dt="2026-07-09T00:05:28.564" v="1"/>
        <pc:sldMkLst>
          <pc:docMk/>
          <pc:sldMk cId="281921604" sldId="275"/>
        </pc:sldMkLst>
      </pc:sldChg>
      <pc:sldChg chg="ord">
        <pc:chgData name="伊東 千尋" userId="S::cito_cardnet.co.jp#ext#@lowcodecojp.onmicrosoft.com::35527b19-bb60-4cbd-88f7-e76b000149f9" providerId="AD" clId="Web-{B96FCF50-0429-1EAE-7CA4-12E9A0E019CA}" dt="2026-07-09T05:44:14.860" v="2"/>
        <pc:sldMkLst>
          <pc:docMk/>
          <pc:sldMk cId="1282037412" sldId="2147483414"/>
        </pc:sldMkLst>
      </pc:sldChg>
      <pc:sldChg chg="ord">
        <pc:chgData name="伊東 千尋" userId="S::cito_cardnet.co.jp#ext#@lowcodecojp.onmicrosoft.com::35527b19-bb60-4cbd-88f7-e76b000149f9" providerId="AD" clId="Web-{B96FCF50-0429-1EAE-7CA4-12E9A0E019CA}" dt="2026-07-09T05:44:16.328" v="3"/>
        <pc:sldMkLst>
          <pc:docMk/>
          <pc:sldMk cId="3539835541" sldId="2147483545"/>
        </pc:sldMkLst>
      </pc:sldChg>
    </pc:docChg>
  </pc:docChgLst>
  <pc:docChgLst>
    <pc:chgData name="伊東 千尋" userId="S::cito_cardnet.co.jp#ext#@lowcodecojp.onmicrosoft.com::35527b19-bb60-4cbd-88f7-e76b000149f9" providerId="AD" clId="Web-{B25FB36F-E0EA-7BCA-5154-982983B7251B}"/>
    <pc:docChg chg="modSld">
      <pc:chgData name="伊東 千尋" userId="S::cito_cardnet.co.jp#ext#@lowcodecojp.onmicrosoft.com::35527b19-bb60-4cbd-88f7-e76b000149f9" providerId="AD" clId="Web-{B25FB36F-E0EA-7BCA-5154-982983B7251B}" dt="2026-07-16T04:13:22.965" v="0" actId="1076"/>
      <pc:docMkLst>
        <pc:docMk/>
      </pc:docMkLst>
      <pc:sldChg chg="modSp">
        <pc:chgData name="伊東 千尋" userId="S::cito_cardnet.co.jp#ext#@lowcodecojp.onmicrosoft.com::35527b19-bb60-4cbd-88f7-e76b000149f9" providerId="AD" clId="Web-{B25FB36F-E0EA-7BCA-5154-982983B7251B}" dt="2026-07-16T04:13:22.965" v="0" actId="1076"/>
        <pc:sldMkLst>
          <pc:docMk/>
          <pc:sldMk cId="4195799110" sldId="273"/>
        </pc:sldMkLst>
        <pc:spChg chg="mod">
          <ac:chgData name="伊東 千尋" userId="S::cito_cardnet.co.jp#ext#@lowcodecojp.onmicrosoft.com::35527b19-bb60-4cbd-88f7-e76b000149f9" providerId="AD" clId="Web-{B25FB36F-E0EA-7BCA-5154-982983B7251B}" dt="2026-07-16T04:13:22.965" v="0" actId="1076"/>
          <ac:spMkLst>
            <pc:docMk/>
            <pc:sldMk cId="4195799110" sldId="273"/>
            <ac:spMk id="29" creationId="{C9152791-F537-EAA5-4460-63024FAA0B8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E736CE-C0FA-4BF9-B326-72D21D8F0990}" type="datetimeFigureOut">
              <a:rPr kumimoji="1" lang="ja-JP" altLang="en-US" smtClean="0"/>
              <a:t>2026/7/17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AE95F4-FDE3-44B5-9B01-3373404AC718}" type="slidenum">
              <a:rPr kumimoji="1" lang="ja-JP" altLang="en-US" smtClean="0"/>
              <a:t>‹#›</a:t>
            </a:fld>
            <a:endParaRPr kumimoji="1" lang="ja-JP" altLang="en-US"/>
          </a:p>
        </p:txBody>
      </p:sp>
    </p:spTree>
    <p:extLst>
      <p:ext uri="{BB962C8B-B14F-4D97-AF65-F5344CB8AC3E}">
        <p14:creationId xmlns:p14="http://schemas.microsoft.com/office/powerpoint/2010/main" val="176502811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266825" y="3704567"/>
            <a:ext cx="10383838" cy="870608"/>
          </a:xfrm>
          <a:prstGeom prst="rect">
            <a:avLst/>
          </a:prstGeom>
        </p:spPr>
        <p:txBody>
          <a:bodyPr anchor="ctr" anchorCtr="0">
            <a:normAutofit/>
          </a:bodyPr>
          <a:lstStyle>
            <a:lvl1pPr marL="0" indent="0">
              <a:buNone/>
              <a:defRPr sz="4800"/>
            </a:lvl1pPr>
          </a:lstStyle>
          <a:p>
            <a:pPr lvl="0"/>
            <a:r>
              <a:rPr kumimoji="1" lang="ja-JP" altLang="en-US"/>
              <a:t>マスター テキストの書式設定</a:t>
            </a:r>
          </a:p>
        </p:txBody>
      </p:sp>
      <p:sp>
        <p:nvSpPr>
          <p:cNvPr id="2" name="Title 1"/>
          <p:cNvSpPr>
            <a:spLocks noGrp="1"/>
          </p:cNvSpPr>
          <p:nvPr>
            <p:ph type="ctrTitle" hasCustomPrompt="1"/>
          </p:nvPr>
        </p:nvSpPr>
        <p:spPr>
          <a:xfrm>
            <a:off x="1267363" y="2635885"/>
            <a:ext cx="10382762" cy="950280"/>
          </a:xfrm>
          <a:prstGeom prst="rect">
            <a:avLst/>
          </a:prstGeom>
        </p:spPr>
        <p:txBody>
          <a:bodyPr lIns="0" tIns="0" rIns="0" bIns="0" anchor="t">
            <a:noAutofit/>
          </a:bodyPr>
          <a:lstStyle>
            <a:lvl1pPr algn="l">
              <a:lnSpc>
                <a:spcPct val="100000"/>
              </a:lnSpc>
              <a:defRPr sz="5400"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267371" y="2196640"/>
            <a:ext cx="9215912" cy="320843"/>
          </a:xfrm>
          <a:prstGeom prst="rect">
            <a:avLst/>
          </a:prstGeom>
          <a:ln>
            <a:noFill/>
          </a:ln>
        </p:spPr>
        <p:txBody>
          <a:bodyPr lIns="0" tIns="0" rIns="0" bIns="0" anchor="ctr">
            <a:noAutofit/>
          </a:bodyPr>
          <a:lstStyle>
            <a:lvl1pPr marL="0" indent="0" algn="l">
              <a:buNone/>
              <a:defRPr sz="1800" b="0" cap="none" spc="0">
                <a:ln w="0">
                  <a:noFill/>
                  <a:prstDash val="solid"/>
                </a:ln>
                <a:solidFill>
                  <a:schemeClr val="tx2"/>
                </a:solidFill>
                <a:effectLst/>
                <a:latin typeface="+mn-ea"/>
                <a:ea typeface="+mn-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267371" y="5043654"/>
            <a:ext cx="1764800" cy="320843"/>
          </a:xfrm>
          <a:prstGeom prst="rect">
            <a:avLst/>
          </a:prstGeom>
          <a:solidFill>
            <a:schemeClr val="accent1"/>
          </a:solidFill>
        </p:spPr>
        <p:txBody>
          <a:bodyPr tIns="18000" bIns="0" anchor="ctr">
            <a:normAutofit/>
          </a:bodyPr>
          <a:lstStyle>
            <a:lvl1pPr marL="0" indent="0" algn="ctr">
              <a:buNone/>
              <a:defRPr sz="1600" spc="100" baseline="0">
                <a:solidFill>
                  <a:schemeClr val="bg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838200" y="2012716"/>
            <a:ext cx="230717" cy="350918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pc="11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267371" y="5043654"/>
            <a:ext cx="1764800" cy="320843"/>
          </a:xfrm>
          <a:prstGeom prst="rect">
            <a:avLst/>
          </a:prstGeom>
          <a:solidFill>
            <a:schemeClr val="accent1"/>
          </a:solidFill>
        </p:spPr>
        <p:txBody>
          <a:bodyPr anchor="ctr" anchorCtr="0">
            <a:normAutofit/>
          </a:bodyPr>
          <a:lstStyle>
            <a:lvl1pPr marL="0" indent="0" algn="ctr">
              <a:buNone/>
              <a:defRPr sz="1600">
                <a:solidFill>
                  <a:schemeClr val="bg1"/>
                </a:solidFill>
              </a:defRPr>
            </a:lvl1pPr>
          </a:lstStyle>
          <a:p>
            <a:r>
              <a:rPr lang="en-US" altLang="ja-JP" spc="110"/>
              <a:t>2024.07.08</a:t>
            </a:r>
            <a:endParaRPr lang="ja-JP" altLang="en-US" spc="110"/>
          </a:p>
        </p:txBody>
      </p:sp>
    </p:spTree>
    <p:extLst>
      <p:ext uri="{BB962C8B-B14F-4D97-AF65-F5344CB8AC3E}">
        <p14:creationId xmlns:p14="http://schemas.microsoft.com/office/powerpoint/2010/main" val="424929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97689" y="809974"/>
            <a:ext cx="11827398" cy="893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bg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680223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923986" y="3399431"/>
            <a:ext cx="2317978" cy="1640568"/>
          </a:xfrm>
          <a:prstGeom prst="rect">
            <a:avLst/>
          </a:prstGeom>
        </p:spPr>
        <p:txBody>
          <a:bodyPr>
            <a:noAutofit/>
          </a:bodyPr>
          <a:lstStyle>
            <a:lvl1pPr marL="0" indent="0" algn="ctr">
              <a:buNone/>
              <a:defRPr sz="14000"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5039999"/>
            <a:ext cx="13440010" cy="2520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923985" y="5569405"/>
            <a:ext cx="11591806" cy="1461188"/>
          </a:xfrm>
          <a:prstGeom prst="rect">
            <a:avLst/>
          </a:prstGeom>
        </p:spPr>
        <p:txBody>
          <a:bodyPr/>
          <a:lstStyle>
            <a:lvl1pPr>
              <a:defRPr>
                <a:latin typeface="+mn-ea"/>
                <a:ea typeface="+mn-ea"/>
              </a:defRPr>
            </a:lvl1pPr>
          </a:lstStyle>
          <a:p>
            <a:r>
              <a:rPr lang="ja-JP" altLang="en-US"/>
              <a:t>大見出しが入ります</a:t>
            </a:r>
            <a:endParaRPr lang="en-US"/>
          </a:p>
        </p:txBody>
      </p:sp>
    </p:spTree>
    <p:extLst>
      <p:ext uri="{BB962C8B-B14F-4D97-AF65-F5344CB8AC3E}">
        <p14:creationId xmlns:p14="http://schemas.microsoft.com/office/powerpoint/2010/main" val="21220805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9996304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2234054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Tree>
    <p:extLst>
      <p:ext uri="{BB962C8B-B14F-4D97-AF65-F5344CB8AC3E}">
        <p14:creationId xmlns:p14="http://schemas.microsoft.com/office/powerpoint/2010/main" val="32630338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169" y="1040244"/>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813792" y="586695"/>
            <a:ext cx="11810918" cy="245256"/>
          </a:xfrm>
          <a:prstGeom prst="rect">
            <a:avLst/>
          </a:prstGeom>
        </p:spPr>
        <p:txBody>
          <a:bodyPr lIns="0" tIns="0" rIns="0" bIns="0">
            <a:noAutofit/>
          </a:bodyPr>
          <a:lstStyle>
            <a:lvl1pPr marL="0" indent="0" algn="l">
              <a:buNone/>
              <a:defRPr sz="20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814169" y="1980000"/>
            <a:ext cx="11810918" cy="1052382"/>
          </a:xfrm>
          <a:prstGeom prst="rect">
            <a:avLst/>
          </a:prstGeom>
        </p:spPr>
        <p:txBody>
          <a:bodyPr lIns="0" tIns="0" rIns="0" bIns="0">
            <a:noAutofit/>
          </a:bodyPr>
          <a:lstStyle>
            <a:lvl1pPr marL="0" marR="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sz="18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0039820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169" y="1040244"/>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9870441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546" y="287207"/>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413075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2131146"/>
            <a:ext cx="13440010" cy="3297382"/>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2130425"/>
            <a:ext cx="8737600" cy="3298825"/>
          </a:xfrm>
          <a:prstGeom prst="rect">
            <a:avLst/>
          </a:prstGeom>
        </p:spPr>
        <p:txBody>
          <a:bodyPr anchor="ctr"/>
          <a:lstStyle>
            <a:lvl1pPr marL="0" indent="0" algn="l">
              <a:lnSpc>
                <a:spcPct val="110000"/>
              </a:lnSpc>
              <a:buNone/>
              <a:defRPr sz="3600"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646020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868412"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920268" y="2445852"/>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937012" y="2446844"/>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4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99291" y="3252427"/>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9728825" y="2446844"/>
            <a:ext cx="209591" cy="435539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717904" y="2394307"/>
            <a:ext cx="209591" cy="435539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78025" y="2394307"/>
            <a:ext cx="0" cy="4360878"/>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2664004" y="2407926"/>
            <a:ext cx="0" cy="4360878"/>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745187" y="2436729"/>
            <a:ext cx="209591" cy="435539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98697"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974786" y="3797494"/>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971806"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921889"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974786" y="3296055"/>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964546" y="3267869"/>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9917902" y="3296055"/>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1841231"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339934971"/>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4233"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1714391"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7682426" y="2445852"/>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650569" y="2446844"/>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4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1071651" y="3252427"/>
            <a:ext cx="2403065"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8632148" y="2415518"/>
            <a:ext cx="209591" cy="435539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78025" y="2412776"/>
            <a:ext cx="0" cy="4360878"/>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2664004" y="2412776"/>
            <a:ext cx="0" cy="4360878"/>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600291" y="2415518"/>
            <a:ext cx="209591" cy="435539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1071056" y="3945853"/>
            <a:ext cx="3239949"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896352" y="3958362"/>
            <a:ext cx="34465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928692" y="3945853"/>
            <a:ext cx="3446505"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896352" y="3296055"/>
            <a:ext cx="260758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921433" y="3267869"/>
            <a:ext cx="2503558"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814169" y="869329"/>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813792" y="415780"/>
            <a:ext cx="11810918" cy="245256"/>
          </a:xfrm>
          <a:prstGeom prst="rect">
            <a:avLst/>
          </a:prstGeom>
        </p:spPr>
        <p:txBody>
          <a:bodyPr lIns="0" tIns="0" rIns="0" bIns="0">
            <a:noAutofit/>
          </a:bodyPr>
          <a:lstStyle>
            <a:lvl1pPr marL="0" indent="0" algn="l">
              <a:buNone/>
              <a:defRPr sz="2000" b="1">
                <a:solidFill>
                  <a:schemeClr val="tx2"/>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1098013097"/>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4233"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9385918" y="2101699"/>
            <a:ext cx="3387055" cy="532426"/>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9313265" y="2097547"/>
            <a:ext cx="634798"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a:t>C</a:t>
            </a:r>
            <a:endParaRPr kumimoji="1" lang="ja-JP" altLang="en-US" sz="1800"/>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6444502" y="2101698"/>
            <a:ext cx="3392426" cy="532427"/>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6372292" y="2097546"/>
            <a:ext cx="634798"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a:t>C</a:t>
            </a:r>
            <a:endParaRPr kumimoji="1" lang="ja-JP" altLang="en-US" sz="1800"/>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503085" y="2101698"/>
            <a:ext cx="3392359" cy="532427"/>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431319" y="2097545"/>
            <a:ext cx="634796"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err="1"/>
              <a:t>Cz</a:t>
            </a:r>
            <a:endParaRPr kumimoji="1" lang="ja-JP" altLang="en-US" sz="1800"/>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61669" y="2101699"/>
            <a:ext cx="3391918" cy="532426"/>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205111" y="2089728"/>
            <a:ext cx="586699" cy="615553"/>
          </a:xfrm>
          <a:prstGeom prst="rect">
            <a:avLst/>
          </a:prstGeom>
          <a:noFill/>
        </p:spPr>
        <p:txBody>
          <a:bodyPr wrap="square" lIns="0" tIns="0" rIns="0" bIns="0" rtlCol="0">
            <a:spAutoFit/>
          </a:bodyPr>
          <a:lstStyle/>
          <a:p>
            <a:r>
              <a:rPr kumimoji="1" lang="en-US" altLang="ja-JP" sz="4000" b="0">
                <a:solidFill>
                  <a:schemeClr val="bg1"/>
                </a:solidFill>
              </a:rPr>
              <a:t>01</a:t>
            </a:r>
            <a:endParaRPr kumimoji="1" lang="ja-JP" altLang="en-US" sz="4000"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4138694" y="2089728"/>
            <a:ext cx="586699" cy="615553"/>
          </a:xfrm>
          <a:prstGeom prst="rect">
            <a:avLst/>
          </a:prstGeom>
          <a:noFill/>
        </p:spPr>
        <p:txBody>
          <a:bodyPr wrap="square" lIns="0" tIns="0" rIns="0" bIns="0" rtlCol="0">
            <a:spAutoFit/>
          </a:bodyPr>
          <a:lstStyle/>
          <a:p>
            <a:r>
              <a:rPr kumimoji="1" lang="en-US" altLang="ja-JP" sz="4000" b="0">
                <a:solidFill>
                  <a:schemeClr val="bg1"/>
                </a:solidFill>
              </a:rPr>
              <a:t>02</a:t>
            </a:r>
            <a:endParaRPr kumimoji="1" lang="ja-JP" altLang="en-US" sz="4000"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7072276" y="2089728"/>
            <a:ext cx="586699" cy="615553"/>
          </a:xfrm>
          <a:prstGeom prst="rect">
            <a:avLst/>
          </a:prstGeom>
          <a:noFill/>
        </p:spPr>
        <p:txBody>
          <a:bodyPr wrap="square" lIns="0" tIns="0" rIns="0" bIns="0" rtlCol="0">
            <a:spAutoFit/>
          </a:bodyPr>
          <a:lstStyle/>
          <a:p>
            <a:r>
              <a:rPr kumimoji="1" lang="en-US" altLang="ja-JP" sz="4000" b="0">
                <a:solidFill>
                  <a:schemeClr val="bg1"/>
                </a:solidFill>
              </a:rPr>
              <a:t>03</a:t>
            </a:r>
            <a:endParaRPr kumimoji="1" lang="ja-JP" altLang="en-US" sz="4000"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10047247" y="2089728"/>
            <a:ext cx="586699" cy="615553"/>
          </a:xfrm>
          <a:prstGeom prst="rect">
            <a:avLst/>
          </a:prstGeom>
          <a:noFill/>
        </p:spPr>
        <p:txBody>
          <a:bodyPr wrap="square" lIns="0" tIns="0" rIns="0" bIns="0" rtlCol="0">
            <a:spAutoFit/>
          </a:bodyPr>
          <a:lstStyle/>
          <a:p>
            <a:r>
              <a:rPr kumimoji="1" lang="en-US" altLang="ja-JP" sz="4000" b="0">
                <a:solidFill>
                  <a:schemeClr val="bg1"/>
                </a:solidFill>
              </a:rPr>
              <a:t>04</a:t>
            </a:r>
            <a:endParaRPr kumimoji="1" lang="ja-JP" altLang="en-US" sz="4000"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4514361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719887" y="0"/>
            <a:ext cx="6719888" cy="7559675"/>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814546" y="1351532"/>
            <a:ext cx="5703392" cy="869153"/>
          </a:xfrm>
          <a:prstGeom prst="rect">
            <a:avLst/>
          </a:prstGeom>
        </p:spPr>
        <p:txBody>
          <a:bodyPr lIns="0" tIns="0" rIns="0" bIns="0">
            <a:noAutofit/>
          </a:bodyPr>
          <a:lstStyle>
            <a:lvl1pPr marL="0" indent="0" algn="l">
              <a:buNone/>
              <a:defRPr sz="2000" b="0">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817203" y="989837"/>
            <a:ext cx="4525256" cy="5580000"/>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814546" y="405063"/>
            <a:ext cx="11810918" cy="402483"/>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800" b="0">
              <a:latin typeface="+mj-ea"/>
              <a:ea typeface="+mj-ea"/>
            </a:endParaRPr>
          </a:p>
        </p:txBody>
      </p:sp>
    </p:spTree>
    <p:extLst>
      <p:ext uri="{BB962C8B-B14F-4D97-AF65-F5344CB8AC3E}">
        <p14:creationId xmlns:p14="http://schemas.microsoft.com/office/powerpoint/2010/main" val="36338757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479770" y="3779675"/>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959773" y="-325"/>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479770" y="1299351"/>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479770" y="1681189"/>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5102884"/>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5484722"/>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959539" y="5102884"/>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959539" y="5484722"/>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959539" y="0"/>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479731" y="3779675"/>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28075120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C8C4F0-75BD-691A-CD87-C7FA053DC4B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6DC276A-C988-0EF1-4BB6-6FE85BBAC5EB}"/>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6368A94-AE53-195B-756F-CF203E6E1E5D}"/>
              </a:ext>
            </a:extLst>
          </p:cNvPr>
          <p:cNvSpPr>
            <a:spLocks noGrp="1"/>
          </p:cNvSpPr>
          <p:nvPr>
            <p:ph type="dt" sz="half" idx="10"/>
          </p:nvPr>
        </p:nvSpPr>
        <p:spPr/>
        <p:txBody>
          <a:bodyPr/>
          <a:lstStyle/>
          <a:p>
            <a:fld id="{8FE4FAD3-9B3C-4337-AC8E-BBD92A71FE40}" type="datetimeFigureOut">
              <a:rPr kumimoji="1" lang="ja-JP" altLang="en-US" smtClean="0"/>
              <a:t>2026/7/17</a:t>
            </a:fld>
            <a:endParaRPr kumimoji="1" lang="ja-JP" altLang="en-US"/>
          </a:p>
        </p:txBody>
      </p:sp>
      <p:sp>
        <p:nvSpPr>
          <p:cNvPr id="5" name="フッター プレースホルダー 4">
            <a:extLst>
              <a:ext uri="{FF2B5EF4-FFF2-40B4-BE49-F238E27FC236}">
                <a16:creationId xmlns:a16="http://schemas.microsoft.com/office/drawing/2014/main" id="{275FD661-0D4F-C84B-0C7E-06CEF02575E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93781BA-BE88-D74B-7E23-082C412997D9}"/>
              </a:ext>
            </a:extLst>
          </p:cNvPr>
          <p:cNvSpPr>
            <a:spLocks noGrp="1"/>
          </p:cNvSpPr>
          <p:nvPr>
            <p:ph type="sldNum" sz="quarter" idx="12"/>
          </p:nvPr>
        </p:nvSpPr>
        <p:spPr/>
        <p:txBody>
          <a:bodyPr/>
          <a:lstStyle/>
          <a:p>
            <a:fld id="{30E7563B-3353-4537-A561-167A6F6645BD}" type="slidenum">
              <a:rPr kumimoji="1" lang="ja-JP" altLang="en-US" smtClean="0"/>
              <a:t>‹#›</a:t>
            </a:fld>
            <a:endParaRPr kumimoji="1" lang="ja-JP" altLang="en-US"/>
          </a:p>
        </p:txBody>
      </p:sp>
    </p:spTree>
    <p:extLst>
      <p:ext uri="{BB962C8B-B14F-4D97-AF65-F5344CB8AC3E}">
        <p14:creationId xmlns:p14="http://schemas.microsoft.com/office/powerpoint/2010/main" val="27673082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34ABF68-174B-D0BC-2C9B-382D2806A08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AC46FF-E59D-B6E4-C6D1-4C19DA925F0B}"/>
              </a:ext>
            </a:extLst>
          </p:cNvPr>
          <p:cNvSpPr>
            <a:spLocks noGrp="1"/>
          </p:cNvSpPr>
          <p:nvPr>
            <p:ph type="dt" sz="half" idx="10"/>
          </p:nvPr>
        </p:nvSpPr>
        <p:spPr/>
        <p:txBody>
          <a:bodyPr/>
          <a:lstStyle/>
          <a:p>
            <a:fld id="{3143B7D2-E4F8-4918-A8EF-6089D482B342}" type="datetimeFigureOut">
              <a:rPr kumimoji="1" lang="ja-JP" altLang="en-US" smtClean="0"/>
              <a:t>2026/7/17</a:t>
            </a:fld>
            <a:endParaRPr kumimoji="1" lang="ja-JP" altLang="en-US"/>
          </a:p>
        </p:txBody>
      </p:sp>
      <p:sp>
        <p:nvSpPr>
          <p:cNvPr id="4" name="フッター プレースホルダー 3">
            <a:extLst>
              <a:ext uri="{FF2B5EF4-FFF2-40B4-BE49-F238E27FC236}">
                <a16:creationId xmlns:a16="http://schemas.microsoft.com/office/drawing/2014/main" id="{424E412A-5F34-E7DA-1AB0-6B3A199C1EE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1E5F8F7-5D40-A2BA-0268-04A5750E67C8}"/>
              </a:ext>
            </a:extLst>
          </p:cNvPr>
          <p:cNvSpPr>
            <a:spLocks noGrp="1"/>
          </p:cNvSpPr>
          <p:nvPr>
            <p:ph type="sldNum" sz="quarter" idx="12"/>
          </p:nvPr>
        </p:nvSpPr>
        <p:spPr/>
        <p:txBody>
          <a:bodyPr/>
          <a:lstStyle/>
          <a:p>
            <a:fld id="{BD39C147-919D-49A3-96FD-470FA1E9E62B}" type="slidenum">
              <a:rPr kumimoji="1" lang="ja-JP" altLang="en-US" smtClean="0"/>
              <a:t>‹#›</a:t>
            </a:fld>
            <a:endParaRPr kumimoji="1" lang="ja-JP" altLang="en-US"/>
          </a:p>
        </p:txBody>
      </p:sp>
    </p:spTree>
    <p:extLst>
      <p:ext uri="{BB962C8B-B14F-4D97-AF65-F5344CB8AC3E}">
        <p14:creationId xmlns:p14="http://schemas.microsoft.com/office/powerpoint/2010/main" val="85955920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8047299"/>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2131147"/>
            <a:ext cx="13440010" cy="3297382"/>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6"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2772974" y="7057561"/>
            <a:ext cx="543031" cy="359999"/>
          </a:xfrm>
          <a:prstGeom prst="rect">
            <a:avLst/>
          </a:prstGeom>
          <a:noFill/>
        </p:spPr>
        <p:txBody>
          <a:bodyPr/>
          <a:lstStyle>
            <a:lvl1pPr>
              <a:defRPr>
                <a:solidFill>
                  <a:schemeClr val="tx2"/>
                </a:solidFill>
              </a:defRPr>
            </a:lvl1pPr>
          </a:lstStyle>
          <a:p>
            <a:pPr defTabSz="914406"/>
            <a:fld id="{14EC724F-F4C9-4616-8530-5BC5097559BB}" type="slidenum">
              <a:rPr lang="ja-JP" altLang="en-US" smtClean="0">
                <a:solidFill>
                  <a:srgbClr val="1B5C80"/>
                </a:solidFill>
              </a:rPr>
              <a:pPr defTabSz="914406"/>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2130425"/>
            <a:ext cx="8737600" cy="3298825"/>
          </a:xfrm>
          <a:prstGeom prst="rect">
            <a:avLst/>
          </a:prstGeom>
        </p:spPr>
        <p:txBody>
          <a:bodyPr anchor="ctr"/>
          <a:lstStyle>
            <a:lvl1pPr marL="0" indent="0" algn="l">
              <a:lnSpc>
                <a:spcPct val="110000"/>
              </a:lnSpc>
              <a:buNone/>
              <a:defRPr sz="3600"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6462499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19C6891-072C-5674-D9E7-180163AA9C7A}"/>
              </a:ext>
            </a:extLst>
          </p:cNvPr>
          <p:cNvSpPr txBox="1"/>
          <p:nvPr userDrawn="1"/>
        </p:nvSpPr>
        <p:spPr>
          <a:xfrm>
            <a:off x="0" y="7298065"/>
            <a:ext cx="3345200" cy="261610"/>
          </a:xfrm>
          <a:prstGeom prst="rect">
            <a:avLst/>
          </a:prstGeom>
          <a:noFill/>
        </p:spPr>
        <p:txBody>
          <a:bodyPr wrap="square">
            <a:spAutoFit/>
          </a:bodyPr>
          <a:lstStyle/>
          <a:p>
            <a:r>
              <a:rPr lang="en-US" altLang="ja-JP" sz="1050" dirty="0">
                <a:solidFill>
                  <a:schemeClr val="tx1">
                    <a:lumMod val="50000"/>
                    <a:lumOff val="50000"/>
                  </a:schemeClr>
                </a:solidFill>
              </a:rPr>
              <a:t>© 2026 Low Code Inc. All rights reserved.</a:t>
            </a:r>
            <a:endParaRPr lang="ja-JP" altLang="en-US" sz="1050" dirty="0">
              <a:solidFill>
                <a:schemeClr val="tx1">
                  <a:lumMod val="50000"/>
                  <a:lumOff val="50000"/>
                </a:schemeClr>
              </a:solidFill>
            </a:endParaRPr>
          </a:p>
        </p:txBody>
      </p:sp>
    </p:spTree>
    <p:extLst>
      <p:ext uri="{BB962C8B-B14F-4D97-AF65-F5344CB8AC3E}">
        <p14:creationId xmlns:p14="http://schemas.microsoft.com/office/powerpoint/2010/main" val="2821829546"/>
      </p:ext>
    </p:extLst>
  </p:cSld>
  <p:clrMap bg1="lt1" tx1="dk1" bg2="lt2" tx2="dk2" accent1="accent1" accent2="accent2" accent3="accent3" accent4="accent4" accent5="accent5" accent6="accent6" hlink="hlink" folHlink="folHlink"/>
  <p:sldLayoutIdLst>
    <p:sldLayoutId id="2147483661" r:id="rId1"/>
    <p:sldLayoutId id="2147483693" r:id="rId2"/>
    <p:sldLayoutId id="2147483700" r:id="rId3"/>
    <p:sldLayoutId id="2147483698" r:id="rId4"/>
    <p:sldLayoutId id="2147483708" r:id="rId5"/>
    <p:sldLayoutId id="2147483706" r:id="rId6"/>
    <p:sldLayoutId id="2147483704" r:id="rId7"/>
    <p:sldLayoutId id="2147483707" r:id="rId8"/>
    <p:sldLayoutId id="2147483703" r:id="rId9"/>
    <p:sldLayoutId id="2147483684" r:id="rId10"/>
    <p:sldLayoutId id="2147483677" r:id="rId11"/>
    <p:sldLayoutId id="2147483705" r:id="rId12"/>
    <p:sldLayoutId id="2147483683" r:id="rId13"/>
    <p:sldLayoutId id="2147483678" r:id="rId14"/>
    <p:sldLayoutId id="2147483679" r:id="rId15"/>
    <p:sldLayoutId id="2147483722" r:id="rId16"/>
    <p:sldLayoutId id="2147483723" r:id="rId17"/>
    <p:sldLayoutId id="2147483724" r:id="rId18"/>
    <p:sldLayoutId id="2147483726" r:id="rId19"/>
  </p:sldLayoutIdLst>
  <p:hf hdr="0" ftr="0" dt="0"/>
  <p:txStyles>
    <p:titleStyle>
      <a:lvl1pPr algn="l" defTabSz="1007943" rtl="0" eaLnBrk="1" latinLnBrk="0" hangingPunct="1">
        <a:lnSpc>
          <a:spcPct val="90000"/>
        </a:lnSpc>
        <a:spcBef>
          <a:spcPct val="0"/>
        </a:spcBef>
        <a:buNone/>
        <a:defRPr kumimoji="1" sz="4850" kern="1200" spc="120" baseline="0">
          <a:solidFill>
            <a:schemeClr val="tx1"/>
          </a:solidFill>
          <a:latin typeface="+mn-ea"/>
          <a:ea typeface="+mn-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spc="120" baseline="0">
          <a:solidFill>
            <a:schemeClr val="tx1"/>
          </a:solidFill>
          <a:latin typeface="+mn-ea"/>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spc="120" baseline="0">
          <a:solidFill>
            <a:schemeClr val="tx1"/>
          </a:solidFill>
          <a:latin typeface="+mn-ea"/>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spc="120" baseline="0">
          <a:solidFill>
            <a:schemeClr val="tx1"/>
          </a:solidFill>
          <a:latin typeface="+mn-ea"/>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spc="120" baseline="0">
          <a:solidFill>
            <a:schemeClr val="tx1"/>
          </a:solidFill>
          <a:latin typeface="+mn-ea"/>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spc="120" baseline="0">
          <a:solidFill>
            <a:schemeClr val="tx1"/>
          </a:solidFill>
          <a:latin typeface="+mn-ea"/>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sldMaster>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232323"/>
                </a:solidFill>
                <a:latin typeface="游ゴシック"/>
                <a:ea typeface="游ゴシック"/>
                <a:cs typeface="游ゴシック"/>
              </a:rPr>
              <a:t>全体スケジュール（7月〜10月上旬）</a:t>
            </a:r>
          </a:p>
        </p:txBody>
      </p:sp>
      <p:sp>
        <p:nvSpPr>
          <p:cNvPr id="3" name="TextBox 2"/>
          <p:cNvSpPr txBox="1"/>
          <p:nvPr/>
        </p:nvSpPr>
        <p:spPr>
          <a:xfrm>
            <a:off x="814546" y="990000"/>
            <a:ext cx="11810918" cy="560000"/>
          </a:xfrm>
          <a:prstGeom prst="rect">
            <a:avLst/>
          </a:prstGeom>
          <a:noFill/>
        </p:spPr>
        <p:txBody>
          <a:bodyPr wrap="square" anchor="t" lIns="0" rIns="0" tIns="0" bIns="0">
            <a:spAutoFit/>
          </a:bodyPr>
          <a:lstStyle/>
          <a:p>
            <a:pPr algn="l">
              <a:lnSpc>
                <a:spcPct val="115000"/>
              </a:lnSpc>
              <a:spcAft>
                <a:spcPts val="0"/>
              </a:spcAft>
            </a:pPr>
            <a:r>
              <a:rPr sz="1450" b="1">
                <a:solidFill>
                  <a:srgbClr val="1B5C80"/>
                </a:solidFill>
                <a:latin typeface="游ゴシック"/>
                <a:ea typeface="游ゴシック"/>
                <a:cs typeface="游ゴシック"/>
              </a:rPr>
              <a:t>全11チーム（各3〜4名）</a:t>
            </a:r>
            <a:r>
              <a:rPr sz="1450" b="0">
                <a:solidFill>
                  <a:srgbClr val="232323"/>
                </a:solidFill>
                <a:latin typeface="游ゴシック"/>
                <a:ea typeface="游ゴシック"/>
                <a:cs typeface="游ゴシック"/>
              </a:rPr>
              <a:t>でそれぞれ1つの企画書を作成し、</a:t>
            </a:r>
            <a:r>
              <a:rPr sz="1450" b="1">
                <a:solidFill>
                  <a:srgbClr val="EC856F"/>
                </a:solidFill>
                <a:latin typeface="游ゴシック"/>
                <a:ea typeface="游ゴシック"/>
                <a:cs typeface="游ゴシック"/>
              </a:rPr>
              <a:t>10月上旬の社長・役員報告</a:t>
            </a:r>
            <a:r>
              <a:rPr sz="1450" b="0">
                <a:solidFill>
                  <a:srgbClr val="232323"/>
                </a:solidFill>
                <a:latin typeface="游ゴシック"/>
                <a:ea typeface="游ゴシック"/>
                <a:cs typeface="游ゴシック"/>
              </a:rPr>
              <a:t>を目指します。</a:t>
            </a:r>
          </a:p>
        </p:txBody>
      </p:sp>
      <p:sp>
        <p:nvSpPr>
          <p:cNvPr id="4" name="Rounded Rectangle 3"/>
          <p:cNvSpPr/>
          <p:nvPr/>
        </p:nvSpPr>
        <p:spPr>
          <a:xfrm>
            <a:off x="814546" y="1660000"/>
            <a:ext cx="2787729" cy="4620000"/>
          </a:xfrm>
          <a:prstGeom prst="roundRect">
            <a:avLst>
              <a:gd name="adj" fmla="val 5000"/>
            </a:avLst>
          </a:prstGeom>
          <a:solidFill>
            <a:srgbClr val="EAF6FB"/>
          </a:solidFill>
          <a:ln w="9525">
            <a:solidFill>
              <a:srgbClr val="9FD8EA"/>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4546" y="1860000"/>
            <a:ext cx="2407729" cy="560000"/>
          </a:xfrm>
          <a:prstGeom prst="rect">
            <a:avLst/>
          </a:prstGeom>
          <a:noFill/>
        </p:spPr>
        <p:txBody>
          <a:bodyPr wrap="square" anchor="t" lIns="0" rIns="0" tIns="0" bIns="0">
            <a:spAutoFit/>
          </a:bodyPr>
          <a:lstStyle/>
          <a:p>
            <a:pPr algn="l">
              <a:lnSpc>
                <a:spcPct val="100000"/>
              </a:lnSpc>
              <a:spcAft>
                <a:spcPts val="0"/>
              </a:spcAft>
            </a:pPr>
            <a:r>
              <a:rPr sz="2500" b="1">
                <a:solidFill>
                  <a:srgbClr val="0FA4CC"/>
                </a:solidFill>
                <a:latin typeface="游ゴシック"/>
                <a:ea typeface="游ゴシック"/>
                <a:cs typeface="游ゴシック"/>
              </a:rPr>
              <a:t>7月</a:t>
            </a:r>
          </a:p>
        </p:txBody>
      </p:sp>
      <p:sp>
        <p:nvSpPr>
          <p:cNvPr id="6" name="Rounded Rectangle 5"/>
          <p:cNvSpPr/>
          <p:nvPr/>
        </p:nvSpPr>
        <p:spPr>
          <a:xfrm>
            <a:off x="1004546" y="2440000"/>
            <a:ext cx="2407729" cy="470000"/>
          </a:xfrm>
          <a:prstGeom prst="roundRect">
            <a:avLst>
              <a:gd name="adj" fmla="val 50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0" bIns="0"/>
          <a:lstStyle/>
          <a:p>
            <a:pPr algn="ctr">
              <a:lnSpc>
                <a:spcPct val="100000"/>
              </a:lnSpc>
              <a:spcAft>
                <a:spcPts val="0"/>
              </a:spcAft>
            </a:pPr>
            <a:r>
              <a:rPr sz="1050" b="1">
                <a:solidFill>
                  <a:srgbClr val="FFFFFF"/>
                </a:solidFill>
                <a:latin typeface="游ゴシック"/>
                <a:ea typeface="游ゴシック"/>
                <a:cs typeface="游ゴシック"/>
              </a:rPr>
              <a:t>★ 本日：事前相談会②</a:t>
            </a:r>
          </a:p>
        </p:txBody>
      </p:sp>
      <p:sp>
        <p:nvSpPr>
          <p:cNvPr id="7" name="TextBox 6"/>
          <p:cNvSpPr txBox="1"/>
          <p:nvPr/>
        </p:nvSpPr>
        <p:spPr>
          <a:xfrm>
            <a:off x="1004546" y="3060000"/>
            <a:ext cx="2407729" cy="2990000"/>
          </a:xfrm>
          <a:prstGeom prst="rect">
            <a:avLst/>
          </a:prstGeom>
          <a:noFill/>
        </p:spPr>
        <p:txBody>
          <a:bodyPr wrap="square" anchor="ctr" lIns="0" rIns="0" tIns="0" bIns="0">
            <a:spAutoFit/>
          </a:bodyPr>
          <a:lstStyle/>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チーム編成・企画案の作成</a:t>
            </a:r>
          </a:p>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Copilot Studio／Power Automate 研修</a:t>
            </a:r>
          </a:p>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メンター事前相談会 ①・②</a:t>
            </a:r>
          </a:p>
        </p:txBody>
      </p:sp>
      <p:sp>
        <p:nvSpPr>
          <p:cNvPr id="8" name="Rounded Rectangle 7"/>
          <p:cNvSpPr/>
          <p:nvPr/>
        </p:nvSpPr>
        <p:spPr>
          <a:xfrm>
            <a:off x="3822275" y="1660000"/>
            <a:ext cx="2787729" cy="4620000"/>
          </a:xfrm>
          <a:prstGeom prst="roundRect">
            <a:avLst>
              <a:gd name="adj" fmla="val 5000"/>
            </a:avLst>
          </a:prstGeom>
          <a:solidFill>
            <a:srgbClr val="EAF6FB"/>
          </a:solidFill>
          <a:ln w="9525">
            <a:solidFill>
              <a:srgbClr val="9FD8EA"/>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012275" y="1860000"/>
            <a:ext cx="2407729" cy="560000"/>
          </a:xfrm>
          <a:prstGeom prst="rect">
            <a:avLst/>
          </a:prstGeom>
          <a:noFill/>
        </p:spPr>
        <p:txBody>
          <a:bodyPr wrap="square" anchor="t" lIns="0" rIns="0" tIns="0" bIns="0">
            <a:spAutoFit/>
          </a:bodyPr>
          <a:lstStyle/>
          <a:p>
            <a:pPr algn="l">
              <a:lnSpc>
                <a:spcPct val="100000"/>
              </a:lnSpc>
              <a:spcAft>
                <a:spcPts val="0"/>
              </a:spcAft>
            </a:pPr>
            <a:r>
              <a:rPr sz="2500" b="1">
                <a:solidFill>
                  <a:srgbClr val="0FA4CC"/>
                </a:solidFill>
                <a:latin typeface="游ゴシック"/>
                <a:ea typeface="游ゴシック"/>
                <a:cs typeface="游ゴシック"/>
              </a:rPr>
              <a:t>8月</a:t>
            </a:r>
          </a:p>
        </p:txBody>
      </p:sp>
      <p:sp>
        <p:nvSpPr>
          <p:cNvPr id="10" name="Rounded Rectangle 9"/>
          <p:cNvSpPr/>
          <p:nvPr/>
        </p:nvSpPr>
        <p:spPr>
          <a:xfrm>
            <a:off x="4012275" y="2440000"/>
            <a:ext cx="2407729" cy="470000"/>
          </a:xfrm>
          <a:prstGeom prst="roundRect">
            <a:avLst>
              <a:gd name="adj" fmla="val 50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0" bIns="0"/>
          <a:lstStyle/>
          <a:p>
            <a:pPr algn="ctr">
              <a:lnSpc>
                <a:spcPct val="100000"/>
              </a:lnSpc>
              <a:spcAft>
                <a:spcPts val="0"/>
              </a:spcAft>
            </a:pPr>
            <a:r>
              <a:rPr sz="1050" b="1">
                <a:solidFill>
                  <a:srgbClr val="FFFFFF"/>
                </a:solidFill>
                <a:latin typeface="游ゴシック"/>
                <a:ea typeface="游ゴシック"/>
                <a:cs typeface="游ゴシック"/>
              </a:rPr>
              <a:t>8月初旬：ライセンス付与</a:t>
            </a:r>
          </a:p>
        </p:txBody>
      </p:sp>
      <p:sp>
        <p:nvSpPr>
          <p:cNvPr id="11" name="TextBox 10"/>
          <p:cNvSpPr txBox="1"/>
          <p:nvPr/>
        </p:nvSpPr>
        <p:spPr>
          <a:xfrm>
            <a:off x="4012275" y="3060000"/>
            <a:ext cx="2407729" cy="2990000"/>
          </a:xfrm>
          <a:prstGeom prst="rect">
            <a:avLst/>
          </a:prstGeom>
          <a:noFill/>
        </p:spPr>
        <p:txBody>
          <a:bodyPr wrap="square" anchor="ctr" lIns="0" rIns="0" tIns="0" bIns="0">
            <a:spAutoFit/>
          </a:bodyPr>
          <a:lstStyle/>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チームごとに構築・検証</a:t>
            </a:r>
          </a:p>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メンターとの定例会（週次〜隔週）</a:t>
            </a:r>
          </a:p>
          <a:p>
            <a:pPr algn="l">
              <a:lnSpc>
                <a:spcPct val="116000"/>
              </a:lnSpc>
              <a:spcAft>
                <a:spcPts val="1700"/>
              </a:spcAft>
            </a:pPr>
            <a:r>
              <a:rPr sz="950" b="0">
                <a:solidFill>
                  <a:srgbClr val="0FA4CC"/>
                </a:solidFill>
                <a:latin typeface="游ゴシック"/>
                <a:ea typeface="游ゴシック"/>
                <a:cs typeface="游ゴシック"/>
              </a:rPr>
              <a:t>● </a:t>
            </a:r>
            <a:r>
              <a:rPr sz="1300" b="1">
                <a:solidFill>
                  <a:srgbClr val="0FA4CC"/>
                </a:solidFill>
                <a:latin typeface="游ゴシック"/>
                <a:ea typeface="游ゴシック"/>
                <a:cs typeface="游ゴシック"/>
              </a:rPr>
              <a:t>Copilot Studio ライセンス付与見込み</a:t>
            </a:r>
          </a:p>
        </p:txBody>
      </p:sp>
      <p:sp>
        <p:nvSpPr>
          <p:cNvPr id="12" name="Rounded Rectangle 11"/>
          <p:cNvSpPr/>
          <p:nvPr/>
        </p:nvSpPr>
        <p:spPr>
          <a:xfrm>
            <a:off x="6830004" y="1660000"/>
            <a:ext cx="2787729" cy="4620000"/>
          </a:xfrm>
          <a:prstGeom prst="roundRect">
            <a:avLst>
              <a:gd name="adj" fmla="val 5000"/>
            </a:avLst>
          </a:prstGeom>
          <a:solidFill>
            <a:srgbClr val="EAF6FB"/>
          </a:solidFill>
          <a:ln w="9525">
            <a:solidFill>
              <a:srgbClr val="9FD8EA"/>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20004" y="1860000"/>
            <a:ext cx="2407729" cy="560000"/>
          </a:xfrm>
          <a:prstGeom prst="rect">
            <a:avLst/>
          </a:prstGeom>
          <a:noFill/>
        </p:spPr>
        <p:txBody>
          <a:bodyPr wrap="square" anchor="t" lIns="0" rIns="0" tIns="0" bIns="0">
            <a:spAutoFit/>
          </a:bodyPr>
          <a:lstStyle/>
          <a:p>
            <a:pPr algn="l">
              <a:lnSpc>
                <a:spcPct val="100000"/>
              </a:lnSpc>
              <a:spcAft>
                <a:spcPts val="0"/>
              </a:spcAft>
            </a:pPr>
            <a:r>
              <a:rPr sz="2500" b="1">
                <a:solidFill>
                  <a:srgbClr val="0FA4CC"/>
                </a:solidFill>
                <a:latin typeface="游ゴシック"/>
                <a:ea typeface="游ゴシック"/>
                <a:cs typeface="游ゴシック"/>
              </a:rPr>
              <a:t>9月</a:t>
            </a:r>
          </a:p>
        </p:txBody>
      </p:sp>
      <p:sp>
        <p:nvSpPr>
          <p:cNvPr id="14" name="Rounded Rectangle 13"/>
          <p:cNvSpPr/>
          <p:nvPr/>
        </p:nvSpPr>
        <p:spPr>
          <a:xfrm>
            <a:off x="7020004" y="2440000"/>
            <a:ext cx="2407729" cy="470000"/>
          </a:xfrm>
          <a:prstGeom prst="roundRect">
            <a:avLst>
              <a:gd name="adj" fmla="val 50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0" bIns="0"/>
          <a:lstStyle/>
          <a:p>
            <a:pPr algn="ctr">
              <a:lnSpc>
                <a:spcPct val="100000"/>
              </a:lnSpc>
              <a:spcAft>
                <a:spcPts val="0"/>
              </a:spcAft>
            </a:pPr>
            <a:r>
              <a:rPr sz="1050" b="1">
                <a:solidFill>
                  <a:srgbClr val="FFFFFF"/>
                </a:solidFill>
                <a:latin typeface="游ゴシック"/>
                <a:ea typeface="游ゴシック"/>
                <a:cs typeface="游ゴシック"/>
              </a:rPr>
              <a:t>社長報告に向けた準備</a:t>
            </a:r>
          </a:p>
        </p:txBody>
      </p:sp>
      <p:sp>
        <p:nvSpPr>
          <p:cNvPr id="15" name="TextBox 14"/>
          <p:cNvSpPr txBox="1"/>
          <p:nvPr/>
        </p:nvSpPr>
        <p:spPr>
          <a:xfrm>
            <a:off x="7020004" y="3060000"/>
            <a:ext cx="2407729" cy="2990000"/>
          </a:xfrm>
          <a:prstGeom prst="rect">
            <a:avLst/>
          </a:prstGeom>
          <a:noFill/>
        </p:spPr>
        <p:txBody>
          <a:bodyPr wrap="square" anchor="ctr" lIns="0" rIns="0" tIns="0" bIns="0">
            <a:spAutoFit/>
          </a:bodyPr>
          <a:lstStyle/>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構築した仕組みのデモ検証</a:t>
            </a:r>
          </a:p>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報告資料の作成</a:t>
            </a:r>
          </a:p>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今後の展開に関する検討</a:t>
            </a:r>
          </a:p>
        </p:txBody>
      </p:sp>
      <p:sp>
        <p:nvSpPr>
          <p:cNvPr id="16" name="Rounded Rectangle 15"/>
          <p:cNvSpPr/>
          <p:nvPr/>
        </p:nvSpPr>
        <p:spPr>
          <a:xfrm>
            <a:off x="9837733" y="1660000"/>
            <a:ext cx="2787729" cy="4620000"/>
          </a:xfrm>
          <a:prstGeom prst="roundRect">
            <a:avLst>
              <a:gd name="adj" fmla="val 5000"/>
            </a:avLst>
          </a:prstGeom>
          <a:solidFill>
            <a:srgbClr val="FCEEE9"/>
          </a:solidFill>
          <a:ln w="9525">
            <a:solidFill>
              <a:srgbClr val="F0B7A8"/>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27733" y="1860000"/>
            <a:ext cx="2407729" cy="560000"/>
          </a:xfrm>
          <a:prstGeom prst="rect">
            <a:avLst/>
          </a:prstGeom>
          <a:noFill/>
        </p:spPr>
        <p:txBody>
          <a:bodyPr wrap="square" anchor="t" lIns="0" rIns="0" tIns="0" bIns="0">
            <a:spAutoFit/>
          </a:bodyPr>
          <a:lstStyle/>
          <a:p>
            <a:pPr algn="l">
              <a:lnSpc>
                <a:spcPct val="100000"/>
              </a:lnSpc>
              <a:spcAft>
                <a:spcPts val="0"/>
              </a:spcAft>
            </a:pPr>
            <a:r>
              <a:rPr sz="2500" b="1">
                <a:solidFill>
                  <a:srgbClr val="EC856F"/>
                </a:solidFill>
                <a:latin typeface="游ゴシック"/>
                <a:ea typeface="游ゴシック"/>
                <a:cs typeface="游ゴシック"/>
              </a:rPr>
              <a:t>10月</a:t>
            </a:r>
          </a:p>
        </p:txBody>
      </p:sp>
      <p:sp>
        <p:nvSpPr>
          <p:cNvPr id="18" name="Rounded Rectangle 17"/>
          <p:cNvSpPr/>
          <p:nvPr/>
        </p:nvSpPr>
        <p:spPr>
          <a:xfrm>
            <a:off x="10027733" y="2440000"/>
            <a:ext cx="2407729" cy="470000"/>
          </a:xfrm>
          <a:prstGeom prst="roundRect">
            <a:avLst>
              <a:gd name="adj" fmla="val 50000"/>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0" bIns="0"/>
          <a:lstStyle/>
          <a:p>
            <a:pPr algn="ctr">
              <a:lnSpc>
                <a:spcPct val="100000"/>
              </a:lnSpc>
              <a:spcAft>
                <a:spcPts val="0"/>
              </a:spcAft>
            </a:pPr>
            <a:r>
              <a:rPr sz="1050" b="1">
                <a:solidFill>
                  <a:srgbClr val="FFFFFF"/>
                </a:solidFill>
                <a:latin typeface="游ゴシック"/>
                <a:ea typeface="游ゴシック"/>
                <a:cs typeface="游ゴシック"/>
              </a:rPr>
              <a:t>【1週目】社長・役員へ報告</a:t>
            </a:r>
          </a:p>
        </p:txBody>
      </p:sp>
      <p:sp>
        <p:nvSpPr>
          <p:cNvPr id="19" name="TextBox 18"/>
          <p:cNvSpPr txBox="1"/>
          <p:nvPr/>
        </p:nvSpPr>
        <p:spPr>
          <a:xfrm>
            <a:off x="10027733" y="3060000"/>
            <a:ext cx="2407729" cy="2990000"/>
          </a:xfrm>
          <a:prstGeom prst="rect">
            <a:avLst/>
          </a:prstGeom>
          <a:noFill/>
        </p:spPr>
        <p:txBody>
          <a:bodyPr wrap="square" anchor="ctr" lIns="0" rIns="0" tIns="0" bIns="0">
            <a:spAutoFit/>
          </a:bodyPr>
          <a:lstStyle/>
          <a:p>
            <a:pPr algn="l">
              <a:lnSpc>
                <a:spcPct val="116000"/>
              </a:lnSpc>
              <a:spcAft>
                <a:spcPts val="1700"/>
              </a:spcAft>
            </a:pPr>
            <a:r>
              <a:rPr sz="950" b="0">
                <a:solidFill>
                  <a:srgbClr val="EC856F"/>
                </a:solidFill>
                <a:latin typeface="游ゴシック"/>
                <a:ea typeface="游ゴシック"/>
                <a:cs typeface="游ゴシック"/>
              </a:rPr>
              <a:t>● </a:t>
            </a:r>
            <a:r>
              <a:rPr sz="1300" b="0">
                <a:solidFill>
                  <a:srgbClr val="232323"/>
                </a:solidFill>
                <a:latin typeface="游ゴシック"/>
                <a:ea typeface="游ゴシック"/>
                <a:cs typeface="游ゴシック"/>
              </a:rPr>
              <a:t>全11チームが順に報告</a:t>
            </a:r>
          </a:p>
          <a:p>
            <a:pPr algn="l">
              <a:lnSpc>
                <a:spcPct val="116000"/>
              </a:lnSpc>
              <a:spcAft>
                <a:spcPts val="1700"/>
              </a:spcAft>
            </a:pPr>
            <a:r>
              <a:rPr sz="950" b="0">
                <a:solidFill>
                  <a:srgbClr val="EC856F"/>
                </a:solidFill>
                <a:latin typeface="游ゴシック"/>
                <a:ea typeface="游ゴシック"/>
                <a:cs typeface="游ゴシック"/>
              </a:rPr>
              <a:t>● </a:t>
            </a:r>
            <a:r>
              <a:rPr sz="1300" b="0">
                <a:solidFill>
                  <a:srgbClr val="232323"/>
                </a:solidFill>
                <a:latin typeface="游ゴシック"/>
                <a:ea typeface="游ゴシック"/>
                <a:cs typeface="游ゴシック"/>
              </a:rPr>
              <a:t>持ち時間 各10分（質疑含む）</a:t>
            </a:r>
          </a:p>
          <a:p>
            <a:pPr algn="l">
              <a:lnSpc>
                <a:spcPct val="116000"/>
              </a:lnSpc>
              <a:spcAft>
                <a:spcPts val="1700"/>
              </a:spcAft>
            </a:pPr>
            <a:r>
              <a:rPr sz="950" b="0">
                <a:solidFill>
                  <a:srgbClr val="EC856F"/>
                </a:solidFill>
                <a:latin typeface="游ゴシック"/>
                <a:ea typeface="游ゴシック"/>
                <a:cs typeface="游ゴシック"/>
              </a:rPr>
              <a:t>● </a:t>
            </a:r>
            <a:r>
              <a:rPr sz="1300" b="1">
                <a:solidFill>
                  <a:srgbClr val="EC856F"/>
                </a:solidFill>
                <a:latin typeface="游ゴシック"/>
                <a:ea typeface="游ゴシック"/>
                <a:cs typeface="游ゴシック"/>
              </a:rPr>
              <a:t>発表は5〜7分程度</a:t>
            </a:r>
          </a:p>
        </p:txBody>
      </p:sp>
      <p:sp>
        <p:nvSpPr>
          <p:cNvPr id="20" name="Chevron 19"/>
          <p:cNvSpPr/>
          <p:nvPr/>
        </p:nvSpPr>
        <p:spPr>
          <a:xfrm>
            <a:off x="3637275" y="3880000"/>
            <a:ext cx="150000" cy="180000"/>
          </a:xfrm>
          <a:prstGeom prst="chevron">
            <a:avLst/>
          </a:prstGeom>
          <a:solidFill>
            <a:srgbClr val="BBC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hevron 20"/>
          <p:cNvSpPr/>
          <p:nvPr/>
        </p:nvSpPr>
        <p:spPr>
          <a:xfrm>
            <a:off x="6645004" y="3880000"/>
            <a:ext cx="150000" cy="180000"/>
          </a:xfrm>
          <a:prstGeom prst="chevron">
            <a:avLst/>
          </a:prstGeom>
          <a:solidFill>
            <a:srgbClr val="BBC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9652733" y="3880000"/>
            <a:ext cx="150000" cy="180000"/>
          </a:xfrm>
          <a:prstGeom prst="chevron">
            <a:avLst/>
          </a:prstGeom>
          <a:solidFill>
            <a:srgbClr val="BBC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232323"/>
                </a:solidFill>
                <a:latin typeface="游ゴシック"/>
                <a:ea typeface="游ゴシック"/>
                <a:cs typeface="游ゴシック"/>
              </a:rPr>
              <a:t>本日のポイント ｜ 事前相談会②</a:t>
            </a:r>
          </a:p>
        </p:txBody>
      </p:sp>
      <p:sp>
        <p:nvSpPr>
          <p:cNvPr id="3" name="Rounded Rectangle 2"/>
          <p:cNvSpPr/>
          <p:nvPr/>
        </p:nvSpPr>
        <p:spPr>
          <a:xfrm>
            <a:off x="814546" y="1010000"/>
            <a:ext cx="300000" cy="300000"/>
          </a:xfrm>
          <a:prstGeom prst="roundRect">
            <a:avLst>
              <a:gd name="adj" fmla="val 28000"/>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264546" y="970000"/>
            <a:ext cx="11360918" cy="420000"/>
          </a:xfrm>
          <a:prstGeom prst="rect">
            <a:avLst/>
          </a:prstGeom>
          <a:noFill/>
        </p:spPr>
        <p:txBody>
          <a:bodyPr wrap="square" anchor="ctr" lIns="0" rIns="0" tIns="0" bIns="0">
            <a:spAutoFit/>
          </a:bodyPr>
          <a:lstStyle/>
          <a:p>
            <a:pPr algn="l">
              <a:lnSpc>
                <a:spcPct val="100000"/>
              </a:lnSpc>
              <a:spcAft>
                <a:spcPts val="0"/>
              </a:spcAft>
            </a:pPr>
            <a:r>
              <a:rPr sz="1650" b="1">
                <a:solidFill>
                  <a:srgbClr val="232323"/>
                </a:solidFill>
                <a:latin typeface="游ゴシック"/>
                <a:ea typeface="游ゴシック"/>
                <a:cs typeface="游ゴシック"/>
              </a:rPr>
              <a:t>本日ご相談いただきたいこと</a:t>
            </a:r>
          </a:p>
        </p:txBody>
      </p:sp>
      <p:sp>
        <p:nvSpPr>
          <p:cNvPr id="5" name="Rounded Rectangle 4"/>
          <p:cNvSpPr/>
          <p:nvPr/>
        </p:nvSpPr>
        <p:spPr>
          <a:xfrm>
            <a:off x="814546" y="1520000"/>
            <a:ext cx="5755459" cy="1360000"/>
          </a:xfrm>
          <a:prstGeom prst="roundRect">
            <a:avLst>
              <a:gd name="adj" fmla="val 7000"/>
            </a:avLst>
          </a:prstGeom>
          <a:solidFill>
            <a:srgbClr val="EAF6FB"/>
          </a:solidFill>
          <a:ln w="9525">
            <a:solidFill>
              <a:srgbClr val="9FD8EA"/>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014546" y="1720000"/>
            <a:ext cx="430000" cy="430000"/>
          </a:xfrm>
          <a:prstGeom prst="ellipse">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700" b="1">
                <a:solidFill>
                  <a:srgbClr val="FFFFFF"/>
                </a:solidFill>
                <a:latin typeface="游ゴシック"/>
                <a:ea typeface="游ゴシック"/>
                <a:cs typeface="游ゴシック"/>
              </a:rPr>
              <a:t>1</a:t>
            </a:r>
          </a:p>
        </p:txBody>
      </p:sp>
      <p:sp>
        <p:nvSpPr>
          <p:cNvPr id="7" name="TextBox 6"/>
          <p:cNvSpPr txBox="1"/>
          <p:nvPr/>
        </p:nvSpPr>
        <p:spPr>
          <a:xfrm>
            <a:off x="1574546" y="1740000"/>
            <a:ext cx="4815459" cy="400000"/>
          </a:xfrm>
          <a:prstGeom prst="rect">
            <a:avLst/>
          </a:prstGeom>
          <a:noFill/>
        </p:spPr>
        <p:txBody>
          <a:bodyPr wrap="square" anchor="ctr" lIns="0" rIns="0" tIns="0" bIns="0">
            <a:spAutoFit/>
          </a:bodyPr>
          <a:lstStyle/>
          <a:p>
            <a:pPr algn="l">
              <a:lnSpc>
                <a:spcPct val="100000"/>
              </a:lnSpc>
              <a:spcAft>
                <a:spcPts val="0"/>
              </a:spcAft>
            </a:pPr>
            <a:r>
              <a:rPr sz="1600" b="1">
                <a:solidFill>
                  <a:srgbClr val="1B5C80"/>
                </a:solidFill>
                <a:latin typeface="游ゴシック"/>
                <a:ea typeface="游ゴシック"/>
                <a:cs typeface="游ゴシック"/>
              </a:rPr>
              <a:t>企画の実現性</a:t>
            </a:r>
          </a:p>
        </p:txBody>
      </p:sp>
      <p:sp>
        <p:nvSpPr>
          <p:cNvPr id="8" name="TextBox 7"/>
          <p:cNvSpPr txBox="1"/>
          <p:nvPr/>
        </p:nvSpPr>
        <p:spPr>
          <a:xfrm>
            <a:off x="1034546" y="2240000"/>
            <a:ext cx="5315459" cy="540000"/>
          </a:xfrm>
          <a:prstGeom prst="rect">
            <a:avLst/>
          </a:prstGeom>
          <a:noFill/>
        </p:spPr>
        <p:txBody>
          <a:bodyPr wrap="square" anchor="t" lIns="0" rIns="0" tIns="0" bIns="0">
            <a:spAutoFit/>
          </a:bodyPr>
          <a:lstStyle/>
          <a:p>
            <a:pPr algn="l">
              <a:lnSpc>
                <a:spcPct val="120000"/>
              </a:lnSpc>
              <a:spcAft>
                <a:spcPts val="0"/>
              </a:spcAft>
            </a:pPr>
            <a:r>
              <a:rPr sz="1300" b="0">
                <a:solidFill>
                  <a:srgbClr val="232323"/>
                </a:solidFill>
                <a:latin typeface="游ゴシック"/>
                <a:ea typeface="游ゴシック"/>
                <a:cs typeface="游ゴシック"/>
              </a:rPr>
              <a:t>企画が実現可能かどうかを一緒に確認し、アドバイスします。</a:t>
            </a:r>
          </a:p>
        </p:txBody>
      </p:sp>
      <p:sp>
        <p:nvSpPr>
          <p:cNvPr id="9" name="Rounded Rectangle 8"/>
          <p:cNvSpPr/>
          <p:nvPr/>
        </p:nvSpPr>
        <p:spPr>
          <a:xfrm>
            <a:off x="6870005" y="1520000"/>
            <a:ext cx="5755459" cy="1360000"/>
          </a:xfrm>
          <a:prstGeom prst="roundRect">
            <a:avLst>
              <a:gd name="adj" fmla="val 7000"/>
            </a:avLst>
          </a:prstGeom>
          <a:solidFill>
            <a:srgbClr val="EAF6FB"/>
          </a:solidFill>
          <a:ln w="9525">
            <a:solidFill>
              <a:srgbClr val="9FD8EA"/>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070005" y="1720000"/>
            <a:ext cx="430000" cy="430000"/>
          </a:xfrm>
          <a:prstGeom prst="ellipse">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700" b="1">
                <a:solidFill>
                  <a:srgbClr val="FFFFFF"/>
                </a:solidFill>
                <a:latin typeface="游ゴシック"/>
                <a:ea typeface="游ゴシック"/>
                <a:cs typeface="游ゴシック"/>
              </a:rPr>
              <a:t>2</a:t>
            </a:r>
          </a:p>
        </p:txBody>
      </p:sp>
      <p:sp>
        <p:nvSpPr>
          <p:cNvPr id="11" name="TextBox 10"/>
          <p:cNvSpPr txBox="1"/>
          <p:nvPr/>
        </p:nvSpPr>
        <p:spPr>
          <a:xfrm>
            <a:off x="7630005" y="1740000"/>
            <a:ext cx="4815459" cy="400000"/>
          </a:xfrm>
          <a:prstGeom prst="rect">
            <a:avLst/>
          </a:prstGeom>
          <a:noFill/>
        </p:spPr>
        <p:txBody>
          <a:bodyPr wrap="square" anchor="ctr" lIns="0" rIns="0" tIns="0" bIns="0">
            <a:spAutoFit/>
          </a:bodyPr>
          <a:lstStyle/>
          <a:p>
            <a:pPr algn="l">
              <a:lnSpc>
                <a:spcPct val="100000"/>
              </a:lnSpc>
              <a:spcAft>
                <a:spcPts val="0"/>
              </a:spcAft>
            </a:pPr>
            <a:r>
              <a:rPr sz="1600" b="1">
                <a:solidFill>
                  <a:srgbClr val="1B5C80"/>
                </a:solidFill>
                <a:latin typeface="游ゴシック"/>
                <a:ea typeface="游ゴシック"/>
                <a:cs typeface="游ゴシック"/>
              </a:rPr>
              <a:t>技術的なお困りごと</a:t>
            </a:r>
          </a:p>
        </p:txBody>
      </p:sp>
      <p:sp>
        <p:nvSpPr>
          <p:cNvPr id="12" name="TextBox 11"/>
          <p:cNvSpPr txBox="1"/>
          <p:nvPr/>
        </p:nvSpPr>
        <p:spPr>
          <a:xfrm>
            <a:off x="7090005" y="2240000"/>
            <a:ext cx="5315459" cy="540000"/>
          </a:xfrm>
          <a:prstGeom prst="rect">
            <a:avLst/>
          </a:prstGeom>
          <a:noFill/>
        </p:spPr>
        <p:txBody>
          <a:bodyPr wrap="square" anchor="t" lIns="0" rIns="0" tIns="0" bIns="0">
            <a:spAutoFit/>
          </a:bodyPr>
          <a:lstStyle/>
          <a:p>
            <a:pPr algn="l">
              <a:lnSpc>
                <a:spcPct val="120000"/>
              </a:lnSpc>
              <a:spcAft>
                <a:spcPts val="0"/>
              </a:spcAft>
            </a:pPr>
            <a:r>
              <a:rPr sz="1300" b="0">
                <a:solidFill>
                  <a:srgbClr val="232323"/>
                </a:solidFill>
                <a:latin typeface="游ゴシック"/>
                <a:ea typeface="游ゴシック"/>
                <a:cs typeface="游ゴシック"/>
              </a:rPr>
              <a:t>技術面で詰まっている点があれば、この場で助言します。</a:t>
            </a:r>
          </a:p>
        </p:txBody>
      </p:sp>
      <p:sp>
        <p:nvSpPr>
          <p:cNvPr id="13" name="TextBox 12"/>
          <p:cNvSpPr txBox="1"/>
          <p:nvPr/>
        </p:nvSpPr>
        <p:spPr>
          <a:xfrm>
            <a:off x="814546" y="3030000"/>
            <a:ext cx="11810918" cy="380000"/>
          </a:xfrm>
          <a:prstGeom prst="rect">
            <a:avLst/>
          </a:prstGeom>
          <a:noFill/>
        </p:spPr>
        <p:txBody>
          <a:bodyPr wrap="square" anchor="ctr" lIns="0" rIns="0" tIns="0" bIns="0">
            <a:spAutoFit/>
          </a:bodyPr>
          <a:lstStyle/>
          <a:p>
            <a:pPr algn="l">
              <a:lnSpc>
                <a:spcPct val="100000"/>
              </a:lnSpc>
              <a:spcAft>
                <a:spcPts val="0"/>
              </a:spcAft>
            </a:pPr>
            <a:r>
              <a:rPr sz="1200" b="0">
                <a:solidFill>
                  <a:srgbClr val="EC856F"/>
                </a:solidFill>
                <a:latin typeface="游ゴシック"/>
                <a:ea typeface="游ゴシック"/>
                <a:cs typeface="游ゴシック"/>
              </a:rPr>
              <a:t>💬 </a:t>
            </a:r>
            <a:r>
              <a:rPr sz="1300" b="1">
                <a:solidFill>
                  <a:srgbClr val="5A6E77"/>
                </a:solidFill>
                <a:latin typeface="游ゴシック"/>
                <a:ea typeface="游ゴシック"/>
                <a:cs typeface="游ゴシック"/>
              </a:rPr>
              <a:t>すでにお持ちの質問があれば、ぜひこの場でご発言ください。</a:t>
            </a:r>
          </a:p>
        </p:txBody>
      </p:sp>
      <p:sp>
        <p:nvSpPr>
          <p:cNvPr id="14" name="Rounded Rectangle 13"/>
          <p:cNvSpPr/>
          <p:nvPr/>
        </p:nvSpPr>
        <p:spPr>
          <a:xfrm>
            <a:off x="814546" y="3510000"/>
            <a:ext cx="300000" cy="300000"/>
          </a:xfrm>
          <a:prstGeom prst="roundRect">
            <a:avLst>
              <a:gd name="adj" fmla="val 28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64546" y="3470000"/>
            <a:ext cx="11360918" cy="420000"/>
          </a:xfrm>
          <a:prstGeom prst="rect">
            <a:avLst/>
          </a:prstGeom>
          <a:noFill/>
        </p:spPr>
        <p:txBody>
          <a:bodyPr wrap="square" anchor="ctr" lIns="0" rIns="0" tIns="0" bIns="0">
            <a:spAutoFit/>
          </a:bodyPr>
          <a:lstStyle/>
          <a:p>
            <a:pPr algn="l">
              <a:lnSpc>
                <a:spcPct val="100000"/>
              </a:lnSpc>
              <a:spcAft>
                <a:spcPts val="0"/>
              </a:spcAft>
            </a:pPr>
            <a:r>
              <a:rPr sz="1650" b="1">
                <a:solidFill>
                  <a:srgbClr val="232323"/>
                </a:solidFill>
                <a:latin typeface="游ゴシック"/>
                <a:ea typeface="游ゴシック"/>
                <a:cs typeface="游ゴシック"/>
              </a:rPr>
              <a:t>ガイドライン準拠の確認（M365内での構成が前提です）</a:t>
            </a:r>
          </a:p>
        </p:txBody>
      </p:sp>
      <p:sp>
        <p:nvSpPr>
          <p:cNvPr id="16" name="Rounded Rectangle 15"/>
          <p:cNvSpPr/>
          <p:nvPr/>
        </p:nvSpPr>
        <p:spPr>
          <a:xfrm>
            <a:off x="814546" y="4030000"/>
            <a:ext cx="3776972" cy="2360000"/>
          </a:xfrm>
          <a:prstGeom prst="roundRect">
            <a:avLst>
              <a:gd name="adj" fmla="val 6000"/>
            </a:avLst>
          </a:prstGeom>
          <a:solidFill>
            <a:srgbClr val="FCEEE9"/>
          </a:solidFill>
          <a:ln w="9525">
            <a:solidFill>
              <a:srgbClr val="F0B7A8"/>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44546" y="4270000"/>
            <a:ext cx="440000" cy="440000"/>
          </a:xfrm>
          <a:prstGeom prst="ellipse">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700" b="1">
                <a:solidFill>
                  <a:srgbClr val="FFFFFF"/>
                </a:solidFill>
                <a:latin typeface="游ゴシック"/>
                <a:ea typeface="游ゴシック"/>
                <a:cs typeface="游ゴシック"/>
              </a:rPr>
              <a:t>1</a:t>
            </a:r>
          </a:p>
        </p:txBody>
      </p:sp>
      <p:sp>
        <p:nvSpPr>
          <p:cNvPr id="18" name="TextBox 17"/>
          <p:cNvSpPr txBox="1"/>
          <p:nvPr/>
        </p:nvSpPr>
        <p:spPr>
          <a:xfrm>
            <a:off x="1044546" y="4830000"/>
            <a:ext cx="3316972" cy="620000"/>
          </a:xfrm>
          <a:prstGeom prst="rect">
            <a:avLst/>
          </a:prstGeom>
          <a:noFill/>
        </p:spPr>
        <p:txBody>
          <a:bodyPr wrap="square" anchor="t" lIns="0" rIns="0" tIns="0" bIns="0">
            <a:spAutoFit/>
          </a:bodyPr>
          <a:lstStyle/>
          <a:p>
            <a:pPr algn="l">
              <a:lnSpc>
                <a:spcPct val="110000"/>
              </a:lnSpc>
              <a:spcAft>
                <a:spcPts val="0"/>
              </a:spcAft>
            </a:pPr>
            <a:r>
              <a:rPr sz="1450" b="1">
                <a:solidFill>
                  <a:srgbClr val="EC856F"/>
                </a:solidFill>
                <a:latin typeface="游ゴシック"/>
                <a:ea typeface="游ゴシック"/>
                <a:cs typeface="游ゴシック"/>
              </a:rPr>
              <a:t>M365内で構成する</a:t>
            </a:r>
          </a:p>
        </p:txBody>
      </p:sp>
      <p:sp>
        <p:nvSpPr>
          <p:cNvPr id="19" name="TextBox 18"/>
          <p:cNvSpPr txBox="1"/>
          <p:nvPr/>
        </p:nvSpPr>
        <p:spPr>
          <a:xfrm>
            <a:off x="1044546" y="5360000"/>
            <a:ext cx="3316972" cy="930000"/>
          </a:xfrm>
          <a:prstGeom prst="rect">
            <a:avLst/>
          </a:prstGeom>
          <a:noFill/>
        </p:spPr>
        <p:txBody>
          <a:bodyPr wrap="square" anchor="t" lIns="0" rIns="0" tIns="0" bIns="0">
            <a:spAutoFit/>
          </a:bodyPr>
          <a:lstStyle/>
          <a:p>
            <a:pPr algn="l">
              <a:lnSpc>
                <a:spcPct val="122000"/>
              </a:lnSpc>
              <a:spcAft>
                <a:spcPts val="0"/>
              </a:spcAft>
            </a:pPr>
            <a:r>
              <a:rPr sz="1200" b="0">
                <a:solidFill>
                  <a:srgbClr val="232323"/>
                </a:solidFill>
                <a:latin typeface="游ゴシック"/>
                <a:ea typeface="游ゴシック"/>
                <a:cs typeface="游ゴシック"/>
              </a:rPr>
              <a:t>外部システム（Salesforce など）への接続はNGとさせてください。</a:t>
            </a:r>
          </a:p>
        </p:txBody>
      </p:sp>
      <p:sp>
        <p:nvSpPr>
          <p:cNvPr id="20" name="Rounded Rectangle 19"/>
          <p:cNvSpPr/>
          <p:nvPr/>
        </p:nvSpPr>
        <p:spPr>
          <a:xfrm>
            <a:off x="4831518" y="4030000"/>
            <a:ext cx="3776972" cy="2360000"/>
          </a:xfrm>
          <a:prstGeom prst="roundRect">
            <a:avLst>
              <a:gd name="adj" fmla="val 6000"/>
            </a:avLst>
          </a:prstGeom>
          <a:solidFill>
            <a:srgbClr val="FCEEE9"/>
          </a:solidFill>
          <a:ln w="9525">
            <a:solidFill>
              <a:srgbClr val="F0B7A8"/>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061518" y="4270000"/>
            <a:ext cx="440000" cy="440000"/>
          </a:xfrm>
          <a:prstGeom prst="ellipse">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700" b="1">
                <a:solidFill>
                  <a:srgbClr val="FFFFFF"/>
                </a:solidFill>
                <a:latin typeface="游ゴシック"/>
                <a:ea typeface="游ゴシック"/>
                <a:cs typeface="游ゴシック"/>
              </a:rPr>
              <a:t>2</a:t>
            </a:r>
          </a:p>
        </p:txBody>
      </p:sp>
      <p:sp>
        <p:nvSpPr>
          <p:cNvPr id="22" name="TextBox 21"/>
          <p:cNvSpPr txBox="1"/>
          <p:nvPr/>
        </p:nvSpPr>
        <p:spPr>
          <a:xfrm>
            <a:off x="5061518" y="4830000"/>
            <a:ext cx="3316972" cy="620000"/>
          </a:xfrm>
          <a:prstGeom prst="rect">
            <a:avLst/>
          </a:prstGeom>
          <a:noFill/>
        </p:spPr>
        <p:txBody>
          <a:bodyPr wrap="square" anchor="t" lIns="0" rIns="0" tIns="0" bIns="0">
            <a:spAutoFit/>
          </a:bodyPr>
          <a:lstStyle/>
          <a:p>
            <a:pPr algn="l">
              <a:lnSpc>
                <a:spcPct val="110000"/>
              </a:lnSpc>
              <a:spcAft>
                <a:spcPts val="0"/>
              </a:spcAft>
            </a:pPr>
            <a:r>
              <a:rPr sz="1450" b="1">
                <a:solidFill>
                  <a:srgbClr val="EC856F"/>
                </a:solidFill>
                <a:latin typeface="游ゴシック"/>
                <a:ea typeface="游ゴシック"/>
                <a:cs typeface="游ゴシック"/>
              </a:rPr>
              <a:t>個人情報・極秘情報を含めない</a:t>
            </a:r>
          </a:p>
        </p:txBody>
      </p:sp>
      <p:sp>
        <p:nvSpPr>
          <p:cNvPr id="23" name="TextBox 22"/>
          <p:cNvSpPr txBox="1"/>
          <p:nvPr/>
        </p:nvSpPr>
        <p:spPr>
          <a:xfrm>
            <a:off x="5061518" y="5360000"/>
            <a:ext cx="3316972" cy="930000"/>
          </a:xfrm>
          <a:prstGeom prst="rect">
            <a:avLst/>
          </a:prstGeom>
          <a:noFill/>
        </p:spPr>
        <p:txBody>
          <a:bodyPr wrap="square" anchor="t" lIns="0" rIns="0" tIns="0" bIns="0">
            <a:spAutoFit/>
          </a:bodyPr>
          <a:lstStyle/>
          <a:p>
            <a:pPr algn="l">
              <a:lnSpc>
                <a:spcPct val="122000"/>
              </a:lnSpc>
              <a:spcAft>
                <a:spcPts val="0"/>
              </a:spcAft>
            </a:pPr>
            <a:r>
              <a:rPr sz="1200" b="0">
                <a:solidFill>
                  <a:srgbClr val="232323"/>
                </a:solidFill>
                <a:latin typeface="游ゴシック"/>
                <a:ea typeface="游ゴシック"/>
                <a:cs typeface="游ゴシック"/>
              </a:rPr>
              <a:t>アプリで読み込む対象に、個人情報や極秘情報が含まれないようにしてください。</a:t>
            </a:r>
          </a:p>
        </p:txBody>
      </p:sp>
      <p:sp>
        <p:nvSpPr>
          <p:cNvPr id="24" name="Rounded Rectangle 23"/>
          <p:cNvSpPr/>
          <p:nvPr/>
        </p:nvSpPr>
        <p:spPr>
          <a:xfrm>
            <a:off x="8848490" y="4030000"/>
            <a:ext cx="3776972" cy="2360000"/>
          </a:xfrm>
          <a:prstGeom prst="roundRect">
            <a:avLst>
              <a:gd name="adj" fmla="val 6000"/>
            </a:avLst>
          </a:prstGeom>
          <a:solidFill>
            <a:srgbClr val="FCEEE9"/>
          </a:solidFill>
          <a:ln w="9525">
            <a:solidFill>
              <a:srgbClr val="F0B7A8"/>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078490" y="4270000"/>
            <a:ext cx="440000" cy="440000"/>
          </a:xfrm>
          <a:prstGeom prst="ellipse">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700" b="1">
                <a:solidFill>
                  <a:srgbClr val="FFFFFF"/>
                </a:solidFill>
                <a:latin typeface="游ゴシック"/>
                <a:ea typeface="游ゴシック"/>
                <a:cs typeface="游ゴシック"/>
              </a:rPr>
              <a:t>3</a:t>
            </a:r>
          </a:p>
        </p:txBody>
      </p:sp>
      <p:sp>
        <p:nvSpPr>
          <p:cNvPr id="26" name="TextBox 25"/>
          <p:cNvSpPr txBox="1"/>
          <p:nvPr/>
        </p:nvSpPr>
        <p:spPr>
          <a:xfrm>
            <a:off x="9078490" y="4830000"/>
            <a:ext cx="3316972" cy="620000"/>
          </a:xfrm>
          <a:prstGeom prst="rect">
            <a:avLst/>
          </a:prstGeom>
          <a:noFill/>
        </p:spPr>
        <p:txBody>
          <a:bodyPr wrap="square" anchor="t" lIns="0" rIns="0" tIns="0" bIns="0">
            <a:spAutoFit/>
          </a:bodyPr>
          <a:lstStyle/>
          <a:p>
            <a:pPr algn="l">
              <a:lnSpc>
                <a:spcPct val="110000"/>
              </a:lnSpc>
              <a:spcAft>
                <a:spcPts val="0"/>
              </a:spcAft>
            </a:pPr>
            <a:r>
              <a:rPr sz="1450" b="1">
                <a:solidFill>
                  <a:srgbClr val="EC856F"/>
                </a:solidFill>
                <a:latin typeface="游ゴシック"/>
                <a:ea typeface="游ゴシック"/>
                <a:cs typeface="游ゴシック"/>
              </a:rPr>
              <a:t>外部サイトへの情報収集はNG</a:t>
            </a:r>
          </a:p>
        </p:txBody>
      </p:sp>
      <p:sp>
        <p:nvSpPr>
          <p:cNvPr id="27" name="TextBox 26"/>
          <p:cNvSpPr txBox="1"/>
          <p:nvPr/>
        </p:nvSpPr>
        <p:spPr>
          <a:xfrm>
            <a:off x="9078490" y="5360000"/>
            <a:ext cx="3316972" cy="930000"/>
          </a:xfrm>
          <a:prstGeom prst="rect">
            <a:avLst/>
          </a:prstGeom>
          <a:noFill/>
        </p:spPr>
        <p:txBody>
          <a:bodyPr wrap="square" anchor="t" lIns="0" rIns="0" tIns="0" bIns="0">
            <a:spAutoFit/>
          </a:bodyPr>
          <a:lstStyle/>
          <a:p>
            <a:pPr algn="l">
              <a:lnSpc>
                <a:spcPct val="122000"/>
              </a:lnSpc>
              <a:spcAft>
                <a:spcPts val="0"/>
              </a:spcAft>
            </a:pPr>
            <a:r>
              <a:rPr sz="1200" b="0">
                <a:solidFill>
                  <a:srgbClr val="232323"/>
                </a:solidFill>
                <a:latin typeface="游ゴシック"/>
                <a:ea typeface="游ゴシック"/>
                <a:cs typeface="游ゴシック"/>
              </a:rPr>
              <a:t>スクレイピングに当たるため原則禁止です。（例：特定企業のIR情報などを収集し資料化）</a:t>
            </a:r>
          </a:p>
        </p:txBody>
      </p:sp>
    </p:spTree>
  </p:cSld>
  <p:clrMapOvr>
    <a:masterClrMapping/>
  </p:clrMapOvr>
</p:sld>
</file>

<file path=ppt/theme/theme1.xml><?xml version="1.0" encoding="utf-8"?>
<a:theme xmlns:a="http://schemas.openxmlformats.org/drawingml/2006/main" name="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7ABA8F2FDE1F8C4C93AFA31F98FC7485" ma:contentTypeVersion="18" ma:contentTypeDescription="新しいドキュメントを作成します。" ma:contentTypeScope="" ma:versionID="3235e513c3d472c9a8118f4f3b28323d">
  <xsd:schema xmlns:xsd="http://www.w3.org/2001/XMLSchema" xmlns:xs="http://www.w3.org/2001/XMLSchema" xmlns:p="http://schemas.microsoft.com/office/2006/metadata/properties" xmlns:ns2="b9db976c-ad42-4e1e-bd47-02c3eaed91aa" xmlns:ns3="24d54c13-2659-45b1-b3ee-c76f5ff48956" targetNamespace="http://schemas.microsoft.com/office/2006/metadata/properties" ma:root="true" ma:fieldsID="bd0154b3debbb05c5ab3a0756924b39e" ns2:_="" ns3:_="">
    <xsd:import namespace="b9db976c-ad42-4e1e-bd47-02c3eaed91aa"/>
    <xsd:import namespace="24d54c13-2659-45b1-b3ee-c76f5ff4895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LengthInSeconds" minOccurs="0"/>
                <xsd:element ref="ns2:MediaServiceOCR" minOccurs="0"/>
                <xsd:element ref="ns3:SharedWithUsers" minOccurs="0"/>
                <xsd:element ref="ns3:SharedWithDetails" minOccurs="0"/>
                <xsd:element ref="ns2:MediaServiceLocation" minOccurs="0"/>
                <xsd:element ref="ns2:_Flow_SignoffStatus" minOccurs="0"/>
                <xsd:element ref="ns2:MediaServiceBillingMetadata" minOccurs="0"/>
                <xsd:element ref="ns2:xxx"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db976c-ad42-4e1e-bd47-02c3eaed91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_Flow_SignoffStatus" ma:index="23" nillable="true" ma:displayName="承認の状態" ma:internalName="_x627f__x8a8d__x306e__x72b6__x614b_">
      <xsd:simpleType>
        <xsd:restriction base="dms:Text">
          <xsd:maxLength value="255"/>
        </xsd:restriction>
      </xsd:simpleType>
    </xsd:element>
    <xsd:element name="MediaServiceBillingMetadata" ma:index="24" nillable="true" ma:displayName="MediaServiceBillingMetadata" ma:hidden="true" ma:internalName="MediaServiceBillingMetadata" ma:readOnly="true">
      <xsd:simpleType>
        <xsd:restriction base="dms:Note"/>
      </xsd:simpleType>
    </xsd:element>
    <xsd:element name="xxx" ma:index="25" nillable="true" ma:displayName="xxx" ma:internalName="xxx">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4d54c13-2659-45b1-b3ee-c76f5ff4895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16640db-8b27-4f75-84cb-55135c0abdf2}" ma:internalName="TaxCatchAll" ma:showField="CatchAllData" ma:web="24d54c13-2659-45b1-b3ee-c76f5ff48956">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db976c-ad42-4e1e-bd47-02c3eaed91aa">
      <Terms xmlns="http://schemas.microsoft.com/office/infopath/2007/PartnerControls"/>
    </lcf76f155ced4ddcb4097134ff3c332f>
    <TaxCatchAll xmlns="24d54c13-2659-45b1-b3ee-c76f5ff48956" xsi:nil="true"/>
    <_Flow_SignoffStatus xmlns="b9db976c-ad42-4e1e-bd47-02c3eaed91aa" xsi:nil="true"/>
    <xxx xmlns="b9db976c-ad42-4e1e-bd47-02c3eaed91aa" xsi:nil="true"/>
  </documentManagement>
</p:properties>
</file>

<file path=customXml/itemProps1.xml><?xml version="1.0" encoding="utf-8"?>
<ds:datastoreItem xmlns:ds="http://schemas.openxmlformats.org/officeDocument/2006/customXml" ds:itemID="{21D9BB56-3215-499D-87C7-FC6168BCDCB3}">
  <ds:schemaRefs>
    <ds:schemaRef ds:uri="http://schemas.microsoft.com/sharepoint/v3/contenttype/forms"/>
  </ds:schemaRefs>
</ds:datastoreItem>
</file>

<file path=customXml/itemProps2.xml><?xml version="1.0" encoding="utf-8"?>
<ds:datastoreItem xmlns:ds="http://schemas.openxmlformats.org/officeDocument/2006/customXml" ds:itemID="{C7E61022-E5C5-48EF-A1C3-D8E3D281421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9db976c-ad42-4e1e-bd47-02c3eaed91aa"/>
    <ds:schemaRef ds:uri="24d54c13-2659-45b1-b3ee-c76f5ff4895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2C050EC-8685-42A2-92CB-1C196862E88E}">
  <ds:schemaRefs>
    <ds:schemaRef ds:uri="http://schemas.microsoft.com/office/infopath/2007/PartnerControls"/>
    <ds:schemaRef ds:uri="http://purl.org/dc/elements/1.1/"/>
    <ds:schemaRef ds:uri="b9db976c-ad42-4e1e-bd47-02c3eaed91aa"/>
    <ds:schemaRef ds:uri="http://schemas.microsoft.com/office/2006/metadata/properties"/>
    <ds:schemaRef ds:uri="http://schemas.microsoft.com/office/2006/documentManagement/types"/>
    <ds:schemaRef ds:uri="http://purl.org/dc/dcmitype/"/>
    <ds:schemaRef ds:uri="http://schemas.openxmlformats.org/package/2006/metadata/core-properties"/>
    <ds:schemaRef ds:uri="24d54c13-2659-45b1-b3ee-c76f5ff48956"/>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emplate>Office Theme 2013 - 2022</Template>
  <TotalTime>2962</TotalTime>
  <Words>3023</Words>
  <Application>Microsoft Office PowerPoint</Application>
  <PresentationFormat>ユーザー設定</PresentationFormat>
  <Paragraphs>687</Paragraphs>
  <Slides>79</Slides>
  <Notes>9</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79</vt:i4>
      </vt:variant>
    </vt:vector>
  </HeadingPairs>
  <TitlesOfParts>
    <vt:vector size="85" baseType="lpstr">
      <vt:lpstr>游ゴシック</vt:lpstr>
      <vt:lpstr>游ゴシック 本文</vt:lpstr>
      <vt:lpstr>Arial</vt:lpstr>
      <vt:lpstr>Segoe UI Black</vt:lpstr>
      <vt:lpstr>Wingdings</vt:lpstr>
      <vt:lpstr>Office テーマ</vt:lpstr>
      <vt:lpstr>Power Automate​ ハンズオン研修</vt:lpstr>
      <vt:lpstr>本日の研修について</vt:lpstr>
      <vt:lpstr>研修時の参考</vt:lpstr>
      <vt:lpstr>PowerPoint プレゼンテーション</vt:lpstr>
      <vt:lpstr>この説明会のゴール</vt:lpstr>
      <vt:lpstr>今回の研修のポイント</vt:lpstr>
      <vt:lpstr>本資料の流れ</vt:lpstr>
      <vt:lpstr>Power Automateとは？ </vt:lpstr>
      <vt:lpstr>ノーコード・ローコードでできること</vt:lpstr>
      <vt:lpstr>ノーコード・ローコードでできること</vt:lpstr>
      <vt:lpstr>Power Automateの概要</vt:lpstr>
      <vt:lpstr>Power Automateの特徴</vt:lpstr>
      <vt:lpstr>Power Automateの特徴</vt:lpstr>
      <vt:lpstr>Power Automateの特徴</vt:lpstr>
      <vt:lpstr>Power Automateの特徴</vt:lpstr>
      <vt:lpstr>クラウドフローとは</vt:lpstr>
      <vt:lpstr>活用事例～Outlookメール～</vt:lpstr>
      <vt:lpstr>テンプレートを用いた自動化フローをみてみよう！ （フロー作成実演あり）​ ​  </vt:lpstr>
      <vt:lpstr>PowerPoint プレゼンテーション</vt:lpstr>
      <vt:lpstr>重要なメールに気づかず、埋もれてしまう…</vt:lpstr>
      <vt:lpstr>今回のハンズオンで活用する環境はこちらです。</vt:lpstr>
      <vt:lpstr>Step1. テンプレートを選択</vt:lpstr>
      <vt:lpstr>Step2.各アプリとの接続</vt:lpstr>
      <vt:lpstr>Step3. フローの設定</vt:lpstr>
      <vt:lpstr>Step3. フローの設定</vt:lpstr>
      <vt:lpstr>テンプレートを用いた自動化フローをみてみよう！ （フロー作成実演あり）​ ​  </vt:lpstr>
      <vt:lpstr>PowerPoint プレゼンテーション</vt:lpstr>
      <vt:lpstr>重要な添付ファイルが受信フォルダに埋もれてしまう…</vt:lpstr>
      <vt:lpstr>Step1. 添付ファイルの格納先を作成</vt:lpstr>
      <vt:lpstr>今回のハンズオンで活用する環境はこちらです。</vt:lpstr>
      <vt:lpstr>Step2. テンプレートを選択</vt:lpstr>
      <vt:lpstr>Step3. 各アプリとの接続</vt:lpstr>
      <vt:lpstr>Step4. 対象となるメールアドレスを設定する</vt:lpstr>
      <vt:lpstr>Step5.対象メールアドレスの添付ファイルの格納先</vt:lpstr>
      <vt:lpstr>Step6. 対象外メールアドレスの添付ファイルの格納先</vt:lpstr>
      <vt:lpstr>Step7. 保存</vt:lpstr>
      <vt:lpstr>Step8. メールを受信してみよう！</vt:lpstr>
      <vt:lpstr>PowerPoint プレゼンテーション</vt:lpstr>
      <vt:lpstr>ワーク①</vt:lpstr>
      <vt:lpstr>ワーク②</vt:lpstr>
      <vt:lpstr>休憩</vt:lpstr>
      <vt:lpstr>Power Automateのしくみ </vt:lpstr>
      <vt:lpstr>Power Automate で自動化フローを作るときの手順</vt:lpstr>
      <vt:lpstr>Power Automate で自動化フローを作るときの考え方</vt:lpstr>
      <vt:lpstr>Power Automate で自動化フローを作るときの考え方</vt:lpstr>
      <vt:lpstr>トリガー</vt:lpstr>
      <vt:lpstr>アクション</vt:lpstr>
      <vt:lpstr>アクション設定</vt:lpstr>
      <vt:lpstr>保存＆テスト</vt:lpstr>
      <vt:lpstr>運用</vt:lpstr>
      <vt:lpstr>ゼロから自動化フローを作ってみよう！ （ここから参加者全員でフローを作成します。） </vt:lpstr>
      <vt:lpstr>PowerPoint プレゼンテーション</vt:lpstr>
      <vt:lpstr>最初に...環境を選択</vt:lpstr>
      <vt:lpstr>完成イメージ</vt:lpstr>
      <vt:lpstr>作成ステップの全体像</vt:lpstr>
      <vt:lpstr>Step0. OneDrive上にExcelを作成</vt:lpstr>
      <vt:lpstr>Step1. フローの作成</vt:lpstr>
      <vt:lpstr>Step2.フロー名とトリガーの設定</vt:lpstr>
      <vt:lpstr>Step3. トリガーの詳細</vt:lpstr>
      <vt:lpstr>Step4. Excelタスクを取得する            アクション追加</vt:lpstr>
      <vt:lpstr>Step5. タスクExcelの場所を指定 ＆本日の期限タスクを絞り込み</vt:lpstr>
      <vt:lpstr>【ヒント】 Power Automateにおける関数とは</vt:lpstr>
      <vt:lpstr>Step6. メール送信アクションの追加</vt:lpstr>
      <vt:lpstr>Step7. アクションの詳細を入力</vt:lpstr>
      <vt:lpstr>Step8. 保存</vt:lpstr>
      <vt:lpstr>Step9. 動作を確認</vt:lpstr>
      <vt:lpstr>Step10. メールの到着を確認</vt:lpstr>
      <vt:lpstr>ここまでで少し難しいな…と感じた方へ</vt:lpstr>
      <vt:lpstr>Copilotの作成支援</vt:lpstr>
      <vt:lpstr>Copilotの作成支援</vt:lpstr>
      <vt:lpstr>フローの削除</vt:lpstr>
      <vt:lpstr>本日のまとめ</vt:lpstr>
      <vt:lpstr>この説明会のゴール</vt:lpstr>
      <vt:lpstr>Power Automate で自動化フローを作るときの手順</vt:lpstr>
      <vt:lpstr>Power Automate を使ってみていかがでしたか？</vt:lpstr>
      <vt:lpstr>Power Automate を使ってみていかがでしたでしょうか？</vt:lpstr>
      <vt:lpstr>質疑応答 </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for Microsoft 365 基礎研修（Day1）</dc:title>
  <dc:creator>文山 泰汎</dc:creator>
  <cp:lastModifiedBy>nakamura takuya</cp:lastModifiedBy>
  <cp:revision>23</cp:revision>
  <dcterms:created xsi:type="dcterms:W3CDTF">2024-04-13T01:58:25Z</dcterms:created>
  <dcterms:modified xsi:type="dcterms:W3CDTF">2026-07-17T00:12:00Z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0x0101007ABA8F2FDE1F8C4C93AFA31F98FC7485</vt:lpwstr>
  </property>
  <property fmtid="{D5CDD505-2E9C-101B-9397-08002B2CF9AE}" pid="3" name="MediaServiceImageTags">
    <vt:lpwstr/>
  </property>
</Properties>
</file>