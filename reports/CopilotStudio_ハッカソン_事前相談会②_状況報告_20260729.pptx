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2.svg" ContentType="image/svg+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61" r:id="rId5"/>
    <p:sldId id="268" r:id="rId6"/>
    <p:sldId id="283" r:id="rId7"/>
    <p:sldId id="284" r:id="rId8"/>
    <p:sldId id="321" r:id="rId33"/>
    <p:sldId id="322" r:id="rId34"/>
    <p:sldId id="323" r:id="rId35"/>
    <p:sldId id="324" r:id="rId36"/>
    <p:sldId id="325" r:id="rId37"/>
    <p:sldId id="326" r:id="rId38"/>
    <p:sldId id="289" r:id="rId13"/>
    <p:sldId id="290" r:id="rId14"/>
    <p:sldId id="291" r:id="rId15"/>
    <p:sldId id="293" r:id="rId16"/>
    <p:sldId id="294" r:id="rId17"/>
    <p:sldId id="295" r:id="rId18"/>
    <p:sldId id="296" r:id="rId19"/>
    <p:sldId id="297" r:id="rId20"/>
    <p:sldId id="319" r:id="rId21"/>
    <p:sldId id="320" r:id="rId22"/>
    <p:sldId id="300" r:id="rId23"/>
    <p:sldId id="301" r:id="rId24"/>
    <p:sldId id="317"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DFA"/>
    <a:srgbClr val="0FA4CC"/>
    <a:srgbClr val="1A587B"/>
    <a:srgbClr val="2F2E41"/>
    <a:srgbClr val="3F3D56"/>
    <a:srgbClr val="CCCCCC"/>
    <a:srgbClr val="FFFFFF"/>
    <a:srgbClr val="FFD4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E727FC-297F-4B4A-A424-FDF5B5103C9A}" v="1008" dt="2026-07-27T09:22:35.960"/>
    <p1510:client id="{2D98BE66-1B10-5E38-6FA0-E1357661223D}" v="8" dt="2026-07-27T00:43:14.744"/>
    <p1510:client id="{B6C01F3A-7635-26D4-F007-FD34118FA49D}" v="42" dt="2026-07-26T09:41:50.8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37"/>
        <p:guide pos="316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kamura takuya" userId="727bb4a0-377a-4a8e-a89d-8efa14875c2f" providerId="ADAL" clId="{7D6FC31F-3357-4373-B706-004F3C0B89A4}"/>
    <pc:docChg chg="undo custSel addSld delSld modSld">
      <pc:chgData name="nakamura takuya" userId="727bb4a0-377a-4a8e-a89d-8efa14875c2f" providerId="ADAL" clId="{7D6FC31F-3357-4373-B706-004F3C0B89A4}" dt="2026-07-27T09:22:35.960" v="1007" actId="22"/>
      <pc:docMkLst>
        <pc:docMk/>
      </pc:docMkLst>
      <pc:sldChg chg="del">
        <pc:chgData name="nakamura takuya" userId="727bb4a0-377a-4a8e-a89d-8efa14875c2f" providerId="ADAL" clId="{7D6FC31F-3357-4373-B706-004F3C0B89A4}" dt="2026-07-27T09:17:50.695" v="873" actId="47"/>
        <pc:sldMkLst>
          <pc:docMk/>
          <pc:sldMk cId="0" sldId="285"/>
        </pc:sldMkLst>
      </pc:sldChg>
      <pc:sldChg chg="addSp delSp modSp mod">
        <pc:chgData name="nakamura takuya" userId="727bb4a0-377a-4a8e-a89d-8efa14875c2f" providerId="ADAL" clId="{7D6FC31F-3357-4373-B706-004F3C0B89A4}" dt="2026-07-27T01:50:40.096" v="871" actId="20577"/>
        <pc:sldMkLst>
          <pc:docMk/>
          <pc:sldMk cId="0" sldId="287"/>
        </pc:sldMkLst>
        <pc:spChg chg="mod">
          <ac:chgData name="nakamura takuya" userId="727bb4a0-377a-4a8e-a89d-8efa14875c2f" providerId="ADAL" clId="{7D6FC31F-3357-4373-B706-004F3C0B89A4}" dt="2026-07-27T00:51:46.809" v="11" actId="1036"/>
          <ac:spMkLst>
            <pc:docMk/>
            <pc:sldMk cId="0" sldId="287"/>
            <ac:spMk id="3" creationId="{00000000-0000-0000-0000-000000000000}"/>
          </ac:spMkLst>
        </pc:spChg>
        <pc:graphicFrameChg chg="modGraphic">
          <ac:chgData name="nakamura takuya" userId="727bb4a0-377a-4a8e-a89d-8efa14875c2f" providerId="ADAL" clId="{7D6FC31F-3357-4373-B706-004F3C0B89A4}" dt="2026-07-27T01:50:40.096" v="871" actId="20577"/>
          <ac:graphicFrameMkLst>
            <pc:docMk/>
            <pc:sldMk cId="0" sldId="287"/>
            <ac:graphicFrameMk id="5" creationId="{00000000-0000-0000-0000-000000000000}"/>
          </ac:graphicFrameMkLst>
        </pc:graphicFrameChg>
        <pc:picChg chg="del">
          <ac:chgData name="nakamura takuya" userId="727bb4a0-377a-4a8e-a89d-8efa14875c2f" providerId="ADAL" clId="{7D6FC31F-3357-4373-B706-004F3C0B89A4}" dt="2026-07-27T00:51:56.366" v="14" actId="478"/>
          <ac:picMkLst>
            <pc:docMk/>
            <pc:sldMk cId="0" sldId="287"/>
            <ac:picMk id="7" creationId="{F9A215B2-ADA0-323F-FAF1-F768B2876CAE}"/>
          </ac:picMkLst>
        </pc:picChg>
        <pc:picChg chg="add mod">
          <ac:chgData name="nakamura takuya" userId="727bb4a0-377a-4a8e-a89d-8efa14875c2f" providerId="ADAL" clId="{7D6FC31F-3357-4373-B706-004F3C0B89A4}" dt="2026-07-27T00:51:49.619" v="13" actId="1036"/>
          <ac:picMkLst>
            <pc:docMk/>
            <pc:sldMk cId="0" sldId="287"/>
            <ac:picMk id="8" creationId="{E2DD065E-30BF-8135-5B65-3BD4AEE72BF9}"/>
          </ac:picMkLst>
        </pc:picChg>
        <pc:picChg chg="add mod">
          <ac:chgData name="nakamura takuya" userId="727bb4a0-377a-4a8e-a89d-8efa14875c2f" providerId="ADAL" clId="{7D6FC31F-3357-4373-B706-004F3C0B89A4}" dt="2026-07-27T00:52:32.761" v="28" actId="1076"/>
          <ac:picMkLst>
            <pc:docMk/>
            <pc:sldMk cId="0" sldId="287"/>
            <ac:picMk id="10" creationId="{02D527B5-7007-0E95-DD42-C973622D42AB}"/>
          </ac:picMkLst>
        </pc:picChg>
        <pc:picChg chg="add mod">
          <ac:chgData name="nakamura takuya" userId="727bb4a0-377a-4a8e-a89d-8efa14875c2f" providerId="ADAL" clId="{7D6FC31F-3357-4373-B706-004F3C0B89A4}" dt="2026-07-27T00:53:44.064" v="35" actId="1076"/>
          <ac:picMkLst>
            <pc:docMk/>
            <pc:sldMk cId="0" sldId="287"/>
            <ac:picMk id="12" creationId="{BAFB96BC-65D4-ABC4-146E-7F55632E9B84}"/>
          </ac:picMkLst>
        </pc:picChg>
        <pc:picChg chg="del">
          <ac:chgData name="nakamura takuya" userId="727bb4a0-377a-4a8e-a89d-8efa14875c2f" providerId="ADAL" clId="{7D6FC31F-3357-4373-B706-004F3C0B89A4}" dt="2026-07-27T00:53:41.794" v="34" actId="478"/>
          <ac:picMkLst>
            <pc:docMk/>
            <pc:sldMk cId="0" sldId="287"/>
            <ac:picMk id="30" creationId="{5B4996B7-D9FD-5776-A6DE-F3ADD7B75439}"/>
          </ac:picMkLst>
        </pc:picChg>
        <pc:picChg chg="mod">
          <ac:chgData name="nakamura takuya" userId="727bb4a0-377a-4a8e-a89d-8efa14875c2f" providerId="ADAL" clId="{7D6FC31F-3357-4373-B706-004F3C0B89A4}" dt="2026-07-27T00:52:23.388" v="26" actId="14100"/>
          <ac:picMkLst>
            <pc:docMk/>
            <pc:sldMk cId="0" sldId="287"/>
            <ac:picMk id="33" creationId="{03080441-459A-E359-EEA1-4BDDDD60EF92}"/>
          </ac:picMkLst>
        </pc:picChg>
        <pc:picChg chg="mod">
          <ac:chgData name="nakamura takuya" userId="727bb4a0-377a-4a8e-a89d-8efa14875c2f" providerId="ADAL" clId="{7D6FC31F-3357-4373-B706-004F3C0B89A4}" dt="2026-07-27T00:52:20.471" v="25" actId="14100"/>
          <ac:picMkLst>
            <pc:docMk/>
            <pc:sldMk cId="0" sldId="287"/>
            <ac:picMk id="36" creationId="{D2718FAC-8BF7-D94F-AA3D-4577BB996EE8}"/>
          </ac:picMkLst>
        </pc:picChg>
        <pc:picChg chg="mod">
          <ac:chgData name="nakamura takuya" userId="727bb4a0-377a-4a8e-a89d-8efa14875c2f" providerId="ADAL" clId="{7D6FC31F-3357-4373-B706-004F3C0B89A4}" dt="2026-07-27T00:52:15.019" v="24" actId="1076"/>
          <ac:picMkLst>
            <pc:docMk/>
            <pc:sldMk cId="0" sldId="287"/>
            <ac:picMk id="178" creationId="{965D3620-FE3E-E9BE-B5D1-EC4F20D1D3A2}"/>
          </ac:picMkLst>
        </pc:picChg>
      </pc:sldChg>
      <pc:sldChg chg="addSp delSp modSp mod">
        <pc:chgData name="nakamura takuya" userId="727bb4a0-377a-4a8e-a89d-8efa14875c2f" providerId="ADAL" clId="{7D6FC31F-3357-4373-B706-004F3C0B89A4}" dt="2026-07-27T09:20:52.225" v="999" actId="1036"/>
        <pc:sldMkLst>
          <pc:docMk/>
          <pc:sldMk cId="0" sldId="288"/>
        </pc:sldMkLst>
        <pc:spChg chg="mod">
          <ac:chgData name="nakamura takuya" userId="727bb4a0-377a-4a8e-a89d-8efa14875c2f" providerId="ADAL" clId="{7D6FC31F-3357-4373-B706-004F3C0B89A4}" dt="2026-07-27T09:19:20.887" v="926" actId="1035"/>
          <ac:spMkLst>
            <pc:docMk/>
            <pc:sldMk cId="0" sldId="288"/>
            <ac:spMk id="5" creationId="{00000000-0000-0000-0000-000000000000}"/>
          </ac:spMkLst>
        </pc:spChg>
        <pc:spChg chg="mod">
          <ac:chgData name="nakamura takuya" userId="727bb4a0-377a-4a8e-a89d-8efa14875c2f" providerId="ADAL" clId="{7D6FC31F-3357-4373-B706-004F3C0B89A4}" dt="2026-07-27T09:19:32.728" v="934" actId="1035"/>
          <ac:spMkLst>
            <pc:docMk/>
            <pc:sldMk cId="0" sldId="288"/>
            <ac:spMk id="10" creationId="{00000000-0000-0000-0000-000000000000}"/>
          </ac:spMkLst>
        </pc:spChg>
        <pc:spChg chg="mod">
          <ac:chgData name="nakamura takuya" userId="727bb4a0-377a-4a8e-a89d-8efa14875c2f" providerId="ADAL" clId="{7D6FC31F-3357-4373-B706-004F3C0B89A4}" dt="2026-07-27T09:19:32.728" v="934" actId="1035"/>
          <ac:spMkLst>
            <pc:docMk/>
            <pc:sldMk cId="0" sldId="288"/>
            <ac:spMk id="11" creationId="{00000000-0000-0000-0000-000000000000}"/>
          </ac:spMkLst>
        </pc:spChg>
        <pc:spChg chg="mod">
          <ac:chgData name="nakamura takuya" userId="727bb4a0-377a-4a8e-a89d-8efa14875c2f" providerId="ADAL" clId="{7D6FC31F-3357-4373-B706-004F3C0B89A4}" dt="2026-07-27T09:19:32.728" v="934" actId="1035"/>
          <ac:spMkLst>
            <pc:docMk/>
            <pc:sldMk cId="0" sldId="288"/>
            <ac:spMk id="12" creationId="{00000000-0000-0000-0000-000000000000}"/>
          </ac:spMkLst>
        </pc:spChg>
        <pc:spChg chg="mod">
          <ac:chgData name="nakamura takuya" userId="727bb4a0-377a-4a8e-a89d-8efa14875c2f" providerId="ADAL" clId="{7D6FC31F-3357-4373-B706-004F3C0B89A4}" dt="2026-07-27T09:19:32.728" v="934" actId="1035"/>
          <ac:spMkLst>
            <pc:docMk/>
            <pc:sldMk cId="0" sldId="288"/>
            <ac:spMk id="13" creationId="{00000000-0000-0000-0000-000000000000}"/>
          </ac:spMkLst>
        </pc:spChg>
        <pc:spChg chg="mod">
          <ac:chgData name="nakamura takuya" userId="727bb4a0-377a-4a8e-a89d-8efa14875c2f" providerId="ADAL" clId="{7D6FC31F-3357-4373-B706-004F3C0B89A4}" dt="2026-07-27T09:19:36.605" v="941" actId="1036"/>
          <ac:spMkLst>
            <pc:docMk/>
            <pc:sldMk cId="0" sldId="288"/>
            <ac:spMk id="14" creationId="{00000000-0000-0000-0000-000000000000}"/>
          </ac:spMkLst>
        </pc:spChg>
        <pc:spChg chg="mod">
          <ac:chgData name="nakamura takuya" userId="727bb4a0-377a-4a8e-a89d-8efa14875c2f" providerId="ADAL" clId="{7D6FC31F-3357-4373-B706-004F3C0B89A4}" dt="2026-07-27T09:20:12.529" v="952" actId="1036"/>
          <ac:spMkLst>
            <pc:docMk/>
            <pc:sldMk cId="0" sldId="288"/>
            <ac:spMk id="21" creationId="{00000000-0000-0000-0000-000000000000}"/>
          </ac:spMkLst>
        </pc:spChg>
        <pc:spChg chg="mod">
          <ac:chgData name="nakamura takuya" userId="727bb4a0-377a-4a8e-a89d-8efa14875c2f" providerId="ADAL" clId="{7D6FC31F-3357-4373-B706-004F3C0B89A4}" dt="2026-07-27T09:20:12.529" v="952" actId="1036"/>
          <ac:spMkLst>
            <pc:docMk/>
            <pc:sldMk cId="0" sldId="288"/>
            <ac:spMk id="23" creationId="{00000000-0000-0000-0000-000000000000}"/>
          </ac:spMkLst>
        </pc:spChg>
        <pc:spChg chg="mod">
          <ac:chgData name="nakamura takuya" userId="727bb4a0-377a-4a8e-a89d-8efa14875c2f" providerId="ADAL" clId="{7D6FC31F-3357-4373-B706-004F3C0B89A4}" dt="2026-07-27T09:20:12.529" v="952" actId="1036"/>
          <ac:spMkLst>
            <pc:docMk/>
            <pc:sldMk cId="0" sldId="288"/>
            <ac:spMk id="25" creationId="{00000000-0000-0000-0000-000000000000}"/>
          </ac:spMkLst>
        </pc:spChg>
        <pc:spChg chg="mod">
          <ac:chgData name="nakamura takuya" userId="727bb4a0-377a-4a8e-a89d-8efa14875c2f" providerId="ADAL" clId="{7D6FC31F-3357-4373-B706-004F3C0B89A4}" dt="2026-07-27T09:19:02.007" v="896" actId="1036"/>
          <ac:spMkLst>
            <pc:docMk/>
            <pc:sldMk cId="0" sldId="288"/>
            <ac:spMk id="26" creationId="{00000000-0000-0000-0000-000000000000}"/>
          </ac:spMkLst>
        </pc:spChg>
        <pc:spChg chg="mod">
          <ac:chgData name="nakamura takuya" userId="727bb4a0-377a-4a8e-a89d-8efa14875c2f" providerId="ADAL" clId="{7D6FC31F-3357-4373-B706-004F3C0B89A4}" dt="2026-07-27T09:20:21.033" v="959" actId="1035"/>
          <ac:spMkLst>
            <pc:docMk/>
            <pc:sldMk cId="0" sldId="288"/>
            <ac:spMk id="32" creationId="{00000000-0000-0000-0000-000000000000}"/>
          </ac:spMkLst>
        </pc:spChg>
        <pc:spChg chg="mod">
          <ac:chgData name="nakamura takuya" userId="727bb4a0-377a-4a8e-a89d-8efa14875c2f" providerId="ADAL" clId="{7D6FC31F-3357-4373-B706-004F3C0B89A4}" dt="2026-07-27T09:20:21.033" v="959" actId="1035"/>
          <ac:spMkLst>
            <pc:docMk/>
            <pc:sldMk cId="0" sldId="288"/>
            <ac:spMk id="34" creationId="{00000000-0000-0000-0000-000000000000}"/>
          </ac:spMkLst>
        </pc:spChg>
        <pc:spChg chg="mod">
          <ac:chgData name="nakamura takuya" userId="727bb4a0-377a-4a8e-a89d-8efa14875c2f" providerId="ADAL" clId="{7D6FC31F-3357-4373-B706-004F3C0B89A4}" dt="2026-07-27T09:20:38.237" v="970" actId="552"/>
          <ac:spMkLst>
            <pc:docMk/>
            <pc:sldMk cId="0" sldId="288"/>
            <ac:spMk id="36" creationId="{00000000-0000-0000-0000-000000000000}"/>
          </ac:spMkLst>
        </pc:spChg>
        <pc:spChg chg="mod">
          <ac:chgData name="nakamura takuya" userId="727bb4a0-377a-4a8e-a89d-8efa14875c2f" providerId="ADAL" clId="{7D6FC31F-3357-4373-B706-004F3C0B89A4}" dt="2026-07-27T09:20:49.077" v="997" actId="1036"/>
          <ac:spMkLst>
            <pc:docMk/>
            <pc:sldMk cId="0" sldId="288"/>
            <ac:spMk id="38" creationId="{00000000-0000-0000-0000-000000000000}"/>
          </ac:spMkLst>
        </pc:spChg>
        <pc:spChg chg="add mod">
          <ac:chgData name="nakamura takuya" userId="727bb4a0-377a-4a8e-a89d-8efa14875c2f" providerId="ADAL" clId="{7D6FC31F-3357-4373-B706-004F3C0B89A4}" dt="2026-07-27T09:19:49.403" v="947" actId="1036"/>
          <ac:spMkLst>
            <pc:docMk/>
            <pc:sldMk cId="0" sldId="288"/>
            <ac:spMk id="40" creationId="{37A88613-7CBC-CB5B-1053-CB788A4A1086}"/>
          </ac:spMkLst>
        </pc:spChg>
        <pc:spChg chg="add mod">
          <ac:chgData name="nakamura takuya" userId="727bb4a0-377a-4a8e-a89d-8efa14875c2f" providerId="ADAL" clId="{7D6FC31F-3357-4373-B706-004F3C0B89A4}" dt="2026-07-27T09:19:49.403" v="947" actId="1036"/>
          <ac:spMkLst>
            <pc:docMk/>
            <pc:sldMk cId="0" sldId="288"/>
            <ac:spMk id="42" creationId="{B6FF4C25-D567-5B97-9840-16E008772FC0}"/>
          </ac:spMkLst>
        </pc:spChg>
        <pc:spChg chg="add mod">
          <ac:chgData name="nakamura takuya" userId="727bb4a0-377a-4a8e-a89d-8efa14875c2f" providerId="ADAL" clId="{7D6FC31F-3357-4373-B706-004F3C0B89A4}" dt="2026-07-27T09:19:49.403" v="947" actId="1036"/>
          <ac:spMkLst>
            <pc:docMk/>
            <pc:sldMk cId="0" sldId="288"/>
            <ac:spMk id="44" creationId="{437DA1FA-AB4A-0CE8-F776-264FAF2845EE}"/>
          </ac:spMkLst>
        </pc:spChg>
        <pc:spChg chg="add mod">
          <ac:chgData name="nakamura takuya" userId="727bb4a0-377a-4a8e-a89d-8efa14875c2f" providerId="ADAL" clId="{7D6FC31F-3357-4373-B706-004F3C0B89A4}" dt="2026-07-27T09:19:49.403" v="947" actId="1036"/>
          <ac:spMkLst>
            <pc:docMk/>
            <pc:sldMk cId="0" sldId="288"/>
            <ac:spMk id="46" creationId="{F1F5C365-877D-C2A7-AE5C-32D6F6DF4094}"/>
          </ac:spMkLst>
        </pc:spChg>
        <pc:spChg chg="add del mod">
          <ac:chgData name="nakamura takuya" userId="727bb4a0-377a-4a8e-a89d-8efa14875c2f" providerId="ADAL" clId="{7D6FC31F-3357-4373-B706-004F3C0B89A4}" dt="2026-07-27T09:20:31.614" v="968" actId="478"/>
          <ac:spMkLst>
            <pc:docMk/>
            <pc:sldMk cId="0" sldId="288"/>
            <ac:spMk id="48" creationId="{87BE30EE-FBFD-0482-7196-F2F8F2318A45}"/>
          </ac:spMkLst>
        </pc:spChg>
        <pc:spChg chg="add mod">
          <ac:chgData name="nakamura takuya" userId="727bb4a0-377a-4a8e-a89d-8efa14875c2f" providerId="ADAL" clId="{7D6FC31F-3357-4373-B706-004F3C0B89A4}" dt="2026-07-27T09:20:52.225" v="999" actId="1036"/>
          <ac:spMkLst>
            <pc:docMk/>
            <pc:sldMk cId="0" sldId="288"/>
            <ac:spMk id="50" creationId="{EEA4905C-4292-C419-79F8-6AA3C48CB611}"/>
          </ac:spMkLst>
        </pc:spChg>
        <pc:spChg chg="add mod">
          <ac:chgData name="nakamura takuya" userId="727bb4a0-377a-4a8e-a89d-8efa14875c2f" providerId="ADAL" clId="{7D6FC31F-3357-4373-B706-004F3C0B89A4}" dt="2026-07-27T09:20:52.225" v="999" actId="1036"/>
          <ac:spMkLst>
            <pc:docMk/>
            <pc:sldMk cId="0" sldId="288"/>
            <ac:spMk id="52" creationId="{47F378A8-EEF7-35A0-315E-0B85265BF571}"/>
          </ac:spMkLst>
        </pc:spChg>
      </pc:sldChg>
      <pc:sldChg chg="addSp delSp modSp mod">
        <pc:chgData name="nakamura takuya" userId="727bb4a0-377a-4a8e-a89d-8efa14875c2f" providerId="ADAL" clId="{7D6FC31F-3357-4373-B706-004F3C0B89A4}" dt="2026-07-27T01:17:56.605" v="346" actId="408"/>
        <pc:sldMkLst>
          <pc:docMk/>
          <pc:sldMk cId="0" sldId="290"/>
        </pc:sldMkLst>
        <pc:picChg chg="add mod">
          <ac:chgData name="nakamura takuya" userId="727bb4a0-377a-4a8e-a89d-8efa14875c2f" providerId="ADAL" clId="{7D6FC31F-3357-4373-B706-004F3C0B89A4}" dt="2026-07-27T01:17:56.605" v="346" actId="408"/>
          <ac:picMkLst>
            <pc:docMk/>
            <pc:sldMk cId="0" sldId="290"/>
            <ac:picMk id="26" creationId="{31DFB6F6-86E8-1DF0-654B-5C86C68543E2}"/>
          </ac:picMkLst>
        </pc:picChg>
        <pc:picChg chg="add mod">
          <ac:chgData name="nakamura takuya" userId="727bb4a0-377a-4a8e-a89d-8efa14875c2f" providerId="ADAL" clId="{7D6FC31F-3357-4373-B706-004F3C0B89A4}" dt="2026-07-27T01:17:56.605" v="346" actId="408"/>
          <ac:picMkLst>
            <pc:docMk/>
            <pc:sldMk cId="0" sldId="290"/>
            <ac:picMk id="28" creationId="{4CB5C5CB-D252-68C6-C531-5FCD456014A4}"/>
          </ac:picMkLst>
        </pc:picChg>
        <pc:picChg chg="del">
          <ac:chgData name="nakamura takuya" userId="727bb4a0-377a-4a8e-a89d-8efa14875c2f" providerId="ADAL" clId="{7D6FC31F-3357-4373-B706-004F3C0B89A4}" dt="2026-07-27T00:53:59.776" v="36" actId="478"/>
          <ac:picMkLst>
            <pc:docMk/>
            <pc:sldMk cId="0" sldId="290"/>
            <ac:picMk id="30" creationId="{5B4996B7-D9FD-5776-A6DE-F3ADD7B75439}"/>
          </ac:picMkLst>
        </pc:picChg>
        <pc:picChg chg="mod">
          <ac:chgData name="nakamura takuya" userId="727bb4a0-377a-4a8e-a89d-8efa14875c2f" providerId="ADAL" clId="{7D6FC31F-3357-4373-B706-004F3C0B89A4}" dt="2026-07-27T01:17:56.605" v="346" actId="408"/>
          <ac:picMkLst>
            <pc:docMk/>
            <pc:sldMk cId="0" sldId="290"/>
            <ac:picMk id="36" creationId="{D2718FAC-8BF7-D94F-AA3D-4577BB996EE8}"/>
          </ac:picMkLst>
        </pc:picChg>
        <pc:picChg chg="mod">
          <ac:chgData name="nakamura takuya" userId="727bb4a0-377a-4a8e-a89d-8efa14875c2f" providerId="ADAL" clId="{7D6FC31F-3357-4373-B706-004F3C0B89A4}" dt="2026-07-27T01:17:56.605" v="346" actId="408"/>
          <ac:picMkLst>
            <pc:docMk/>
            <pc:sldMk cId="0" sldId="290"/>
            <ac:picMk id="178" creationId="{965D3620-FE3E-E9BE-B5D1-EC4F20D1D3A2}"/>
          </ac:picMkLst>
        </pc:picChg>
      </pc:sldChg>
      <pc:sldChg chg="addSp delSp modSp mod">
        <pc:chgData name="nakamura takuya" userId="727bb4a0-377a-4a8e-a89d-8efa14875c2f" providerId="ADAL" clId="{7D6FC31F-3357-4373-B706-004F3C0B89A4}" dt="2026-07-27T01:18:54.522" v="410" actId="408"/>
        <pc:sldMkLst>
          <pc:docMk/>
          <pc:sldMk cId="0" sldId="291"/>
        </pc:sldMkLst>
        <pc:picChg chg="mod">
          <ac:chgData name="nakamura takuya" userId="727bb4a0-377a-4a8e-a89d-8efa14875c2f" providerId="ADAL" clId="{7D6FC31F-3357-4373-B706-004F3C0B89A4}" dt="2026-07-27T01:18:54.522" v="410" actId="408"/>
          <ac:picMkLst>
            <pc:docMk/>
            <pc:sldMk cId="0" sldId="291"/>
            <ac:picMk id="25" creationId="{C1E8E1E4-4F5D-99EE-55CA-92B9325A7392}"/>
          </ac:picMkLst>
        </pc:picChg>
        <pc:picChg chg="add mod">
          <ac:chgData name="nakamura takuya" userId="727bb4a0-377a-4a8e-a89d-8efa14875c2f" providerId="ADAL" clId="{7D6FC31F-3357-4373-B706-004F3C0B89A4}" dt="2026-07-27T01:18:54.522" v="410" actId="408"/>
          <ac:picMkLst>
            <pc:docMk/>
            <pc:sldMk cId="0" sldId="291"/>
            <ac:picMk id="27" creationId="{396D235C-EE2D-4C70-03D5-013AE8DFFD3C}"/>
          </ac:picMkLst>
        </pc:picChg>
        <pc:picChg chg="del">
          <ac:chgData name="nakamura takuya" userId="727bb4a0-377a-4a8e-a89d-8efa14875c2f" providerId="ADAL" clId="{7D6FC31F-3357-4373-B706-004F3C0B89A4}" dt="2026-07-27T00:55:28.545" v="66" actId="478"/>
          <ac:picMkLst>
            <pc:docMk/>
            <pc:sldMk cId="0" sldId="291"/>
            <ac:picMk id="30" creationId="{5B4996B7-D9FD-5776-A6DE-F3ADD7B75439}"/>
          </ac:picMkLst>
        </pc:picChg>
        <pc:picChg chg="mod">
          <ac:chgData name="nakamura takuya" userId="727bb4a0-377a-4a8e-a89d-8efa14875c2f" providerId="ADAL" clId="{7D6FC31F-3357-4373-B706-004F3C0B89A4}" dt="2026-07-27T01:18:54.522" v="410" actId="408"/>
          <ac:picMkLst>
            <pc:docMk/>
            <pc:sldMk cId="0" sldId="291"/>
            <ac:picMk id="33" creationId="{03080441-459A-E359-EEA1-4BDDDD60EF92}"/>
          </ac:picMkLst>
        </pc:picChg>
        <pc:picChg chg="mod">
          <ac:chgData name="nakamura takuya" userId="727bb4a0-377a-4a8e-a89d-8efa14875c2f" providerId="ADAL" clId="{7D6FC31F-3357-4373-B706-004F3C0B89A4}" dt="2026-07-27T01:18:54.522" v="410" actId="408"/>
          <ac:picMkLst>
            <pc:docMk/>
            <pc:sldMk cId="0" sldId="291"/>
            <ac:picMk id="36" creationId="{D2718FAC-8BF7-D94F-AA3D-4577BB996EE8}"/>
          </ac:picMkLst>
        </pc:picChg>
      </pc:sldChg>
      <pc:sldChg chg="addSp delSp modSp mod">
        <pc:chgData name="nakamura takuya" userId="727bb4a0-377a-4a8e-a89d-8efa14875c2f" providerId="ADAL" clId="{7D6FC31F-3357-4373-B706-004F3C0B89A4}" dt="2026-07-27T01:21:24.028" v="434" actId="12789"/>
        <pc:sldMkLst>
          <pc:docMk/>
          <pc:sldMk cId="0" sldId="293"/>
        </pc:sldMkLst>
        <pc:picChg chg="del">
          <ac:chgData name="nakamura takuya" userId="727bb4a0-377a-4a8e-a89d-8efa14875c2f" providerId="ADAL" clId="{7D6FC31F-3357-4373-B706-004F3C0B89A4}" dt="2026-07-27T00:55:58.587" v="75" actId="478"/>
          <ac:picMkLst>
            <pc:docMk/>
            <pc:sldMk cId="0" sldId="293"/>
            <ac:picMk id="25" creationId="{C1E8E1E4-4F5D-99EE-55CA-92B9325A7392}"/>
          </ac:picMkLst>
        </pc:picChg>
        <pc:picChg chg="del">
          <ac:chgData name="nakamura takuya" userId="727bb4a0-377a-4a8e-a89d-8efa14875c2f" providerId="ADAL" clId="{7D6FC31F-3357-4373-B706-004F3C0B89A4}" dt="2026-07-27T00:56:04.002" v="76" actId="478"/>
          <ac:picMkLst>
            <pc:docMk/>
            <pc:sldMk cId="0" sldId="293"/>
            <ac:picMk id="26" creationId="{F9A215B2-ADA0-323F-FAF1-F768B2876CAE}"/>
          </ac:picMkLst>
        </pc:picChg>
        <pc:picChg chg="add mod">
          <ac:chgData name="nakamura takuya" userId="727bb4a0-377a-4a8e-a89d-8efa14875c2f" providerId="ADAL" clId="{7D6FC31F-3357-4373-B706-004F3C0B89A4}" dt="2026-07-27T01:21:24.028" v="434" actId="12789"/>
          <ac:picMkLst>
            <pc:docMk/>
            <pc:sldMk cId="0" sldId="293"/>
            <ac:picMk id="28" creationId="{077344A9-AE29-EA99-E5A0-FC4F470A25C3}"/>
          </ac:picMkLst>
        </pc:picChg>
        <pc:picChg chg="del">
          <ac:chgData name="nakamura takuya" userId="727bb4a0-377a-4a8e-a89d-8efa14875c2f" providerId="ADAL" clId="{7D6FC31F-3357-4373-B706-004F3C0B89A4}" dt="2026-07-27T00:55:53.955" v="73" actId="478"/>
          <ac:picMkLst>
            <pc:docMk/>
            <pc:sldMk cId="0" sldId="293"/>
            <ac:picMk id="30" creationId="{5B4996B7-D9FD-5776-A6DE-F3ADD7B75439}"/>
          </ac:picMkLst>
        </pc:picChg>
        <pc:picChg chg="add mod">
          <ac:chgData name="nakamura takuya" userId="727bb4a0-377a-4a8e-a89d-8efa14875c2f" providerId="ADAL" clId="{7D6FC31F-3357-4373-B706-004F3C0B89A4}" dt="2026-07-27T01:21:24.028" v="434" actId="12789"/>
          <ac:picMkLst>
            <pc:docMk/>
            <pc:sldMk cId="0" sldId="293"/>
            <ac:picMk id="31" creationId="{5C2693D4-3A98-8A59-0257-0180DA2D6C3F}"/>
          </ac:picMkLst>
        </pc:picChg>
        <pc:picChg chg="add mod">
          <ac:chgData name="nakamura takuya" userId="727bb4a0-377a-4a8e-a89d-8efa14875c2f" providerId="ADAL" clId="{7D6FC31F-3357-4373-B706-004F3C0B89A4}" dt="2026-07-27T01:21:24.028" v="434" actId="12789"/>
          <ac:picMkLst>
            <pc:docMk/>
            <pc:sldMk cId="0" sldId="293"/>
            <ac:picMk id="33" creationId="{4B466895-5EED-C5B9-5EE9-756623436D65}"/>
          </ac:picMkLst>
        </pc:picChg>
        <pc:picChg chg="add del">
          <ac:chgData name="nakamura takuya" userId="727bb4a0-377a-4a8e-a89d-8efa14875c2f" providerId="ADAL" clId="{7D6FC31F-3357-4373-B706-004F3C0B89A4}" dt="2026-07-27T01:21:04.161" v="411" actId="478"/>
          <ac:picMkLst>
            <pc:docMk/>
            <pc:sldMk cId="0" sldId="293"/>
            <ac:picMk id="35" creationId="{F938B43C-D0EC-5899-FA03-6FAC8978B395}"/>
          </ac:picMkLst>
        </pc:picChg>
        <pc:picChg chg="del">
          <ac:chgData name="nakamura takuya" userId="727bb4a0-377a-4a8e-a89d-8efa14875c2f" providerId="ADAL" clId="{7D6FC31F-3357-4373-B706-004F3C0B89A4}" dt="2026-07-27T00:56:04.002" v="76" actId="478"/>
          <ac:picMkLst>
            <pc:docMk/>
            <pc:sldMk cId="0" sldId="293"/>
            <ac:picMk id="36" creationId="{D2718FAC-8BF7-D94F-AA3D-4577BB996EE8}"/>
          </ac:picMkLst>
        </pc:picChg>
        <pc:picChg chg="add mod">
          <ac:chgData name="nakamura takuya" userId="727bb4a0-377a-4a8e-a89d-8efa14875c2f" providerId="ADAL" clId="{7D6FC31F-3357-4373-B706-004F3C0B89A4}" dt="2026-07-27T01:21:24.028" v="434" actId="12789"/>
          <ac:picMkLst>
            <pc:docMk/>
            <pc:sldMk cId="0" sldId="293"/>
            <ac:picMk id="54" creationId="{30994E91-80AB-A76D-BD72-50FC47B9720C}"/>
          </ac:picMkLst>
        </pc:picChg>
      </pc:sldChg>
      <pc:sldChg chg="addSp delSp modSp mod">
        <pc:chgData name="nakamura takuya" userId="727bb4a0-377a-4a8e-a89d-8efa14875c2f" providerId="ADAL" clId="{7D6FC31F-3357-4373-B706-004F3C0B89A4}" dt="2026-07-27T00:57:10.102" v="103" actId="1076"/>
        <pc:sldMkLst>
          <pc:docMk/>
          <pc:sldMk cId="0" sldId="294"/>
        </pc:sldMkLst>
        <pc:picChg chg="del">
          <ac:chgData name="nakamura takuya" userId="727bb4a0-377a-4a8e-a89d-8efa14875c2f" providerId="ADAL" clId="{7D6FC31F-3357-4373-B706-004F3C0B89A4}" dt="2026-07-27T00:57:00.337" v="86" actId="478"/>
          <ac:picMkLst>
            <pc:docMk/>
            <pc:sldMk cId="0" sldId="294"/>
            <ac:picMk id="25" creationId="{C1E8E1E4-4F5D-99EE-55CA-92B9325A7392}"/>
          </ac:picMkLst>
        </pc:picChg>
        <pc:picChg chg="add">
          <ac:chgData name="nakamura takuya" userId="727bb4a0-377a-4a8e-a89d-8efa14875c2f" providerId="ADAL" clId="{7D6FC31F-3357-4373-B706-004F3C0B89A4}" dt="2026-07-27T00:57:07.389" v="102" actId="22"/>
          <ac:picMkLst>
            <pc:docMk/>
            <pc:sldMk cId="0" sldId="294"/>
            <ac:picMk id="27" creationId="{42860936-7BF1-E128-FA81-53AE19B55E11}"/>
          </ac:picMkLst>
        </pc:picChg>
        <pc:picChg chg="add">
          <ac:chgData name="nakamura takuya" userId="727bb4a0-377a-4a8e-a89d-8efa14875c2f" providerId="ADAL" clId="{7D6FC31F-3357-4373-B706-004F3C0B89A4}" dt="2026-07-27T00:57:07.389" v="102" actId="22"/>
          <ac:picMkLst>
            <pc:docMk/>
            <pc:sldMk cId="0" sldId="294"/>
            <ac:picMk id="29" creationId="{F98995C9-76F5-759C-3D3A-1AEE957F8584}"/>
          </ac:picMkLst>
        </pc:picChg>
        <pc:picChg chg="del">
          <ac:chgData name="nakamura takuya" userId="727bb4a0-377a-4a8e-a89d-8efa14875c2f" providerId="ADAL" clId="{7D6FC31F-3357-4373-B706-004F3C0B89A4}" dt="2026-07-27T00:57:00.337" v="86" actId="478"/>
          <ac:picMkLst>
            <pc:docMk/>
            <pc:sldMk cId="0" sldId="294"/>
            <ac:picMk id="30" creationId="{5B4996B7-D9FD-5776-A6DE-F3ADD7B75439}"/>
          </ac:picMkLst>
        </pc:picChg>
        <pc:picChg chg="add">
          <ac:chgData name="nakamura takuya" userId="727bb4a0-377a-4a8e-a89d-8efa14875c2f" providerId="ADAL" clId="{7D6FC31F-3357-4373-B706-004F3C0B89A4}" dt="2026-07-27T00:57:07.389" v="102" actId="22"/>
          <ac:picMkLst>
            <pc:docMk/>
            <pc:sldMk cId="0" sldId="294"/>
            <ac:picMk id="32" creationId="{42C1BFE8-48EA-4BC8-E1B3-F3376DA5E1B2}"/>
          </ac:picMkLst>
        </pc:picChg>
        <pc:picChg chg="del">
          <ac:chgData name="nakamura takuya" userId="727bb4a0-377a-4a8e-a89d-8efa14875c2f" providerId="ADAL" clId="{7D6FC31F-3357-4373-B706-004F3C0B89A4}" dt="2026-07-27T00:57:00.337" v="86" actId="478"/>
          <ac:picMkLst>
            <pc:docMk/>
            <pc:sldMk cId="0" sldId="294"/>
            <ac:picMk id="33" creationId="{03080441-459A-E359-EEA1-4BDDDD60EF92}"/>
          </ac:picMkLst>
        </pc:picChg>
        <pc:picChg chg="add">
          <ac:chgData name="nakamura takuya" userId="727bb4a0-377a-4a8e-a89d-8efa14875c2f" providerId="ADAL" clId="{7D6FC31F-3357-4373-B706-004F3C0B89A4}" dt="2026-07-27T00:57:07.389" v="102" actId="22"/>
          <ac:picMkLst>
            <pc:docMk/>
            <pc:sldMk cId="0" sldId="294"/>
            <ac:picMk id="35" creationId="{83DA487C-CC7B-14B3-668A-506C92CB120C}"/>
          </ac:picMkLst>
        </pc:picChg>
        <pc:picChg chg="del">
          <ac:chgData name="nakamura takuya" userId="727bb4a0-377a-4a8e-a89d-8efa14875c2f" providerId="ADAL" clId="{7D6FC31F-3357-4373-B706-004F3C0B89A4}" dt="2026-07-27T00:57:00.337" v="86" actId="478"/>
          <ac:picMkLst>
            <pc:docMk/>
            <pc:sldMk cId="0" sldId="294"/>
            <ac:picMk id="36" creationId="{D2718FAC-8BF7-D94F-AA3D-4577BB996EE8}"/>
          </ac:picMkLst>
        </pc:picChg>
        <pc:picChg chg="mod">
          <ac:chgData name="nakamura takuya" userId="727bb4a0-377a-4a8e-a89d-8efa14875c2f" providerId="ADAL" clId="{7D6FC31F-3357-4373-B706-004F3C0B89A4}" dt="2026-07-27T00:57:10.102" v="103" actId="1076"/>
          <ac:picMkLst>
            <pc:docMk/>
            <pc:sldMk cId="0" sldId="294"/>
            <ac:picMk id="179" creationId="{FCDCAA7A-5916-B3BA-9493-3B02330A2A80}"/>
          </ac:picMkLst>
        </pc:picChg>
      </pc:sldChg>
      <pc:sldChg chg="addSp delSp modSp mod">
        <pc:chgData name="nakamura takuya" userId="727bb4a0-377a-4a8e-a89d-8efa14875c2f" providerId="ADAL" clId="{7D6FC31F-3357-4373-B706-004F3C0B89A4}" dt="2026-07-27T01:24:44.226" v="565" actId="12789"/>
        <pc:sldMkLst>
          <pc:docMk/>
          <pc:sldMk cId="0" sldId="295"/>
        </pc:sldMkLst>
        <pc:picChg chg="del">
          <ac:chgData name="nakamura takuya" userId="727bb4a0-377a-4a8e-a89d-8efa14875c2f" providerId="ADAL" clId="{7D6FC31F-3357-4373-B706-004F3C0B89A4}" dt="2026-07-27T01:01:18.829" v="104" actId="478"/>
          <ac:picMkLst>
            <pc:docMk/>
            <pc:sldMk cId="0" sldId="295"/>
            <ac:picMk id="25" creationId="{C1E8E1E4-4F5D-99EE-55CA-92B9325A7392}"/>
          </ac:picMkLst>
        </pc:picChg>
        <pc:picChg chg="add mod">
          <ac:chgData name="nakamura takuya" userId="727bb4a0-377a-4a8e-a89d-8efa14875c2f" providerId="ADAL" clId="{7D6FC31F-3357-4373-B706-004F3C0B89A4}" dt="2026-07-27T01:24:44.226" v="565" actId="12789"/>
          <ac:picMkLst>
            <pc:docMk/>
            <pc:sldMk cId="0" sldId="295"/>
            <ac:picMk id="27" creationId="{C67C945A-4DBC-A51C-8CB7-C7690DEC8139}"/>
          </ac:picMkLst>
        </pc:picChg>
        <pc:picChg chg="add del mod">
          <ac:chgData name="nakamura takuya" userId="727bb4a0-377a-4a8e-a89d-8efa14875c2f" providerId="ADAL" clId="{7D6FC31F-3357-4373-B706-004F3C0B89A4}" dt="2026-07-27T01:24:26.987" v="519" actId="478"/>
          <ac:picMkLst>
            <pc:docMk/>
            <pc:sldMk cId="0" sldId="295"/>
            <ac:picMk id="29" creationId="{648CCD93-382E-B252-794A-C908090EEBD2}"/>
          </ac:picMkLst>
        </pc:picChg>
        <pc:picChg chg="del">
          <ac:chgData name="nakamura takuya" userId="727bb4a0-377a-4a8e-a89d-8efa14875c2f" providerId="ADAL" clId="{7D6FC31F-3357-4373-B706-004F3C0B89A4}" dt="2026-07-27T01:01:19.671" v="105" actId="478"/>
          <ac:picMkLst>
            <pc:docMk/>
            <pc:sldMk cId="0" sldId="295"/>
            <ac:picMk id="30" creationId="{5B4996B7-D9FD-5776-A6DE-F3ADD7B75439}"/>
          </ac:picMkLst>
        </pc:picChg>
        <pc:picChg chg="add mod">
          <ac:chgData name="nakamura takuya" userId="727bb4a0-377a-4a8e-a89d-8efa14875c2f" providerId="ADAL" clId="{7D6FC31F-3357-4373-B706-004F3C0B89A4}" dt="2026-07-27T01:24:44.226" v="565" actId="12789"/>
          <ac:picMkLst>
            <pc:docMk/>
            <pc:sldMk cId="0" sldId="295"/>
            <ac:picMk id="32" creationId="{1A86037D-82AF-629F-9BA1-0078E82ACD32}"/>
          </ac:picMkLst>
        </pc:picChg>
        <pc:picChg chg="del">
          <ac:chgData name="nakamura takuya" userId="727bb4a0-377a-4a8e-a89d-8efa14875c2f" providerId="ADAL" clId="{7D6FC31F-3357-4373-B706-004F3C0B89A4}" dt="2026-07-27T01:01:18.829" v="104" actId="478"/>
          <ac:picMkLst>
            <pc:docMk/>
            <pc:sldMk cId="0" sldId="295"/>
            <ac:picMk id="33" creationId="{03080441-459A-E359-EEA1-4BDDDD60EF92}"/>
          </ac:picMkLst>
        </pc:picChg>
        <pc:picChg chg="add mod">
          <ac:chgData name="nakamura takuya" userId="727bb4a0-377a-4a8e-a89d-8efa14875c2f" providerId="ADAL" clId="{7D6FC31F-3357-4373-B706-004F3C0B89A4}" dt="2026-07-27T01:24:44.226" v="565" actId="12789"/>
          <ac:picMkLst>
            <pc:docMk/>
            <pc:sldMk cId="0" sldId="295"/>
            <ac:picMk id="51" creationId="{0522595E-EA45-C2DE-1867-2B371B41E533}"/>
          </ac:picMkLst>
        </pc:picChg>
        <pc:picChg chg="add mod">
          <ac:chgData name="nakamura takuya" userId="727bb4a0-377a-4a8e-a89d-8efa14875c2f" providerId="ADAL" clId="{7D6FC31F-3357-4373-B706-004F3C0B89A4}" dt="2026-07-27T01:24:44.226" v="565" actId="12789"/>
          <ac:picMkLst>
            <pc:docMk/>
            <pc:sldMk cId="0" sldId="295"/>
            <ac:picMk id="53" creationId="{333EB1BC-7406-0805-4EBD-BC040D54CE17}"/>
          </ac:picMkLst>
        </pc:picChg>
      </pc:sldChg>
      <pc:sldChg chg="addSp delSp modSp mod">
        <pc:chgData name="nakamura takuya" userId="727bb4a0-377a-4a8e-a89d-8efa14875c2f" providerId="ADAL" clId="{7D6FC31F-3357-4373-B706-004F3C0B89A4}" dt="2026-07-27T01:26:41.230" v="638" actId="1037"/>
        <pc:sldMkLst>
          <pc:docMk/>
          <pc:sldMk cId="0" sldId="296"/>
        </pc:sldMkLst>
        <pc:picChg chg="del">
          <ac:chgData name="nakamura takuya" userId="727bb4a0-377a-4a8e-a89d-8efa14875c2f" providerId="ADAL" clId="{7D6FC31F-3357-4373-B706-004F3C0B89A4}" dt="2026-07-27T01:02:19.120" v="109" actId="478"/>
          <ac:picMkLst>
            <pc:docMk/>
            <pc:sldMk cId="0" sldId="296"/>
            <ac:picMk id="25" creationId="{C1E8E1E4-4F5D-99EE-55CA-92B9325A7392}"/>
          </ac:picMkLst>
        </pc:picChg>
        <pc:picChg chg="add">
          <ac:chgData name="nakamura takuya" userId="727bb4a0-377a-4a8e-a89d-8efa14875c2f" providerId="ADAL" clId="{7D6FC31F-3357-4373-B706-004F3C0B89A4}" dt="2026-07-27T01:02:24.481" v="110" actId="22"/>
          <ac:picMkLst>
            <pc:docMk/>
            <pc:sldMk cId="0" sldId="296"/>
            <ac:picMk id="27" creationId="{F7BBB759-8532-6FCC-C373-0B012E29CF5E}"/>
          </ac:picMkLst>
        </pc:picChg>
        <pc:picChg chg="add">
          <ac:chgData name="nakamura takuya" userId="727bb4a0-377a-4a8e-a89d-8efa14875c2f" providerId="ADAL" clId="{7D6FC31F-3357-4373-B706-004F3C0B89A4}" dt="2026-07-27T01:02:24.481" v="110" actId="22"/>
          <ac:picMkLst>
            <pc:docMk/>
            <pc:sldMk cId="0" sldId="296"/>
            <ac:picMk id="29" creationId="{793F888F-CC74-61D0-2BDD-ECF0ADFF6BD3}"/>
          </ac:picMkLst>
        </pc:picChg>
        <pc:picChg chg="del">
          <ac:chgData name="nakamura takuya" userId="727bb4a0-377a-4a8e-a89d-8efa14875c2f" providerId="ADAL" clId="{7D6FC31F-3357-4373-B706-004F3C0B89A4}" dt="2026-07-27T01:02:19.120" v="109" actId="478"/>
          <ac:picMkLst>
            <pc:docMk/>
            <pc:sldMk cId="0" sldId="296"/>
            <ac:picMk id="30" creationId="{5B4996B7-D9FD-5776-A6DE-F3ADD7B75439}"/>
          </ac:picMkLst>
        </pc:picChg>
        <pc:picChg chg="del">
          <ac:chgData name="nakamura takuya" userId="727bb4a0-377a-4a8e-a89d-8efa14875c2f" providerId="ADAL" clId="{7D6FC31F-3357-4373-B706-004F3C0B89A4}" dt="2026-07-27T01:02:19.120" v="109" actId="478"/>
          <ac:picMkLst>
            <pc:docMk/>
            <pc:sldMk cId="0" sldId="296"/>
            <ac:picMk id="31" creationId="{6FE74E7B-573A-01B7-97DF-C1548AB0A5A9}"/>
          </ac:picMkLst>
        </pc:picChg>
        <pc:picChg chg="del">
          <ac:chgData name="nakamura takuya" userId="727bb4a0-377a-4a8e-a89d-8efa14875c2f" providerId="ADAL" clId="{7D6FC31F-3357-4373-B706-004F3C0B89A4}" dt="2026-07-27T01:02:19.120" v="109" actId="478"/>
          <ac:picMkLst>
            <pc:docMk/>
            <pc:sldMk cId="0" sldId="296"/>
            <ac:picMk id="33" creationId="{03080441-459A-E359-EEA1-4BDDDD60EF92}"/>
          </ac:picMkLst>
        </pc:picChg>
        <pc:picChg chg="add mod">
          <ac:chgData name="nakamura takuya" userId="727bb4a0-377a-4a8e-a89d-8efa14875c2f" providerId="ADAL" clId="{7D6FC31F-3357-4373-B706-004F3C0B89A4}" dt="2026-07-27T01:26:41.230" v="638" actId="1037"/>
          <ac:picMkLst>
            <pc:docMk/>
            <pc:sldMk cId="0" sldId="296"/>
            <ac:picMk id="34" creationId="{66C6C9C2-2F7E-722C-42F7-5AA94E78292B}"/>
          </ac:picMkLst>
        </pc:picChg>
        <pc:picChg chg="del">
          <ac:chgData name="nakamura takuya" userId="727bb4a0-377a-4a8e-a89d-8efa14875c2f" providerId="ADAL" clId="{7D6FC31F-3357-4373-B706-004F3C0B89A4}" dt="2026-07-27T01:02:19.120" v="109" actId="478"/>
          <ac:picMkLst>
            <pc:docMk/>
            <pc:sldMk cId="0" sldId="296"/>
            <ac:picMk id="36" creationId="{D2718FAC-8BF7-D94F-AA3D-4577BB996EE8}"/>
          </ac:picMkLst>
        </pc:picChg>
        <pc:picChg chg="add">
          <ac:chgData name="nakamura takuya" userId="727bb4a0-377a-4a8e-a89d-8efa14875c2f" providerId="ADAL" clId="{7D6FC31F-3357-4373-B706-004F3C0B89A4}" dt="2026-07-27T01:02:24.481" v="110" actId="22"/>
          <ac:picMkLst>
            <pc:docMk/>
            <pc:sldMk cId="0" sldId="296"/>
            <ac:picMk id="37" creationId="{6D56BB05-BF01-50B7-6D9C-B07FB6D958F4}"/>
          </ac:picMkLst>
        </pc:picChg>
        <pc:picChg chg="add mod">
          <ac:chgData name="nakamura takuya" userId="727bb4a0-377a-4a8e-a89d-8efa14875c2f" providerId="ADAL" clId="{7D6FC31F-3357-4373-B706-004F3C0B89A4}" dt="2026-07-27T01:26:41.230" v="638" actId="1037"/>
          <ac:picMkLst>
            <pc:docMk/>
            <pc:sldMk cId="0" sldId="296"/>
            <ac:picMk id="39" creationId="{418ECB4C-14FD-8853-7E11-F465FCCEDFE0}"/>
          </ac:picMkLst>
        </pc:picChg>
        <pc:picChg chg="add mod">
          <ac:chgData name="nakamura takuya" userId="727bb4a0-377a-4a8e-a89d-8efa14875c2f" providerId="ADAL" clId="{7D6FC31F-3357-4373-B706-004F3C0B89A4}" dt="2026-07-27T01:26:36.361" v="619" actId="1037"/>
          <ac:picMkLst>
            <pc:docMk/>
            <pc:sldMk cId="0" sldId="296"/>
            <ac:picMk id="41" creationId="{77246181-2E0D-AEE1-DAA9-A8BB8DDD9EFE}"/>
          </ac:picMkLst>
        </pc:picChg>
        <pc:picChg chg="add mod">
          <ac:chgData name="nakamura takuya" userId="727bb4a0-377a-4a8e-a89d-8efa14875c2f" providerId="ADAL" clId="{7D6FC31F-3357-4373-B706-004F3C0B89A4}" dt="2026-07-27T01:26:36.361" v="619" actId="1037"/>
          <ac:picMkLst>
            <pc:docMk/>
            <pc:sldMk cId="0" sldId="296"/>
            <ac:picMk id="43" creationId="{06425311-17CC-48F6-529C-35F260E2C8D2}"/>
          </ac:picMkLst>
        </pc:picChg>
        <pc:picChg chg="del">
          <ac:chgData name="nakamura takuya" userId="727bb4a0-377a-4a8e-a89d-8efa14875c2f" providerId="ADAL" clId="{7D6FC31F-3357-4373-B706-004F3C0B89A4}" dt="2026-07-27T01:02:19.120" v="109" actId="478"/>
          <ac:picMkLst>
            <pc:docMk/>
            <pc:sldMk cId="0" sldId="296"/>
            <ac:picMk id="179" creationId="{FCDCAA7A-5916-B3BA-9493-3B02330A2A80}"/>
          </ac:picMkLst>
        </pc:picChg>
      </pc:sldChg>
      <pc:sldChg chg="addSp delSp modSp mod">
        <pc:chgData name="nakamura takuya" userId="727bb4a0-377a-4a8e-a89d-8efa14875c2f" providerId="ADAL" clId="{7D6FC31F-3357-4373-B706-004F3C0B89A4}" dt="2026-07-27T01:28:19.553" v="692" actId="12789"/>
        <pc:sldMkLst>
          <pc:docMk/>
          <pc:sldMk cId="0" sldId="297"/>
        </pc:sldMkLst>
        <pc:picChg chg="add del">
          <ac:chgData name="nakamura takuya" userId="727bb4a0-377a-4a8e-a89d-8efa14875c2f" providerId="ADAL" clId="{7D6FC31F-3357-4373-B706-004F3C0B89A4}" dt="2026-07-27T01:07:26.702" v="122" actId="478"/>
          <ac:picMkLst>
            <pc:docMk/>
            <pc:sldMk cId="0" sldId="297"/>
            <ac:picMk id="26" creationId="{1B76FB14-7AEF-3ABF-EA6E-0BAF0F624A5C}"/>
          </ac:picMkLst>
        </pc:picChg>
        <pc:picChg chg="add mod">
          <ac:chgData name="nakamura takuya" userId="727bb4a0-377a-4a8e-a89d-8efa14875c2f" providerId="ADAL" clId="{7D6FC31F-3357-4373-B706-004F3C0B89A4}" dt="2026-07-27T01:28:19.553" v="692" actId="12789"/>
          <ac:picMkLst>
            <pc:docMk/>
            <pc:sldMk cId="0" sldId="297"/>
            <ac:picMk id="28" creationId="{A092EE2F-6644-C2D0-7AF3-BE1C7E5EA2E0}"/>
          </ac:picMkLst>
        </pc:picChg>
        <pc:picChg chg="del">
          <ac:chgData name="nakamura takuya" userId="727bb4a0-377a-4a8e-a89d-8efa14875c2f" providerId="ADAL" clId="{7D6FC31F-3357-4373-B706-004F3C0B89A4}" dt="2026-07-27T01:07:10.892" v="120" actId="478"/>
          <ac:picMkLst>
            <pc:docMk/>
            <pc:sldMk cId="0" sldId="297"/>
            <ac:picMk id="30" creationId="{5B4996B7-D9FD-5776-A6DE-F3ADD7B75439}"/>
          </ac:picMkLst>
        </pc:picChg>
        <pc:picChg chg="add del">
          <ac:chgData name="nakamura takuya" userId="727bb4a0-377a-4a8e-a89d-8efa14875c2f" providerId="ADAL" clId="{7D6FC31F-3357-4373-B706-004F3C0B89A4}" dt="2026-07-27T01:07:30.197" v="123" actId="478"/>
          <ac:picMkLst>
            <pc:docMk/>
            <pc:sldMk cId="0" sldId="297"/>
            <ac:picMk id="31" creationId="{E209DE7E-5AAD-08BF-4CBC-2A2AD1EACB79}"/>
          </ac:picMkLst>
        </pc:picChg>
        <pc:picChg chg="add mod">
          <ac:chgData name="nakamura takuya" userId="727bb4a0-377a-4a8e-a89d-8efa14875c2f" providerId="ADAL" clId="{7D6FC31F-3357-4373-B706-004F3C0B89A4}" dt="2026-07-27T01:28:19.553" v="692" actId="12789"/>
          <ac:picMkLst>
            <pc:docMk/>
            <pc:sldMk cId="0" sldId="297"/>
            <ac:picMk id="33" creationId="{BD9468A9-56DD-D1C8-8F2C-CC7134B8B988}"/>
          </ac:picMkLst>
        </pc:picChg>
        <pc:picChg chg="add del">
          <ac:chgData name="nakamura takuya" userId="727bb4a0-377a-4a8e-a89d-8efa14875c2f" providerId="ADAL" clId="{7D6FC31F-3357-4373-B706-004F3C0B89A4}" dt="2026-07-27T01:07:31.452" v="124" actId="478"/>
          <ac:picMkLst>
            <pc:docMk/>
            <pc:sldMk cId="0" sldId="297"/>
            <ac:picMk id="35" creationId="{9901F2E2-4D1C-F612-B19D-2C9E788A4721}"/>
          </ac:picMkLst>
        </pc:picChg>
        <pc:picChg chg="del">
          <ac:chgData name="nakamura takuya" userId="727bb4a0-377a-4a8e-a89d-8efa14875c2f" providerId="ADAL" clId="{7D6FC31F-3357-4373-B706-004F3C0B89A4}" dt="2026-07-27T01:07:10.892" v="120" actId="478"/>
          <ac:picMkLst>
            <pc:docMk/>
            <pc:sldMk cId="0" sldId="297"/>
            <ac:picMk id="36" creationId="{D2718FAC-8BF7-D94F-AA3D-4577BB996EE8}"/>
          </ac:picMkLst>
        </pc:picChg>
        <pc:picChg chg="add del">
          <ac:chgData name="nakamura takuya" userId="727bb4a0-377a-4a8e-a89d-8efa14875c2f" providerId="ADAL" clId="{7D6FC31F-3357-4373-B706-004F3C0B89A4}" dt="2026-07-27T01:07:32.197" v="125" actId="478"/>
          <ac:picMkLst>
            <pc:docMk/>
            <pc:sldMk cId="0" sldId="297"/>
            <ac:picMk id="38" creationId="{FF704FED-0755-4E3D-AE6E-1333C91238C9}"/>
          </ac:picMkLst>
        </pc:picChg>
        <pc:picChg chg="add del">
          <ac:chgData name="nakamura takuya" userId="727bb4a0-377a-4a8e-a89d-8efa14875c2f" providerId="ADAL" clId="{7D6FC31F-3357-4373-B706-004F3C0B89A4}" dt="2026-07-27T01:07:33.052" v="126" actId="478"/>
          <ac:picMkLst>
            <pc:docMk/>
            <pc:sldMk cId="0" sldId="297"/>
            <ac:picMk id="40" creationId="{901DFC97-048C-0C8D-247C-FF2EBA0D7021}"/>
          </ac:picMkLst>
        </pc:picChg>
        <pc:picChg chg="add mod">
          <ac:chgData name="nakamura takuya" userId="727bb4a0-377a-4a8e-a89d-8efa14875c2f" providerId="ADAL" clId="{7D6FC31F-3357-4373-B706-004F3C0B89A4}" dt="2026-07-27T01:28:19.553" v="692" actId="12789"/>
          <ac:picMkLst>
            <pc:docMk/>
            <pc:sldMk cId="0" sldId="297"/>
            <ac:picMk id="42" creationId="{FEA43903-C59A-F9D5-D2A5-6384C938AD2E}"/>
          </ac:picMkLst>
        </pc:picChg>
        <pc:picChg chg="del">
          <ac:chgData name="nakamura takuya" userId="727bb4a0-377a-4a8e-a89d-8efa14875c2f" providerId="ADAL" clId="{7D6FC31F-3357-4373-B706-004F3C0B89A4}" dt="2026-07-27T01:07:10.892" v="120" actId="478"/>
          <ac:picMkLst>
            <pc:docMk/>
            <pc:sldMk cId="0" sldId="297"/>
            <ac:picMk id="178" creationId="{965D3620-FE3E-E9BE-B5D1-EC4F20D1D3A2}"/>
          </ac:picMkLst>
        </pc:picChg>
      </pc:sldChg>
      <pc:sldChg chg="addSp delSp modSp del mod">
        <pc:chgData name="nakamura takuya" userId="727bb4a0-377a-4a8e-a89d-8efa14875c2f" providerId="ADAL" clId="{7D6FC31F-3357-4373-B706-004F3C0B89A4}" dt="2026-07-27T09:21:24.813" v="1001" actId="47"/>
        <pc:sldMkLst>
          <pc:docMk/>
          <pc:sldMk cId="0" sldId="298"/>
        </pc:sldMkLst>
        <pc:picChg chg="mod">
          <ac:chgData name="nakamura takuya" userId="727bb4a0-377a-4a8e-a89d-8efa14875c2f" providerId="ADAL" clId="{7D6FC31F-3357-4373-B706-004F3C0B89A4}" dt="2026-07-27T01:28:47.547" v="755" actId="408"/>
          <ac:picMkLst>
            <pc:docMk/>
            <pc:sldMk cId="0" sldId="298"/>
            <ac:picMk id="25" creationId="{C1E8E1E4-4F5D-99EE-55CA-92B9325A7392}"/>
          </ac:picMkLst>
        </pc:picChg>
        <pc:picChg chg="add mod">
          <ac:chgData name="nakamura takuya" userId="727bb4a0-377a-4a8e-a89d-8efa14875c2f" providerId="ADAL" clId="{7D6FC31F-3357-4373-B706-004F3C0B89A4}" dt="2026-07-27T01:28:47.547" v="755" actId="408"/>
          <ac:picMkLst>
            <pc:docMk/>
            <pc:sldMk cId="0" sldId="298"/>
            <ac:picMk id="27" creationId="{2289A606-616B-1E30-5C8C-78983C2592BF}"/>
          </ac:picMkLst>
        </pc:picChg>
        <pc:picChg chg="del">
          <ac:chgData name="nakamura takuya" userId="727bb4a0-377a-4a8e-a89d-8efa14875c2f" providerId="ADAL" clId="{7D6FC31F-3357-4373-B706-004F3C0B89A4}" dt="2026-07-27T01:09:21.940" v="147" actId="478"/>
          <ac:picMkLst>
            <pc:docMk/>
            <pc:sldMk cId="0" sldId="298"/>
            <ac:picMk id="30" creationId="{5B4996B7-D9FD-5776-A6DE-F3ADD7B75439}"/>
          </ac:picMkLst>
        </pc:picChg>
        <pc:picChg chg="mod">
          <ac:chgData name="nakamura takuya" userId="727bb4a0-377a-4a8e-a89d-8efa14875c2f" providerId="ADAL" clId="{7D6FC31F-3357-4373-B706-004F3C0B89A4}" dt="2026-07-27T01:28:47.547" v="755" actId="408"/>
          <ac:picMkLst>
            <pc:docMk/>
            <pc:sldMk cId="0" sldId="298"/>
            <ac:picMk id="31" creationId="{6FE74E7B-573A-01B7-97DF-C1548AB0A5A9}"/>
          </ac:picMkLst>
        </pc:picChg>
        <pc:picChg chg="mod">
          <ac:chgData name="nakamura takuya" userId="727bb4a0-377a-4a8e-a89d-8efa14875c2f" providerId="ADAL" clId="{7D6FC31F-3357-4373-B706-004F3C0B89A4}" dt="2026-07-27T01:28:47.547" v="755" actId="408"/>
          <ac:picMkLst>
            <pc:docMk/>
            <pc:sldMk cId="0" sldId="298"/>
            <ac:picMk id="33" creationId="{03080441-459A-E359-EEA1-4BDDDD60EF92}"/>
          </ac:picMkLst>
        </pc:picChg>
        <pc:picChg chg="mod">
          <ac:chgData name="nakamura takuya" userId="727bb4a0-377a-4a8e-a89d-8efa14875c2f" providerId="ADAL" clId="{7D6FC31F-3357-4373-B706-004F3C0B89A4}" dt="2026-07-27T01:28:47.547" v="755" actId="408"/>
          <ac:picMkLst>
            <pc:docMk/>
            <pc:sldMk cId="0" sldId="298"/>
            <ac:picMk id="36" creationId="{D2718FAC-8BF7-D94F-AA3D-4577BB996EE8}"/>
          </ac:picMkLst>
        </pc:picChg>
      </pc:sldChg>
      <pc:sldChg chg="addSp delSp modSp del mod">
        <pc:chgData name="nakamura takuya" userId="727bb4a0-377a-4a8e-a89d-8efa14875c2f" providerId="ADAL" clId="{7D6FC31F-3357-4373-B706-004F3C0B89A4}" dt="2026-07-27T09:21:50.697" v="1003" actId="47"/>
        <pc:sldMkLst>
          <pc:docMk/>
          <pc:sldMk cId="0" sldId="299"/>
        </pc:sldMkLst>
        <pc:picChg chg="mod">
          <ac:chgData name="nakamura takuya" userId="727bb4a0-377a-4a8e-a89d-8efa14875c2f" providerId="ADAL" clId="{7D6FC31F-3357-4373-B706-004F3C0B89A4}" dt="2026-07-27T01:29:57.511" v="811" actId="12789"/>
          <ac:picMkLst>
            <pc:docMk/>
            <pc:sldMk cId="0" sldId="299"/>
            <ac:picMk id="25" creationId="{C1E8E1E4-4F5D-99EE-55CA-92B9325A7392}"/>
          </ac:picMkLst>
        </pc:picChg>
        <pc:picChg chg="add mod">
          <ac:chgData name="nakamura takuya" userId="727bb4a0-377a-4a8e-a89d-8efa14875c2f" providerId="ADAL" clId="{7D6FC31F-3357-4373-B706-004F3C0B89A4}" dt="2026-07-27T01:29:57.511" v="811" actId="12789"/>
          <ac:picMkLst>
            <pc:docMk/>
            <pc:sldMk cId="0" sldId="299"/>
            <ac:picMk id="27" creationId="{0CFDF9AA-95DE-7848-46C9-2990A3A7D2B2}"/>
          </ac:picMkLst>
        </pc:picChg>
        <pc:picChg chg="del">
          <ac:chgData name="nakamura takuya" userId="727bb4a0-377a-4a8e-a89d-8efa14875c2f" providerId="ADAL" clId="{7D6FC31F-3357-4373-B706-004F3C0B89A4}" dt="2026-07-27T01:09:29.882" v="149" actId="478"/>
          <ac:picMkLst>
            <pc:docMk/>
            <pc:sldMk cId="0" sldId="299"/>
            <ac:picMk id="30" creationId="{5B4996B7-D9FD-5776-A6DE-F3ADD7B75439}"/>
          </ac:picMkLst>
        </pc:picChg>
        <pc:picChg chg="mod">
          <ac:chgData name="nakamura takuya" userId="727bb4a0-377a-4a8e-a89d-8efa14875c2f" providerId="ADAL" clId="{7D6FC31F-3357-4373-B706-004F3C0B89A4}" dt="2026-07-27T01:29:57.511" v="811" actId="12789"/>
          <ac:picMkLst>
            <pc:docMk/>
            <pc:sldMk cId="0" sldId="299"/>
            <ac:picMk id="31" creationId="{6FE74E7B-573A-01B7-97DF-C1548AB0A5A9}"/>
          </ac:picMkLst>
        </pc:picChg>
        <pc:picChg chg="mod">
          <ac:chgData name="nakamura takuya" userId="727bb4a0-377a-4a8e-a89d-8efa14875c2f" providerId="ADAL" clId="{7D6FC31F-3357-4373-B706-004F3C0B89A4}" dt="2026-07-27T01:29:57.511" v="811" actId="12789"/>
          <ac:picMkLst>
            <pc:docMk/>
            <pc:sldMk cId="0" sldId="299"/>
            <ac:picMk id="33" creationId="{03080441-459A-E359-EEA1-4BDDDD60EF92}"/>
          </ac:picMkLst>
        </pc:picChg>
        <pc:picChg chg="del mod">
          <ac:chgData name="nakamura takuya" userId="727bb4a0-377a-4a8e-a89d-8efa14875c2f" providerId="ADAL" clId="{7D6FC31F-3357-4373-B706-004F3C0B89A4}" dt="2026-07-27T01:12:43.701" v="187" actId="478"/>
          <ac:picMkLst>
            <pc:docMk/>
            <pc:sldMk cId="0" sldId="299"/>
            <ac:picMk id="36" creationId="{D2718FAC-8BF7-D94F-AA3D-4577BB996EE8}"/>
          </ac:picMkLst>
        </pc:picChg>
        <pc:picChg chg="mod">
          <ac:chgData name="nakamura takuya" userId="727bb4a0-377a-4a8e-a89d-8efa14875c2f" providerId="ADAL" clId="{7D6FC31F-3357-4373-B706-004F3C0B89A4}" dt="2026-07-27T01:29:57.511" v="811" actId="12789"/>
          <ac:picMkLst>
            <pc:docMk/>
            <pc:sldMk cId="0" sldId="299"/>
            <ac:picMk id="178" creationId="{965D3620-FE3E-E9BE-B5D1-EC4F20D1D3A2}"/>
          </ac:picMkLst>
        </pc:picChg>
      </pc:sldChg>
      <pc:sldChg chg="addSp delSp modSp mod">
        <pc:chgData name="nakamura takuya" userId="727bb4a0-377a-4a8e-a89d-8efa14875c2f" providerId="ADAL" clId="{7D6FC31F-3357-4373-B706-004F3C0B89A4}" dt="2026-07-27T01:30:26.436" v="865" actId="12789"/>
        <pc:sldMkLst>
          <pc:docMk/>
          <pc:sldMk cId="0" sldId="300"/>
        </pc:sldMkLst>
        <pc:picChg chg="add mod">
          <ac:chgData name="nakamura takuya" userId="727bb4a0-377a-4a8e-a89d-8efa14875c2f" providerId="ADAL" clId="{7D6FC31F-3357-4373-B706-004F3C0B89A4}" dt="2026-07-27T01:30:26.436" v="865" actId="12789"/>
          <ac:picMkLst>
            <pc:docMk/>
            <pc:sldMk cId="0" sldId="300"/>
            <ac:picMk id="26" creationId="{C0596200-D811-8C3A-CEEE-77AFBB41551C}"/>
          </ac:picMkLst>
        </pc:picChg>
        <pc:picChg chg="add mod">
          <ac:chgData name="nakamura takuya" userId="727bb4a0-377a-4a8e-a89d-8efa14875c2f" providerId="ADAL" clId="{7D6FC31F-3357-4373-B706-004F3C0B89A4}" dt="2026-07-27T01:30:26.436" v="865" actId="12789"/>
          <ac:picMkLst>
            <pc:docMk/>
            <pc:sldMk cId="0" sldId="300"/>
            <ac:picMk id="28" creationId="{A65BFB81-53B1-688A-C5D8-7F09585F737F}"/>
          </ac:picMkLst>
        </pc:picChg>
        <pc:picChg chg="del">
          <ac:chgData name="nakamura takuya" userId="727bb4a0-377a-4a8e-a89d-8efa14875c2f" providerId="ADAL" clId="{7D6FC31F-3357-4373-B706-004F3C0B89A4}" dt="2026-07-27T01:12:57.820" v="212" actId="478"/>
          <ac:picMkLst>
            <pc:docMk/>
            <pc:sldMk cId="0" sldId="300"/>
            <ac:picMk id="30" creationId="{5B4996B7-D9FD-5776-A6DE-F3ADD7B75439}"/>
          </ac:picMkLst>
        </pc:picChg>
        <pc:picChg chg="mod">
          <ac:chgData name="nakamura takuya" userId="727bb4a0-377a-4a8e-a89d-8efa14875c2f" providerId="ADAL" clId="{7D6FC31F-3357-4373-B706-004F3C0B89A4}" dt="2026-07-27T01:30:26.436" v="865" actId="12789"/>
          <ac:picMkLst>
            <pc:docMk/>
            <pc:sldMk cId="0" sldId="300"/>
            <ac:picMk id="33" creationId="{03080441-459A-E359-EEA1-4BDDDD60EF92}"/>
          </ac:picMkLst>
        </pc:picChg>
        <pc:picChg chg="mod">
          <ac:chgData name="nakamura takuya" userId="727bb4a0-377a-4a8e-a89d-8efa14875c2f" providerId="ADAL" clId="{7D6FC31F-3357-4373-B706-004F3C0B89A4}" dt="2026-07-27T01:30:26.436" v="865" actId="12789"/>
          <ac:picMkLst>
            <pc:docMk/>
            <pc:sldMk cId="0" sldId="300"/>
            <ac:picMk id="36" creationId="{D2718FAC-8BF7-D94F-AA3D-4577BB996EE8}"/>
          </ac:picMkLst>
        </pc:picChg>
        <pc:picChg chg="del mod">
          <ac:chgData name="nakamura takuya" userId="727bb4a0-377a-4a8e-a89d-8efa14875c2f" providerId="ADAL" clId="{7D6FC31F-3357-4373-B706-004F3C0B89A4}" dt="2026-07-27T01:14:21.435" v="232" actId="478"/>
          <ac:picMkLst>
            <pc:docMk/>
            <pc:sldMk cId="0" sldId="300"/>
            <ac:picMk id="179" creationId="{FCDCAA7A-5916-B3BA-9493-3B02330A2A80}"/>
          </ac:picMkLst>
        </pc:picChg>
      </pc:sldChg>
      <pc:sldChg chg="addSp delSp modSp mod">
        <pc:chgData name="nakamura takuya" userId="727bb4a0-377a-4a8e-a89d-8efa14875c2f" providerId="ADAL" clId="{7D6FC31F-3357-4373-B706-004F3C0B89A4}" dt="2026-07-27T01:30:43.016" v="867" actId="12789"/>
        <pc:sldMkLst>
          <pc:docMk/>
          <pc:sldMk cId="0" sldId="301"/>
        </pc:sldMkLst>
        <pc:picChg chg="add mod">
          <ac:chgData name="nakamura takuya" userId="727bb4a0-377a-4a8e-a89d-8efa14875c2f" providerId="ADAL" clId="{7D6FC31F-3357-4373-B706-004F3C0B89A4}" dt="2026-07-27T01:30:43.016" v="867" actId="12789"/>
          <ac:picMkLst>
            <pc:docMk/>
            <pc:sldMk cId="0" sldId="301"/>
            <ac:picMk id="26" creationId="{1A97B92B-0454-8B36-4A3A-C4D4DDFE111F}"/>
          </ac:picMkLst>
        </pc:picChg>
        <pc:picChg chg="del">
          <ac:chgData name="nakamura takuya" userId="727bb4a0-377a-4a8e-a89d-8efa14875c2f" providerId="ADAL" clId="{7D6FC31F-3357-4373-B706-004F3C0B89A4}" dt="2026-07-27T01:14:37.083" v="262" actId="478"/>
          <ac:picMkLst>
            <pc:docMk/>
            <pc:sldMk cId="0" sldId="301"/>
            <ac:picMk id="30" creationId="{5B4996B7-D9FD-5776-A6DE-F3ADD7B75439}"/>
          </ac:picMkLst>
        </pc:picChg>
        <pc:picChg chg="mod">
          <ac:chgData name="nakamura takuya" userId="727bb4a0-377a-4a8e-a89d-8efa14875c2f" providerId="ADAL" clId="{7D6FC31F-3357-4373-B706-004F3C0B89A4}" dt="2026-07-27T01:30:43.016" v="867" actId="12789"/>
          <ac:picMkLst>
            <pc:docMk/>
            <pc:sldMk cId="0" sldId="301"/>
            <ac:picMk id="33" creationId="{03080441-459A-E359-EEA1-4BDDDD60EF92}"/>
          </ac:picMkLst>
        </pc:picChg>
        <pc:picChg chg="mod">
          <ac:chgData name="nakamura takuya" userId="727bb4a0-377a-4a8e-a89d-8efa14875c2f" providerId="ADAL" clId="{7D6FC31F-3357-4373-B706-004F3C0B89A4}" dt="2026-07-27T01:30:43.016" v="867" actId="12789"/>
          <ac:picMkLst>
            <pc:docMk/>
            <pc:sldMk cId="0" sldId="301"/>
            <ac:picMk id="36" creationId="{D2718FAC-8BF7-D94F-AA3D-4577BB996EE8}"/>
          </ac:picMkLst>
        </pc:picChg>
      </pc:sldChg>
      <pc:sldChg chg="add">
        <pc:chgData name="nakamura takuya" userId="727bb4a0-377a-4a8e-a89d-8efa14875c2f" providerId="ADAL" clId="{7D6FC31F-3357-4373-B706-004F3C0B89A4}" dt="2026-07-27T09:17:46.108" v="872"/>
        <pc:sldMkLst>
          <pc:docMk/>
          <pc:sldMk cId="0" sldId="318"/>
        </pc:sldMkLst>
      </pc:sldChg>
      <pc:sldChg chg="addSp delSp add mod">
        <pc:chgData name="nakamura takuya" userId="727bb4a0-377a-4a8e-a89d-8efa14875c2f" providerId="ADAL" clId="{7D6FC31F-3357-4373-B706-004F3C0B89A4}" dt="2026-07-27T09:22:35.960" v="1007" actId="22"/>
        <pc:sldMkLst>
          <pc:docMk/>
          <pc:sldMk cId="0" sldId="319"/>
        </pc:sldMkLst>
        <pc:spChg chg="del">
          <ac:chgData name="nakamura takuya" userId="727bb4a0-377a-4a8e-a89d-8efa14875c2f" providerId="ADAL" clId="{7D6FC31F-3357-4373-B706-004F3C0B89A4}" dt="2026-07-27T09:22:35.713" v="1006" actId="478"/>
          <ac:spMkLst>
            <pc:docMk/>
            <pc:sldMk cId="0" sldId="319"/>
            <ac:spMk id="15" creationId="{00000000-0000-0000-0000-000000000000}"/>
          </ac:spMkLst>
        </pc:spChg>
        <pc:spChg chg="add">
          <ac:chgData name="nakamura takuya" userId="727bb4a0-377a-4a8e-a89d-8efa14875c2f" providerId="ADAL" clId="{7D6FC31F-3357-4373-B706-004F3C0B89A4}" dt="2026-07-27T09:22:35.960" v="1007" actId="22"/>
          <ac:spMkLst>
            <pc:docMk/>
            <pc:sldMk cId="0" sldId="319"/>
            <ac:spMk id="28" creationId="{218F78B2-1047-CD7A-9E46-D0312EA70DAF}"/>
          </ac:spMkLst>
        </pc:spChg>
      </pc:sldChg>
      <pc:sldChg chg="addSp delSp add mod">
        <pc:chgData name="nakamura takuya" userId="727bb4a0-377a-4a8e-a89d-8efa14875c2f" providerId="ADAL" clId="{7D6FC31F-3357-4373-B706-004F3C0B89A4}" dt="2026-07-27T09:22:07.308" v="1005" actId="22"/>
        <pc:sldMkLst>
          <pc:docMk/>
          <pc:sldMk cId="0" sldId="320"/>
        </pc:sldMkLst>
        <pc:spChg chg="del">
          <ac:chgData name="nakamura takuya" userId="727bb4a0-377a-4a8e-a89d-8efa14875c2f" providerId="ADAL" clId="{7D6FC31F-3357-4373-B706-004F3C0B89A4}" dt="2026-07-27T09:22:06.936" v="1004" actId="478"/>
          <ac:spMkLst>
            <pc:docMk/>
            <pc:sldMk cId="0" sldId="320"/>
            <ac:spMk id="15" creationId="{00000000-0000-0000-0000-000000000000}"/>
          </ac:spMkLst>
        </pc:spChg>
        <pc:spChg chg="add">
          <ac:chgData name="nakamura takuya" userId="727bb4a0-377a-4a8e-a89d-8efa14875c2f" providerId="ADAL" clId="{7D6FC31F-3357-4373-B706-004F3C0B89A4}" dt="2026-07-27T09:22:07.308" v="1005" actId="22"/>
          <ac:spMkLst>
            <pc:docMk/>
            <pc:sldMk cId="0" sldId="320"/>
            <ac:spMk id="28" creationId="{9BC3E715-2F63-0D65-8288-7E4D05AE054E}"/>
          </ac:spMkLst>
        </pc:spChg>
      </pc:sldChg>
    </pc:docChg>
  </pc:docChgLst>
  <pc:docChgLst>
    <pc:chgData name="Chong Chi Lam" userId="S::chong.chilam@lowcode.co.jp::81382fe5-eaa4-4a9a-a65b-f1565c4c4d27" providerId="AD" clId="Web-{2D98BE66-1B10-5E38-6FA0-E1357661223D}"/>
    <pc:docChg chg="modSld">
      <pc:chgData name="Chong Chi Lam" userId="S::chong.chilam@lowcode.co.jp::81382fe5-eaa4-4a9a-a65b-f1565c4c4d27" providerId="AD" clId="Web-{2D98BE66-1B10-5E38-6FA0-E1357661223D}" dt="2026-07-27T00:43:14.744" v="7" actId="20577"/>
      <pc:docMkLst>
        <pc:docMk/>
      </pc:docMkLst>
      <pc:sldChg chg="modSp">
        <pc:chgData name="Chong Chi Lam" userId="S::chong.chilam@lowcode.co.jp::81382fe5-eaa4-4a9a-a65b-f1565c4c4d27" providerId="AD" clId="Web-{2D98BE66-1B10-5E38-6FA0-E1357661223D}" dt="2026-07-27T00:43:14.744" v="7" actId="20577"/>
        <pc:sldMkLst>
          <pc:docMk/>
          <pc:sldMk cId="0" sldId="283"/>
        </pc:sldMkLst>
        <pc:spChg chg="mod">
          <ac:chgData name="Chong Chi Lam" userId="S::chong.chilam@lowcode.co.jp::81382fe5-eaa4-4a9a-a65b-f1565c4c4d27" providerId="AD" clId="Web-{2D98BE66-1B10-5E38-6FA0-E1357661223D}" dt="2026-07-27T00:43:14.744" v="7" actId="20577"/>
          <ac:spMkLst>
            <pc:docMk/>
            <pc:sldMk cId="0" sldId="283"/>
            <ac:spMk id="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E7BBA-1A57-4CFB-883E-2D12E1B74D29}" type="datetimeFigureOut">
              <a:rPr kumimoji="1" lang="ja-JP" altLang="en-US" smtClean="0"/>
              <a:t>2026/7/27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8C158-C7C8-4711-9209-A02984D40B1D}" type="slidenum">
              <a:rPr kumimoji="1" lang="ja-JP" altLang="en-US" smtClean="0"/>
              <a:t>‹#›</a:t>
            </a:fld>
            <a:endParaRPr kumimoji="1" lang="ja-JP" altLang="en-US"/>
          </a:p>
        </p:txBody>
      </p:sp>
    </p:spTree>
    <p:extLst>
      <p:ext uri="{BB962C8B-B14F-4D97-AF65-F5344CB8AC3E}">
        <p14:creationId xmlns:p14="http://schemas.microsoft.com/office/powerpoint/2010/main" val="36226601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表紙">
    <p:bg>
      <p:bgPr>
        <a:solidFill>
          <a:schemeClr val="bg1"/>
        </a:solidFill>
        <a:effectLst/>
      </p:bgPr>
    </p:bg>
    <p:spTree>
      <p:nvGrpSpPr>
        <p:cNvPr id="1" name=""/>
        <p:cNvGrpSpPr/>
        <p:nvPr/>
      </p:nvGrpSpPr>
      <p:grpSpPr>
        <a:xfrm>
          <a:off x="0" y="0"/>
          <a:ext cx="0" cy="0"/>
          <a:chOff x="0" y="0"/>
          <a:chExt cx="0" cy="0"/>
        </a:xfrm>
      </p:grpSpPr>
      <p:sp>
        <p:nvSpPr>
          <p:cNvPr id="14" name="テキスト プレースホルダー 13">
            <a:extLst>
              <a:ext uri="{FF2B5EF4-FFF2-40B4-BE49-F238E27FC236}">
                <a16:creationId xmlns:a16="http://schemas.microsoft.com/office/drawing/2014/main" id="{5A29DF86-A2DE-CC98-8D90-9053B6FD6938}"/>
              </a:ext>
            </a:extLst>
          </p:cNvPr>
          <p:cNvSpPr>
            <a:spLocks noGrp="1"/>
          </p:cNvSpPr>
          <p:nvPr>
            <p:ph type="body" sz="quarter" idx="12"/>
          </p:nvPr>
        </p:nvSpPr>
        <p:spPr>
          <a:xfrm>
            <a:off x="1149211" y="3360716"/>
            <a:ext cx="9419782" cy="789800"/>
          </a:xfrm>
          <a:prstGeom prst="rect">
            <a:avLst/>
          </a:prstGeom>
        </p:spPr>
        <p:txBody>
          <a:bodyPr anchor="ctr" anchorCtr="0">
            <a:normAutofit/>
          </a:bodyPr>
          <a:lstStyle>
            <a:lvl1pPr marL="0" indent="0">
              <a:buNone/>
              <a:defRPr sz="4355"/>
            </a:lvl1pPr>
          </a:lstStyle>
          <a:p>
            <a:pPr lvl="0"/>
            <a:r>
              <a:rPr kumimoji="1" lang="ja-JP" altLang="en-US"/>
              <a:t>マスター テキストの書式設定</a:t>
            </a:r>
          </a:p>
        </p:txBody>
      </p:sp>
      <p:sp>
        <p:nvSpPr>
          <p:cNvPr id="2" name="Title 1"/>
          <p:cNvSpPr>
            <a:spLocks noGrp="1"/>
          </p:cNvSpPr>
          <p:nvPr>
            <p:ph type="ctrTitle" hasCustomPrompt="1"/>
          </p:nvPr>
        </p:nvSpPr>
        <p:spPr>
          <a:xfrm>
            <a:off x="1149699" y="2391227"/>
            <a:ext cx="9418806" cy="862077"/>
          </a:xfrm>
          <a:prstGeom prst="rect">
            <a:avLst/>
          </a:prstGeom>
        </p:spPr>
        <p:txBody>
          <a:bodyPr lIns="0" tIns="0" rIns="0" bIns="0" anchor="t">
            <a:noAutofit/>
          </a:bodyPr>
          <a:lstStyle>
            <a:lvl1pPr algn="l">
              <a:lnSpc>
                <a:spcPct val="100000"/>
              </a:lnSpc>
              <a:defRPr sz="4899" b="1" cap="none" spc="0">
                <a:ln w="0">
                  <a:noFill/>
                  <a:prstDash val="solid"/>
                </a:ln>
                <a:gradFill>
                  <a:gsLst>
                    <a:gs pos="97000">
                      <a:schemeClr val="accent5">
                        <a:lumMod val="50000"/>
                      </a:schemeClr>
                    </a:gs>
                    <a:gs pos="73000">
                      <a:srgbClr val="3CBACB"/>
                    </a:gs>
                    <a:gs pos="0">
                      <a:schemeClr val="accent5">
                        <a:lumMod val="90000"/>
                      </a:schemeClr>
                    </a:gs>
                  </a:gsLst>
                  <a:lin ang="10800000" scaled="0"/>
                </a:gradFill>
                <a:effectLst/>
                <a:latin typeface="+mn-ea"/>
                <a:ea typeface="+mn-ea"/>
              </a:defRPr>
            </a:lvl1pPr>
          </a:lstStyle>
          <a:p>
            <a:r>
              <a:rPr lang="ja-JP" altLang="en-US"/>
              <a:t>プレゼンテーションテンプレート</a:t>
            </a:r>
            <a:endParaRPr lang="en-US"/>
          </a:p>
        </p:txBody>
      </p:sp>
      <p:sp>
        <p:nvSpPr>
          <p:cNvPr id="3" name="Subtitle 2"/>
          <p:cNvSpPr>
            <a:spLocks noGrp="1"/>
          </p:cNvSpPr>
          <p:nvPr>
            <p:ph type="subTitle" idx="1"/>
          </p:nvPr>
        </p:nvSpPr>
        <p:spPr>
          <a:xfrm>
            <a:off x="1149706" y="1992752"/>
            <a:ext cx="8360289" cy="291063"/>
          </a:xfrm>
          <a:prstGeom prst="rect">
            <a:avLst/>
          </a:prstGeom>
          <a:ln>
            <a:noFill/>
          </a:ln>
        </p:spPr>
        <p:txBody>
          <a:bodyPr lIns="0" tIns="0" rIns="0" bIns="0" anchor="ctr">
            <a:noAutofit/>
          </a:bodyPr>
          <a:lstStyle>
            <a:lvl1pPr marL="0" indent="0" algn="l">
              <a:buNone/>
              <a:defRPr sz="1633" b="0" cap="none" spc="0">
                <a:ln w="0">
                  <a:noFill/>
                  <a:prstDash val="solid"/>
                </a:ln>
                <a:solidFill>
                  <a:schemeClr val="tx2"/>
                </a:solidFill>
                <a:effectLst/>
                <a:latin typeface="+mn-ea"/>
                <a:ea typeface="+mn-ea"/>
              </a:defRPr>
            </a:lvl1pPr>
            <a:lvl2pPr marL="457203" indent="0" algn="ctr">
              <a:buNone/>
              <a:defRPr sz="2000"/>
            </a:lvl2pPr>
            <a:lvl3pPr marL="914406" indent="0" algn="ctr">
              <a:buNone/>
              <a:defRPr sz="1800"/>
            </a:lvl3pPr>
            <a:lvl4pPr marL="1371609" indent="0" algn="ctr">
              <a:buNone/>
              <a:defRPr sz="1600"/>
            </a:lvl4pPr>
            <a:lvl5pPr marL="1828812" indent="0" algn="ctr">
              <a:buNone/>
              <a:defRPr sz="1600"/>
            </a:lvl5pPr>
            <a:lvl6pPr marL="2286015" indent="0" algn="ctr">
              <a:buNone/>
              <a:defRPr sz="1600"/>
            </a:lvl6pPr>
            <a:lvl7pPr marL="2743218" indent="0" algn="ctr">
              <a:buNone/>
              <a:defRPr sz="1600"/>
            </a:lvl7pPr>
            <a:lvl8pPr marL="3200421" indent="0" algn="ctr">
              <a:buNone/>
              <a:defRPr sz="1600"/>
            </a:lvl8pPr>
            <a:lvl9pPr marL="3657624" indent="0" algn="ctr">
              <a:buNone/>
              <a:defRPr sz="1600"/>
            </a:lvl9pPr>
          </a:lstStyle>
          <a:p>
            <a:r>
              <a:rPr lang="ja-JP" altLang="en-US"/>
              <a:t>マスター サブタイトルの書式設定</a:t>
            </a:r>
            <a:endParaRPr lang="en-US"/>
          </a:p>
        </p:txBody>
      </p:sp>
      <p:sp>
        <p:nvSpPr>
          <p:cNvPr id="8" name="Text Placeholder 3">
            <a:extLst>
              <a:ext uri="{FF2B5EF4-FFF2-40B4-BE49-F238E27FC236}">
                <a16:creationId xmlns:a16="http://schemas.microsoft.com/office/drawing/2014/main" id="{9649C234-A319-4CA8-B571-4E8F7ACF547B}"/>
              </a:ext>
            </a:extLst>
          </p:cNvPr>
          <p:cNvSpPr>
            <a:spLocks noGrp="1"/>
          </p:cNvSpPr>
          <p:nvPr>
            <p:ph type="body" sz="half" idx="2" hasCustomPrompt="1"/>
          </p:nvPr>
        </p:nvSpPr>
        <p:spPr>
          <a:xfrm>
            <a:off x="1149706" y="4575512"/>
            <a:ext cx="1600953" cy="291063"/>
          </a:xfrm>
          <a:prstGeom prst="rect">
            <a:avLst/>
          </a:prstGeom>
          <a:solidFill>
            <a:schemeClr val="accent1"/>
          </a:solidFill>
        </p:spPr>
        <p:txBody>
          <a:bodyPr tIns="18000" bIns="0" anchor="ctr">
            <a:normAutofit/>
          </a:bodyPr>
          <a:lstStyle>
            <a:lvl1pPr marL="0" indent="0" algn="ctr">
              <a:buNone/>
              <a:defRPr sz="1452" spc="91" baseline="0">
                <a:solidFill>
                  <a:schemeClr val="bg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lvl="0"/>
            <a:r>
              <a:rPr lang="en-US" altLang="ja-JP"/>
              <a:t>2020.10.01</a:t>
            </a:r>
            <a:endParaRPr lang="ja-JP" altLang="en-US"/>
          </a:p>
        </p:txBody>
      </p:sp>
      <p:sp>
        <p:nvSpPr>
          <p:cNvPr id="4" name="正方形/長方形 3">
            <a:extLst>
              <a:ext uri="{FF2B5EF4-FFF2-40B4-BE49-F238E27FC236}">
                <a16:creationId xmlns:a16="http://schemas.microsoft.com/office/drawing/2014/main" id="{1D3A9960-2BBC-1A7F-6AAF-9F051165E927}"/>
              </a:ext>
            </a:extLst>
          </p:cNvPr>
          <p:cNvSpPr/>
          <p:nvPr userDrawn="1"/>
        </p:nvSpPr>
        <p:spPr>
          <a:xfrm>
            <a:off x="760380" y="1825900"/>
            <a:ext cx="209297" cy="31834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spc="100">
              <a:solidFill>
                <a:schemeClr val="tx2"/>
              </a:solidFill>
              <a:latin typeface="+mn-ea"/>
            </a:endParaRPr>
          </a:p>
        </p:txBody>
      </p:sp>
      <p:sp>
        <p:nvSpPr>
          <p:cNvPr id="7" name="テキスト プレースホルダー 9">
            <a:extLst>
              <a:ext uri="{FF2B5EF4-FFF2-40B4-BE49-F238E27FC236}">
                <a16:creationId xmlns:a16="http://schemas.microsoft.com/office/drawing/2014/main" id="{8FB24792-959A-16B7-4899-5AAC1A2D7F79}"/>
              </a:ext>
            </a:extLst>
          </p:cNvPr>
          <p:cNvSpPr>
            <a:spLocks noGrp="1"/>
          </p:cNvSpPr>
          <p:nvPr>
            <p:ph type="body" sz="half" idx="10" hasCustomPrompt="1"/>
          </p:nvPr>
        </p:nvSpPr>
        <p:spPr>
          <a:xfrm>
            <a:off x="1149706" y="4575512"/>
            <a:ext cx="1600953" cy="291063"/>
          </a:xfrm>
          <a:prstGeom prst="rect">
            <a:avLst/>
          </a:prstGeom>
          <a:solidFill>
            <a:schemeClr val="accent1"/>
          </a:solidFill>
        </p:spPr>
        <p:txBody>
          <a:bodyPr anchor="ctr" anchorCtr="0">
            <a:normAutofit/>
          </a:bodyPr>
          <a:lstStyle>
            <a:lvl1pPr marL="0" indent="0" algn="ctr">
              <a:buNone/>
              <a:defRPr sz="1452">
                <a:solidFill>
                  <a:schemeClr val="bg1"/>
                </a:solidFill>
              </a:defRPr>
            </a:lvl1pPr>
          </a:lstStyle>
          <a:p>
            <a:r>
              <a:rPr lang="en-US" altLang="ja-JP" spc="100"/>
              <a:t>2024.07.08</a:t>
            </a:r>
            <a:endParaRPr lang="ja-JP" altLang="en-US" spc="100"/>
          </a:p>
        </p:txBody>
      </p:sp>
    </p:spTree>
    <p:extLst>
      <p:ext uri="{BB962C8B-B14F-4D97-AF65-F5344CB8AC3E}">
        <p14:creationId xmlns:p14="http://schemas.microsoft.com/office/powerpoint/2010/main" val="271980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次">
    <p:bg>
      <p:bgPr>
        <a:solidFill>
          <a:schemeClr val="tx2"/>
        </a:solidFill>
        <a:effectLst/>
      </p:bgPr>
    </p:bg>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F72A3028-8B63-5839-5C17-9FEE3D5EEA41}"/>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bg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6EE881AC-9F0B-8A67-2800-BA379A144F6C}"/>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0">
                <a:solidFill>
                  <a:schemeClr val="bg1"/>
                </a:solidFill>
                <a:latin typeface="+mj-ea"/>
                <a:ea typeface="+mj-ea"/>
              </a:defRPr>
            </a:lvl1pPr>
          </a:lstStyle>
          <a:p>
            <a:r>
              <a:rPr lang="ja-JP" altLang="en-US"/>
              <a:t>タイトルが入ります</a:t>
            </a:r>
            <a:endParaRPr lang="en-US"/>
          </a:p>
        </p:txBody>
      </p:sp>
      <p:sp>
        <p:nvSpPr>
          <p:cNvPr id="11" name="正方形/長方形 10">
            <a:extLst>
              <a:ext uri="{FF2B5EF4-FFF2-40B4-BE49-F238E27FC236}">
                <a16:creationId xmlns:a16="http://schemas.microsoft.com/office/drawing/2014/main" id="{2E03C316-8F5D-4D06-0CEA-3CBFA4DDAEE5}"/>
              </a:ext>
            </a:extLst>
          </p:cNvPr>
          <p:cNvSpPr/>
          <p:nvPr userDrawn="1"/>
        </p:nvSpPr>
        <p:spPr>
          <a:xfrm flipV="1">
            <a:off x="723630" y="734794"/>
            <a:ext cx="10729319" cy="810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3" name="Text Placeholder 3">
            <a:extLst>
              <a:ext uri="{FF2B5EF4-FFF2-40B4-BE49-F238E27FC236}">
                <a16:creationId xmlns:a16="http://schemas.microsoft.com/office/drawing/2014/main" id="{A75236A4-19FE-66B8-28AB-FE24B4935AA7}"/>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bg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2" name="テキスト ボックス 1">
            <a:extLst>
              <a:ext uri="{FF2B5EF4-FFF2-40B4-BE49-F238E27FC236}">
                <a16:creationId xmlns:a16="http://schemas.microsoft.com/office/drawing/2014/main" id="{57118DB0-D694-263A-335C-6D6B33275B18}"/>
              </a:ext>
            </a:extLst>
          </p:cNvPr>
          <p:cNvSpPr txBox="1"/>
          <p:nvPr userDrawn="1"/>
        </p:nvSpPr>
        <p:spPr>
          <a:xfrm>
            <a:off x="-1925" y="6598271"/>
            <a:ext cx="3345200" cy="261610"/>
          </a:xfrm>
          <a:prstGeom prst="rect">
            <a:avLst/>
          </a:prstGeom>
          <a:noFill/>
        </p:spPr>
        <p:txBody>
          <a:bodyPr wrap="square">
            <a:spAutoFit/>
          </a:bodyPr>
          <a:lstStyle/>
          <a:p>
            <a:r>
              <a:rPr lang="en-US" altLang="ja-JP" sz="1050">
                <a:solidFill>
                  <a:schemeClr val="bg1"/>
                </a:solidFill>
              </a:rPr>
              <a:t>© 2025 Low Code Inc. All rights reserved.</a:t>
            </a:r>
            <a:endParaRPr lang="ja-JP" altLang="en-US" sz="1050">
              <a:solidFill>
                <a:schemeClr val="bg1"/>
              </a:solidFill>
            </a:endParaRPr>
          </a:p>
        </p:txBody>
      </p:sp>
    </p:spTree>
    <p:extLst>
      <p:ext uri="{BB962C8B-B14F-4D97-AF65-F5344CB8AC3E}">
        <p14:creationId xmlns:p14="http://schemas.microsoft.com/office/powerpoint/2010/main" val="262221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p:bg>
      <p:bgPr>
        <a:solidFill>
          <a:schemeClr val="tx2"/>
        </a:solidFill>
        <a:effectLst/>
      </p:bgPr>
    </p:bg>
    <p:spTree>
      <p:nvGrpSpPr>
        <p:cNvPr id="1" name=""/>
        <p:cNvGrpSpPr/>
        <p:nvPr/>
      </p:nvGrpSpPr>
      <p:grpSpPr>
        <a:xfrm>
          <a:off x="0" y="0"/>
          <a:ext cx="0" cy="0"/>
          <a:chOff x="0" y="0"/>
          <a:chExt cx="0" cy="0"/>
        </a:xfrm>
      </p:grpSpPr>
      <p:sp>
        <p:nvSpPr>
          <p:cNvPr id="13" name="テキスト プレースホルダー 12">
            <a:extLst>
              <a:ext uri="{FF2B5EF4-FFF2-40B4-BE49-F238E27FC236}">
                <a16:creationId xmlns:a16="http://schemas.microsoft.com/office/drawing/2014/main" id="{486585F4-B4A4-7E2B-5A9B-E0D9D6AF55BF}"/>
              </a:ext>
            </a:extLst>
          </p:cNvPr>
          <p:cNvSpPr>
            <a:spLocks noGrp="1"/>
          </p:cNvSpPr>
          <p:nvPr>
            <p:ph type="body" sz="quarter" idx="13" hasCustomPrompt="1"/>
          </p:nvPr>
        </p:nvSpPr>
        <p:spPr>
          <a:xfrm>
            <a:off x="838202" y="3083902"/>
            <a:ext cx="2102772" cy="1488294"/>
          </a:xfrm>
          <a:prstGeom prst="rect">
            <a:avLst/>
          </a:prstGeom>
        </p:spPr>
        <p:txBody>
          <a:bodyPr>
            <a:noAutofit/>
          </a:bodyPr>
          <a:lstStyle>
            <a:lvl1pPr marL="0" indent="0" algn="ctr">
              <a:buNone/>
              <a:defRPr sz="12701" b="1">
                <a:solidFill>
                  <a:schemeClr val="bg1"/>
                </a:solidFill>
                <a:latin typeface="+mn-lt"/>
                <a:ea typeface="+mj-ea"/>
              </a:defRPr>
            </a:lvl1pPr>
          </a:lstStyle>
          <a:p>
            <a:pPr lvl="0"/>
            <a:r>
              <a:rPr kumimoji="1" lang="en-US" altLang="ja-JP"/>
              <a:t>01</a:t>
            </a:r>
            <a:endParaRPr kumimoji="1" lang="ja-JP" altLang="en-US"/>
          </a:p>
        </p:txBody>
      </p:sp>
      <p:sp>
        <p:nvSpPr>
          <p:cNvPr id="6" name="正方形/長方形 5">
            <a:extLst>
              <a:ext uri="{FF2B5EF4-FFF2-40B4-BE49-F238E27FC236}">
                <a16:creationId xmlns:a16="http://schemas.microsoft.com/office/drawing/2014/main" id="{8A26D1C4-164F-4322-A4D6-2E3981258678}"/>
              </a:ext>
            </a:extLst>
          </p:cNvPr>
          <p:cNvSpPr/>
          <p:nvPr userDrawn="1"/>
        </p:nvSpPr>
        <p:spPr>
          <a:xfrm>
            <a:off x="0" y="4572196"/>
            <a:ext cx="12192213" cy="2286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7" name="Title 1">
            <a:extLst>
              <a:ext uri="{FF2B5EF4-FFF2-40B4-BE49-F238E27FC236}">
                <a16:creationId xmlns:a16="http://schemas.microsoft.com/office/drawing/2014/main" id="{B79C810F-C10A-4F50-B56E-13AAF759F028}"/>
              </a:ext>
            </a:extLst>
          </p:cNvPr>
          <p:cNvSpPr>
            <a:spLocks noGrp="1"/>
          </p:cNvSpPr>
          <p:nvPr>
            <p:ph type="title" hasCustomPrompt="1"/>
          </p:nvPr>
        </p:nvSpPr>
        <p:spPr>
          <a:xfrm>
            <a:off x="838200" y="5052463"/>
            <a:ext cx="10515600" cy="1325563"/>
          </a:xfrm>
          <a:prstGeom prst="rect">
            <a:avLst/>
          </a:prstGeom>
        </p:spPr>
        <p:txBody>
          <a:bodyPr/>
          <a:lstStyle>
            <a:lvl1pPr>
              <a:defRPr>
                <a:latin typeface="+mn-ea"/>
                <a:ea typeface="+mn-ea"/>
              </a:defRPr>
            </a:lvl1pPr>
          </a:lstStyle>
          <a:p>
            <a:r>
              <a:rPr lang="ja-JP" altLang="en-US"/>
              <a:t>大見出しが入ります</a:t>
            </a:r>
            <a:endParaRPr lang="en-US"/>
          </a:p>
        </p:txBody>
      </p:sp>
      <p:sp>
        <p:nvSpPr>
          <p:cNvPr id="2" name="テキスト ボックス 1">
            <a:extLst>
              <a:ext uri="{FF2B5EF4-FFF2-40B4-BE49-F238E27FC236}">
                <a16:creationId xmlns:a16="http://schemas.microsoft.com/office/drawing/2014/main" id="{C5BDC495-5B43-81E7-C3A6-F1843E74FD46}"/>
              </a:ext>
            </a:extLst>
          </p:cNvPr>
          <p:cNvSpPr txBox="1"/>
          <p:nvPr userDrawn="1"/>
        </p:nvSpPr>
        <p:spPr>
          <a:xfrm>
            <a:off x="-1925" y="6596390"/>
            <a:ext cx="3345200" cy="261610"/>
          </a:xfrm>
          <a:prstGeom prst="rect">
            <a:avLst/>
          </a:prstGeom>
          <a:noFill/>
        </p:spPr>
        <p:txBody>
          <a:bodyPr wrap="square">
            <a:spAutoFit/>
          </a:bodyPr>
          <a:lstStyle/>
          <a:p>
            <a:r>
              <a:rPr lang="en-US" altLang="ja-JP" sz="1050">
                <a:solidFill>
                  <a:schemeClr val="tx1">
                    <a:lumMod val="50000"/>
                    <a:lumOff val="50000"/>
                  </a:schemeClr>
                </a:solidFill>
              </a:rPr>
              <a:t>© 2025 Low Code Inc. All rights reserved.</a:t>
            </a:r>
            <a:endParaRPr lang="ja-JP" altLang="en-US" sz="1050">
              <a:solidFill>
                <a:schemeClr val="tx1">
                  <a:lumMod val="50000"/>
                  <a:lumOff val="50000"/>
                </a:schemeClr>
              </a:solidFill>
            </a:endParaRPr>
          </a:p>
        </p:txBody>
      </p:sp>
    </p:spTree>
    <p:extLst>
      <p:ext uri="{BB962C8B-B14F-4D97-AF65-F5344CB8AC3E}">
        <p14:creationId xmlns:p14="http://schemas.microsoft.com/office/powerpoint/2010/main" val="273773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401691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見出し">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546055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Tree>
    <p:extLst>
      <p:ext uri="{BB962C8B-B14F-4D97-AF65-F5344CB8AC3E}">
        <p14:creationId xmlns:p14="http://schemas.microsoft.com/office/powerpoint/2010/main" val="3954299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見出し＋本文">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2" name="Text Placeholder 3">
            <a:extLst>
              <a:ext uri="{FF2B5EF4-FFF2-40B4-BE49-F238E27FC236}">
                <a16:creationId xmlns:a16="http://schemas.microsoft.com/office/drawing/2014/main" id="{6DD37CF5-7C7F-3337-6675-B8C0883DE6AE}"/>
              </a:ext>
            </a:extLst>
          </p:cNvPr>
          <p:cNvSpPr>
            <a:spLocks noGrp="1"/>
          </p:cNvSpPr>
          <p:nvPr>
            <p:ph type="body" sz="half" idx="13" hasCustomPrompt="1"/>
          </p:nvPr>
        </p:nvSpPr>
        <p:spPr>
          <a:xfrm>
            <a:off x="738238" y="532239"/>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5" name="Text Placeholder 3">
            <a:extLst>
              <a:ext uri="{FF2B5EF4-FFF2-40B4-BE49-F238E27FC236}">
                <a16:creationId xmlns:a16="http://schemas.microsoft.com/office/drawing/2014/main" id="{A6F2A11C-217B-3933-B175-8675779FAA7D}"/>
              </a:ext>
            </a:extLst>
          </p:cNvPr>
          <p:cNvSpPr>
            <a:spLocks noGrp="1"/>
          </p:cNvSpPr>
          <p:nvPr>
            <p:ph type="body" sz="half" idx="14" hasCustomPrompt="1"/>
          </p:nvPr>
        </p:nvSpPr>
        <p:spPr>
          <a:xfrm>
            <a:off x="738580" y="1796220"/>
            <a:ext cx="10714369" cy="954702"/>
          </a:xfrm>
          <a:prstGeom prst="rect">
            <a:avLst/>
          </a:prstGeom>
        </p:spPr>
        <p:txBody>
          <a:bodyPr lIns="0" tIns="0" rIns="0" bIns="0">
            <a:noAutofit/>
          </a:bodyPr>
          <a:lstStyle>
            <a:lvl1pPr marL="0" marR="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sz="1633"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Tree>
    <p:extLst>
      <p:ext uri="{BB962C8B-B14F-4D97-AF65-F5344CB8AC3E}">
        <p14:creationId xmlns:p14="http://schemas.microsoft.com/office/powerpoint/2010/main" val="195162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大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3004430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922" y="260550"/>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7" name="Text Placeholder 3">
            <a:extLst>
              <a:ext uri="{FF2B5EF4-FFF2-40B4-BE49-F238E27FC236}">
                <a16:creationId xmlns:a16="http://schemas.microsoft.com/office/drawing/2014/main" id="{82F3A894-26DD-135E-5E9C-9F62E01F9C7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3601827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7"/>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2517553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8045051"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5370619"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2664334"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06515" y="2950543"/>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84" name="グループ化 83">
            <a:extLst>
              <a:ext uri="{FF2B5EF4-FFF2-40B4-BE49-F238E27FC236}">
                <a16:creationId xmlns:a16="http://schemas.microsoft.com/office/drawing/2014/main" id="{F1BCF46B-65B4-214A-25C4-A4B14A484C6A}"/>
              </a:ext>
            </a:extLst>
          </p:cNvPr>
          <p:cNvGrpSpPr/>
          <p:nvPr userDrawn="1"/>
        </p:nvGrpSpPr>
        <p:grpSpPr>
          <a:xfrm>
            <a:off x="8825582" y="2219733"/>
            <a:ext cx="190132" cy="3951134"/>
            <a:chOff x="3779235" y="2382999"/>
            <a:chExt cx="209591" cy="4378192"/>
          </a:xfrm>
        </p:grpSpPr>
        <p:grpSp>
          <p:nvGrpSpPr>
            <p:cNvPr id="85" name="グループ化 84">
              <a:extLst>
                <a:ext uri="{FF2B5EF4-FFF2-40B4-BE49-F238E27FC236}">
                  <a16:creationId xmlns:a16="http://schemas.microsoft.com/office/drawing/2014/main" id="{792DEC4C-0FB0-19E3-5AB2-2BCF152EB512}"/>
                </a:ext>
              </a:extLst>
            </p:cNvPr>
            <p:cNvGrpSpPr/>
            <p:nvPr userDrawn="1"/>
          </p:nvGrpSpPr>
          <p:grpSpPr>
            <a:xfrm>
              <a:off x="3779235" y="2382999"/>
              <a:ext cx="209107" cy="2184968"/>
              <a:chOff x="919218" y="2399232"/>
              <a:chExt cx="206847" cy="2167379"/>
            </a:xfrm>
          </p:grpSpPr>
          <p:cxnSp>
            <p:nvCxnSpPr>
              <p:cNvPr id="88" name="直線コネクタ 87">
                <a:extLst>
                  <a:ext uri="{FF2B5EF4-FFF2-40B4-BE49-F238E27FC236}">
                    <a16:creationId xmlns:a16="http://schemas.microsoft.com/office/drawing/2014/main" id="{C8625060-6C63-6F9F-2FF3-C68399D69F8A}"/>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9" name="直線コネクタ 88">
                <a:extLst>
                  <a:ext uri="{FF2B5EF4-FFF2-40B4-BE49-F238E27FC236}">
                    <a16:creationId xmlns:a16="http://schemas.microsoft.com/office/drawing/2014/main" id="{198C3B02-FFBA-B4D0-D449-DB73FECE5BEE}"/>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6" name="直線コネクタ 85">
              <a:extLst>
                <a:ext uri="{FF2B5EF4-FFF2-40B4-BE49-F238E27FC236}">
                  <a16:creationId xmlns:a16="http://schemas.microsoft.com/office/drawing/2014/main" id="{672CB4A5-3AD3-B0D6-D823-5BC5E863D436}"/>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7" name="直線コネクタ 86">
              <a:extLst>
                <a:ext uri="{FF2B5EF4-FFF2-40B4-BE49-F238E27FC236}">
                  <a16:creationId xmlns:a16="http://schemas.microsoft.com/office/drawing/2014/main" id="{A0DD468B-01C0-2F4F-4825-F6A8AD1D02AE}"/>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6094201" y="2172072"/>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72072"/>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p:nvPr userDrawn="1"/>
        </p:nvCxnSpPr>
        <p:spPr>
          <a:xfrm>
            <a:off x="11488253" y="21844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3397477" y="2210557"/>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05976"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3605759" y="3445018"/>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6324530"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5" name="Text Placeholder 3">
            <a:extLst>
              <a:ext uri="{FF2B5EF4-FFF2-40B4-BE49-F238E27FC236}">
                <a16:creationId xmlns:a16="http://schemas.microsoft.com/office/drawing/2014/main" id="{5DC40CB0-CF89-06B0-15F2-001456AED622}"/>
              </a:ext>
            </a:extLst>
          </p:cNvPr>
          <p:cNvSpPr>
            <a:spLocks noGrp="1"/>
          </p:cNvSpPr>
          <p:nvPr>
            <p:ph type="body" sz="half" idx="16" hasCustomPrompt="1"/>
          </p:nvPr>
        </p:nvSpPr>
        <p:spPr>
          <a:xfrm>
            <a:off x="9000721"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10" name="Title 1">
            <a:extLst>
              <a:ext uri="{FF2B5EF4-FFF2-40B4-BE49-F238E27FC236}">
                <a16:creationId xmlns:a16="http://schemas.microsoft.com/office/drawing/2014/main" id="{EA17699E-E28A-A32E-64EF-819E35538314}"/>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11" name="正方形/長方形 110">
            <a:extLst>
              <a:ext uri="{FF2B5EF4-FFF2-40B4-BE49-F238E27FC236}">
                <a16:creationId xmlns:a16="http://schemas.microsoft.com/office/drawing/2014/main" id="{D9354407-8F6B-98CD-0219-8ECFBEC0C56D}"/>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8E1F175E-5ECB-471A-1E2D-8D505757BC5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3605760"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6317944" y="2964552"/>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6" name="Text Placeholder 3">
            <a:extLst>
              <a:ext uri="{FF2B5EF4-FFF2-40B4-BE49-F238E27FC236}">
                <a16:creationId xmlns:a16="http://schemas.microsoft.com/office/drawing/2014/main" id="{F9581288-422D-8EE3-EF12-2FF43008D0D6}"/>
              </a:ext>
            </a:extLst>
          </p:cNvPr>
          <p:cNvSpPr>
            <a:spLocks noGrp="1"/>
          </p:cNvSpPr>
          <p:nvPr>
            <p:ph type="body" sz="half" idx="20" hasCustomPrompt="1"/>
          </p:nvPr>
        </p:nvSpPr>
        <p:spPr>
          <a:xfrm>
            <a:off x="8997105"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0" name="Text Placeholder 3">
            <a:extLst>
              <a:ext uri="{FF2B5EF4-FFF2-40B4-BE49-F238E27FC236}">
                <a16:creationId xmlns:a16="http://schemas.microsoft.com/office/drawing/2014/main" id="{43F98BC1-121C-665C-5E5A-3C2BF34A4CA7}"/>
              </a:ext>
            </a:extLst>
          </p:cNvPr>
          <p:cNvSpPr>
            <a:spLocks noGrp="1"/>
          </p:cNvSpPr>
          <p:nvPr>
            <p:ph type="body" sz="half" idx="24" hasCustomPrompt="1"/>
          </p:nvPr>
        </p:nvSpPr>
        <p:spPr>
          <a:xfrm>
            <a:off x="10741868"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4</a:t>
            </a:r>
            <a:endParaRPr kumimoji="1" lang="ja-JP" altLang="en-US"/>
          </a:p>
        </p:txBody>
      </p:sp>
    </p:spTree>
    <p:extLst>
      <p:ext uri="{BB962C8B-B14F-4D97-AF65-F5344CB8AC3E}">
        <p14:creationId xmlns:p14="http://schemas.microsoft.com/office/powerpoint/2010/main" val="1756736081"/>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10626804"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6969174"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3311643"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72157" y="2950543"/>
            <a:ext cx="2179960"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7830723" y="2191314"/>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88827"/>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a:cxnSpLocks/>
          </p:cNvCxnSpPr>
          <p:nvPr userDrawn="1"/>
        </p:nvCxnSpPr>
        <p:spPr>
          <a:xfrm>
            <a:off x="11488253" y="21888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4173192" y="2191314"/>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71617" y="3579606"/>
            <a:ext cx="2939146"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4441765" y="3590954"/>
            <a:ext cx="3126527"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8099735" y="3579606"/>
            <a:ext cx="3126525"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4441766" y="2990121"/>
            <a:ext cx="2365495"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8093150" y="2964552"/>
            <a:ext cx="2271123"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1" name="Title 1">
            <a:extLst>
              <a:ext uri="{FF2B5EF4-FFF2-40B4-BE49-F238E27FC236}">
                <a16:creationId xmlns:a16="http://schemas.microsoft.com/office/drawing/2014/main" id="{D771318B-6A52-C879-20C9-001B5F4C0137}"/>
              </a:ext>
            </a:extLst>
          </p:cNvPr>
          <p:cNvSpPr>
            <a:spLocks noGrp="1"/>
          </p:cNvSpPr>
          <p:nvPr>
            <p:ph type="title" hasCustomPrompt="1"/>
          </p:nvPr>
        </p:nvSpPr>
        <p:spPr>
          <a:xfrm>
            <a:off x="738580" y="788640"/>
            <a:ext cx="10714369" cy="689877"/>
          </a:xfrm>
          <a:prstGeom prst="rect">
            <a:avLst/>
          </a:prstGeom>
        </p:spPr>
        <p:txBody>
          <a:bodyPr lIns="0" tIns="0" rIns="0" bIns="0">
            <a:noAutofit/>
          </a:bodyPr>
          <a:lstStyle>
            <a:lvl1pPr algn="ctr">
              <a:defRPr sz="3992" b="1">
                <a:solidFill>
                  <a:schemeClr val="bg2">
                    <a:lumMod val="50000"/>
                  </a:schemeClr>
                </a:solidFill>
                <a:latin typeface="+mn-ea"/>
                <a:ea typeface="+mn-ea"/>
              </a:defRPr>
            </a:lvl1pPr>
          </a:lstStyle>
          <a:p>
            <a:r>
              <a:rPr lang="ja-JP" altLang="en-US"/>
              <a:t>タイトルが入ります</a:t>
            </a:r>
            <a:endParaRPr lang="en-US"/>
          </a:p>
        </p:txBody>
      </p:sp>
      <p:sp>
        <p:nvSpPr>
          <p:cNvPr id="12" name="Text Placeholder 3">
            <a:extLst>
              <a:ext uri="{FF2B5EF4-FFF2-40B4-BE49-F238E27FC236}">
                <a16:creationId xmlns:a16="http://schemas.microsoft.com/office/drawing/2014/main" id="{2C7FCACB-61D6-0A4A-592D-E89D26182D9C}"/>
              </a:ext>
            </a:extLst>
          </p:cNvPr>
          <p:cNvSpPr>
            <a:spLocks noGrp="1"/>
          </p:cNvSpPr>
          <p:nvPr>
            <p:ph type="body" sz="half" idx="25" hasCustomPrompt="1"/>
          </p:nvPr>
        </p:nvSpPr>
        <p:spPr>
          <a:xfrm>
            <a:off x="738238" y="377188"/>
            <a:ext cx="10714369" cy="222492"/>
          </a:xfrm>
          <a:prstGeom prst="rect">
            <a:avLst/>
          </a:prstGeom>
        </p:spPr>
        <p:txBody>
          <a:bodyPr lIns="0" tIns="0" rIns="0" bIns="0">
            <a:noAutofit/>
          </a:bodyPr>
          <a:lstStyle>
            <a:lvl1pPr marL="0" indent="0" algn="l">
              <a:buNone/>
              <a:defRPr sz="1814" b="1">
                <a:solidFill>
                  <a:schemeClr val="tx2"/>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985273255"/>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B9DD1BC7-3980-0C96-2751-31697F7F4867}"/>
              </a:ext>
            </a:extLst>
          </p:cNvPr>
          <p:cNvGrpSpPr/>
          <p:nvPr userDrawn="1"/>
        </p:nvGrpSpPr>
        <p:grpSpPr>
          <a:xfrm>
            <a:off x="8514512" y="1906623"/>
            <a:ext cx="3072594" cy="483007"/>
            <a:chOff x="9638795" y="2160001"/>
            <a:chExt cx="3387055" cy="3077019"/>
          </a:xfrm>
          <a:solidFill>
            <a:schemeClr val="accent1"/>
          </a:solidFill>
          <a:effectLst/>
        </p:grpSpPr>
        <p:sp>
          <p:nvSpPr>
            <p:cNvPr id="9" name="正方形/長方形 8">
              <a:extLst>
                <a:ext uri="{FF2B5EF4-FFF2-40B4-BE49-F238E27FC236}">
                  <a16:creationId xmlns:a16="http://schemas.microsoft.com/office/drawing/2014/main" id="{5B4B8025-F3FB-4423-A09F-29504390EA20}"/>
                </a:ext>
              </a:extLst>
            </p:cNvPr>
            <p:cNvSpPr/>
            <p:nvPr userDrawn="1"/>
          </p:nvSpPr>
          <p:spPr>
            <a:xfrm>
              <a:off x="9638795"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2" name="二等辺三角形 11">
              <a:extLst>
                <a:ext uri="{FF2B5EF4-FFF2-40B4-BE49-F238E27FC236}">
                  <a16:creationId xmlns:a16="http://schemas.microsoft.com/office/drawing/2014/main" id="{5170295F-A81D-48B3-AD2B-AE78494A83A6}"/>
                </a:ext>
              </a:extLst>
            </p:cNvPr>
            <p:cNvSpPr/>
            <p:nvPr userDrawn="1"/>
          </p:nvSpPr>
          <p:spPr>
            <a:xfrm rot="5400000">
              <a:off x="11261869" y="3473040"/>
              <a:ext cx="3077019" cy="450942"/>
            </a:xfrm>
            <a:prstGeom prst="triangle">
              <a:avLst/>
            </a:prstGeom>
            <a:grp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8" name="二等辺三角形 10">
            <a:extLst>
              <a:ext uri="{FF2B5EF4-FFF2-40B4-BE49-F238E27FC236}">
                <a16:creationId xmlns:a16="http://schemas.microsoft.com/office/drawing/2014/main" id="{7E812083-83F7-B2C2-81AC-BF8D56D23646}"/>
              </a:ext>
            </a:extLst>
          </p:cNvPr>
          <p:cNvSpPr/>
          <p:nvPr userDrawn="1"/>
        </p:nvSpPr>
        <p:spPr>
          <a:xfrm rot="5400000">
            <a:off x="8448596" y="1902863"/>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2" name="グループ化 21">
            <a:extLst>
              <a:ext uri="{FF2B5EF4-FFF2-40B4-BE49-F238E27FC236}">
                <a16:creationId xmlns:a16="http://schemas.microsoft.com/office/drawing/2014/main" id="{D05F8747-21CD-50CD-6E50-56D00AB8B3AA}"/>
              </a:ext>
            </a:extLst>
          </p:cNvPr>
          <p:cNvGrpSpPr/>
          <p:nvPr userDrawn="1"/>
        </p:nvGrpSpPr>
        <p:grpSpPr>
          <a:xfrm>
            <a:off x="5846182" y="1906623"/>
            <a:ext cx="3077467" cy="483008"/>
            <a:chOff x="6697379" y="2160001"/>
            <a:chExt cx="3392426" cy="3077023"/>
          </a:xfrm>
          <a:solidFill>
            <a:schemeClr val="accent1"/>
          </a:solidFill>
        </p:grpSpPr>
        <p:sp>
          <p:nvSpPr>
            <p:cNvPr id="8" name="正方形/長方形 7">
              <a:extLst>
                <a:ext uri="{FF2B5EF4-FFF2-40B4-BE49-F238E27FC236}">
                  <a16:creationId xmlns:a16="http://schemas.microsoft.com/office/drawing/2014/main" id="{47A7C1DC-6837-43AB-9B9F-2850EDF1B6E9}"/>
                </a:ext>
              </a:extLst>
            </p:cNvPr>
            <p:cNvSpPr/>
            <p:nvPr userDrawn="1"/>
          </p:nvSpPr>
          <p:spPr>
            <a:xfrm>
              <a:off x="6697379"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二等辺三角形 9">
              <a:extLst>
                <a:ext uri="{FF2B5EF4-FFF2-40B4-BE49-F238E27FC236}">
                  <a16:creationId xmlns:a16="http://schemas.microsoft.com/office/drawing/2014/main" id="{DD857EBF-638D-4B7A-A9BA-ADD063F7F618}"/>
                </a:ext>
              </a:extLst>
            </p:cNvPr>
            <p:cNvSpPr/>
            <p:nvPr userDrawn="1"/>
          </p:nvSpPr>
          <p:spPr>
            <a:xfrm rot="5400000">
              <a:off x="8325824" y="3473042"/>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7" name="二等辺三角形 10">
            <a:extLst>
              <a:ext uri="{FF2B5EF4-FFF2-40B4-BE49-F238E27FC236}">
                <a16:creationId xmlns:a16="http://schemas.microsoft.com/office/drawing/2014/main" id="{EA6D61CE-38AE-2D01-DAF3-8BB8B78516D3}"/>
              </a:ext>
            </a:extLst>
          </p:cNvPr>
          <p:cNvSpPr/>
          <p:nvPr userDrawn="1"/>
        </p:nvSpPr>
        <p:spPr>
          <a:xfrm rot="5400000">
            <a:off x="5780669" y="1902862"/>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0" name="グループ化 19">
            <a:extLst>
              <a:ext uri="{FF2B5EF4-FFF2-40B4-BE49-F238E27FC236}">
                <a16:creationId xmlns:a16="http://schemas.microsoft.com/office/drawing/2014/main" id="{8D8DE07F-8DF4-D9B3-1D45-04483F63B588}"/>
              </a:ext>
            </a:extLst>
          </p:cNvPr>
          <p:cNvGrpSpPr/>
          <p:nvPr userDrawn="1"/>
        </p:nvGrpSpPr>
        <p:grpSpPr>
          <a:xfrm>
            <a:off x="3177852" y="1906623"/>
            <a:ext cx="3077406" cy="483008"/>
            <a:chOff x="3755962" y="2160001"/>
            <a:chExt cx="3392359" cy="3077022"/>
          </a:xfrm>
          <a:solidFill>
            <a:schemeClr val="accent1"/>
          </a:solidFill>
        </p:grpSpPr>
        <p:sp>
          <p:nvSpPr>
            <p:cNvPr id="6" name="正方形/長方形 5">
              <a:extLst>
                <a:ext uri="{FF2B5EF4-FFF2-40B4-BE49-F238E27FC236}">
                  <a16:creationId xmlns:a16="http://schemas.microsoft.com/office/drawing/2014/main" id="{7F866882-3358-4B1C-B9BB-23453510852A}"/>
                </a:ext>
              </a:extLst>
            </p:cNvPr>
            <p:cNvSpPr/>
            <p:nvPr userDrawn="1"/>
          </p:nvSpPr>
          <p:spPr>
            <a:xfrm>
              <a:off x="3755962"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二等辺三角形 10">
              <a:extLst>
                <a:ext uri="{FF2B5EF4-FFF2-40B4-BE49-F238E27FC236}">
                  <a16:creationId xmlns:a16="http://schemas.microsoft.com/office/drawing/2014/main" id="{E12EFBD9-B0DB-467D-8EA7-95A95923D774}"/>
                </a:ext>
              </a:extLst>
            </p:cNvPr>
            <p:cNvSpPr/>
            <p:nvPr userDrawn="1"/>
          </p:nvSpPr>
          <p:spPr>
            <a:xfrm rot="5400000">
              <a:off x="5384340" y="3473041"/>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4" name="二等辺三角形 10">
            <a:extLst>
              <a:ext uri="{FF2B5EF4-FFF2-40B4-BE49-F238E27FC236}">
                <a16:creationId xmlns:a16="http://schemas.microsoft.com/office/drawing/2014/main" id="{BD8C0228-5963-C28B-1010-9AB04B993B68}"/>
              </a:ext>
            </a:extLst>
          </p:cNvPr>
          <p:cNvSpPr/>
          <p:nvPr userDrawn="1"/>
        </p:nvSpPr>
        <p:spPr>
          <a:xfrm rot="5400000">
            <a:off x="3112741" y="1902861"/>
            <a:ext cx="575875"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err="1"/>
              <a:t>Cz</a:t>
            </a:r>
            <a:endParaRPr kumimoji="1" lang="ja-JP" altLang="en-US" sz="1633"/>
          </a:p>
        </p:txBody>
      </p:sp>
      <p:grpSp>
        <p:nvGrpSpPr>
          <p:cNvPr id="21" name="グループ化 20">
            <a:extLst>
              <a:ext uri="{FF2B5EF4-FFF2-40B4-BE49-F238E27FC236}">
                <a16:creationId xmlns:a16="http://schemas.microsoft.com/office/drawing/2014/main" id="{48256F1F-06F9-C3BB-40CB-BF4A3CBCDC96}"/>
              </a:ext>
            </a:extLst>
          </p:cNvPr>
          <p:cNvGrpSpPr/>
          <p:nvPr userDrawn="1"/>
        </p:nvGrpSpPr>
        <p:grpSpPr>
          <a:xfrm>
            <a:off x="509522" y="1906623"/>
            <a:ext cx="3077006" cy="483007"/>
            <a:chOff x="814546" y="2160001"/>
            <a:chExt cx="3391918" cy="3077021"/>
          </a:xfrm>
          <a:solidFill>
            <a:schemeClr val="accent1"/>
          </a:solidFill>
        </p:grpSpPr>
        <p:sp>
          <p:nvSpPr>
            <p:cNvPr id="3" name="正方形/長方形 2">
              <a:extLst>
                <a:ext uri="{FF2B5EF4-FFF2-40B4-BE49-F238E27FC236}">
                  <a16:creationId xmlns:a16="http://schemas.microsoft.com/office/drawing/2014/main" id="{E9AC23DF-6E82-48A5-AA8E-A4275CE6481B}"/>
                </a:ext>
              </a:extLst>
            </p:cNvPr>
            <p:cNvSpPr/>
            <p:nvPr userDrawn="1"/>
          </p:nvSpPr>
          <p:spPr>
            <a:xfrm>
              <a:off x="814546"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4" name="二等辺三角形 10">
              <a:extLst>
                <a:ext uri="{FF2B5EF4-FFF2-40B4-BE49-F238E27FC236}">
                  <a16:creationId xmlns:a16="http://schemas.microsoft.com/office/drawing/2014/main" id="{F4FAD457-5C19-A5E1-2E3A-04CC1C8EF011}"/>
                </a:ext>
              </a:extLst>
            </p:cNvPr>
            <p:cNvSpPr/>
            <p:nvPr userDrawn="1"/>
          </p:nvSpPr>
          <p:spPr>
            <a:xfrm rot="5400000">
              <a:off x="2442483" y="3473040"/>
              <a:ext cx="3077020" cy="450943"/>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15" name="テキスト ボックス 14">
            <a:extLst>
              <a:ext uri="{FF2B5EF4-FFF2-40B4-BE49-F238E27FC236}">
                <a16:creationId xmlns:a16="http://schemas.microsoft.com/office/drawing/2014/main" id="{48643049-3CAD-4B94-980D-41666905C702}"/>
              </a:ext>
            </a:extLst>
          </p:cNvPr>
          <p:cNvSpPr txBox="1"/>
          <p:nvPr userDrawn="1"/>
        </p:nvSpPr>
        <p:spPr>
          <a:xfrm>
            <a:off x="1093226" y="1895764"/>
            <a:ext cx="532229" cy="558486"/>
          </a:xfrm>
          <a:prstGeom prst="rect">
            <a:avLst/>
          </a:prstGeom>
          <a:noFill/>
        </p:spPr>
        <p:txBody>
          <a:bodyPr wrap="square" lIns="0" tIns="0" rIns="0" bIns="0" rtlCol="0">
            <a:spAutoFit/>
          </a:bodyPr>
          <a:lstStyle/>
          <a:p>
            <a:r>
              <a:rPr kumimoji="1" lang="en-US" altLang="ja-JP" sz="3629" b="0">
                <a:solidFill>
                  <a:schemeClr val="bg1"/>
                </a:solidFill>
              </a:rPr>
              <a:t>01</a:t>
            </a:r>
            <a:endParaRPr kumimoji="1" lang="ja-JP" altLang="en-US" sz="3629" b="0">
              <a:solidFill>
                <a:schemeClr val="bg1"/>
              </a:solidFill>
            </a:endParaRPr>
          </a:p>
        </p:txBody>
      </p:sp>
      <p:sp>
        <p:nvSpPr>
          <p:cNvPr id="16" name="テキスト ボックス 15">
            <a:extLst>
              <a:ext uri="{FF2B5EF4-FFF2-40B4-BE49-F238E27FC236}">
                <a16:creationId xmlns:a16="http://schemas.microsoft.com/office/drawing/2014/main" id="{0685CF7B-ECA6-492C-B248-CBBDC3A30195}"/>
              </a:ext>
            </a:extLst>
          </p:cNvPr>
          <p:cNvSpPr txBox="1"/>
          <p:nvPr userDrawn="1"/>
        </p:nvSpPr>
        <p:spPr>
          <a:xfrm>
            <a:off x="3754450" y="1895764"/>
            <a:ext cx="532229" cy="558486"/>
          </a:xfrm>
          <a:prstGeom prst="rect">
            <a:avLst/>
          </a:prstGeom>
          <a:noFill/>
        </p:spPr>
        <p:txBody>
          <a:bodyPr wrap="square" lIns="0" tIns="0" rIns="0" bIns="0" rtlCol="0">
            <a:spAutoFit/>
          </a:bodyPr>
          <a:lstStyle/>
          <a:p>
            <a:r>
              <a:rPr kumimoji="1" lang="en-US" altLang="ja-JP" sz="3629" b="0">
                <a:solidFill>
                  <a:schemeClr val="bg1"/>
                </a:solidFill>
              </a:rPr>
              <a:t>02</a:t>
            </a:r>
            <a:endParaRPr kumimoji="1" lang="ja-JP" altLang="en-US" sz="3629" b="0">
              <a:solidFill>
                <a:schemeClr val="bg1"/>
              </a:solidFill>
            </a:endParaRPr>
          </a:p>
        </p:txBody>
      </p:sp>
      <p:sp>
        <p:nvSpPr>
          <p:cNvPr id="17" name="テキスト ボックス 16">
            <a:extLst>
              <a:ext uri="{FF2B5EF4-FFF2-40B4-BE49-F238E27FC236}">
                <a16:creationId xmlns:a16="http://schemas.microsoft.com/office/drawing/2014/main" id="{7FFDB837-CFD6-46AD-8B11-7A65E7C7524C}"/>
              </a:ext>
            </a:extLst>
          </p:cNvPr>
          <p:cNvSpPr txBox="1"/>
          <p:nvPr userDrawn="1"/>
        </p:nvSpPr>
        <p:spPr>
          <a:xfrm>
            <a:off x="6415672" y="1895764"/>
            <a:ext cx="532229" cy="558486"/>
          </a:xfrm>
          <a:prstGeom prst="rect">
            <a:avLst/>
          </a:prstGeom>
          <a:noFill/>
        </p:spPr>
        <p:txBody>
          <a:bodyPr wrap="square" lIns="0" tIns="0" rIns="0" bIns="0" rtlCol="0">
            <a:spAutoFit/>
          </a:bodyPr>
          <a:lstStyle/>
          <a:p>
            <a:r>
              <a:rPr kumimoji="1" lang="en-US" altLang="ja-JP" sz="3629" b="0">
                <a:solidFill>
                  <a:schemeClr val="bg1"/>
                </a:solidFill>
              </a:rPr>
              <a:t>03</a:t>
            </a:r>
            <a:endParaRPr kumimoji="1" lang="ja-JP" altLang="en-US" sz="3629" b="0">
              <a:solidFill>
                <a:schemeClr val="bg1"/>
              </a:solidFill>
            </a:endParaRPr>
          </a:p>
        </p:txBody>
      </p:sp>
      <p:sp>
        <p:nvSpPr>
          <p:cNvPr id="18" name="テキスト ボックス 17">
            <a:extLst>
              <a:ext uri="{FF2B5EF4-FFF2-40B4-BE49-F238E27FC236}">
                <a16:creationId xmlns:a16="http://schemas.microsoft.com/office/drawing/2014/main" id="{47FC57A1-DC1F-4EE5-80FC-18029B5E8DC1}"/>
              </a:ext>
            </a:extLst>
          </p:cNvPr>
          <p:cNvSpPr txBox="1"/>
          <p:nvPr userDrawn="1"/>
        </p:nvSpPr>
        <p:spPr>
          <a:xfrm>
            <a:off x="9114441" y="1895764"/>
            <a:ext cx="532229" cy="558486"/>
          </a:xfrm>
          <a:prstGeom prst="rect">
            <a:avLst/>
          </a:prstGeom>
          <a:noFill/>
        </p:spPr>
        <p:txBody>
          <a:bodyPr wrap="square" lIns="0" tIns="0" rIns="0" bIns="0" rtlCol="0">
            <a:spAutoFit/>
          </a:bodyPr>
          <a:lstStyle/>
          <a:p>
            <a:r>
              <a:rPr kumimoji="1" lang="en-US" altLang="ja-JP" sz="3629" b="0">
                <a:solidFill>
                  <a:schemeClr val="bg1"/>
                </a:solidFill>
              </a:rPr>
              <a:t>04</a:t>
            </a:r>
            <a:endParaRPr kumimoji="1" lang="ja-JP" altLang="en-US" sz="3629" b="0">
              <a:solidFill>
                <a:schemeClr val="bg1"/>
              </a:solidFill>
            </a:endParaRPr>
          </a:p>
        </p:txBody>
      </p:sp>
      <p:sp>
        <p:nvSpPr>
          <p:cNvPr id="30" name="Slide Number Placeholder 4">
            <a:extLst>
              <a:ext uri="{FF2B5EF4-FFF2-40B4-BE49-F238E27FC236}">
                <a16:creationId xmlns:a16="http://schemas.microsoft.com/office/drawing/2014/main" id="{0B99F887-ACB9-5489-BCB6-695B9048862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34" name="Title 1">
            <a:extLst>
              <a:ext uri="{FF2B5EF4-FFF2-40B4-BE49-F238E27FC236}">
                <a16:creationId xmlns:a16="http://schemas.microsoft.com/office/drawing/2014/main" id="{4E7D2908-BB39-EAE2-72F1-026DD4F5BAA6}"/>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35" name="正方形/長方形 34">
            <a:extLst>
              <a:ext uri="{FF2B5EF4-FFF2-40B4-BE49-F238E27FC236}">
                <a16:creationId xmlns:a16="http://schemas.microsoft.com/office/drawing/2014/main" id="{E221DB00-D6E3-A798-6005-C00682F4E968}"/>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4" name="Text Placeholder 3">
            <a:extLst>
              <a:ext uri="{FF2B5EF4-FFF2-40B4-BE49-F238E27FC236}">
                <a16:creationId xmlns:a16="http://schemas.microsoft.com/office/drawing/2014/main" id="{EE255D7A-1661-E040-D44D-9CB3A7EDF1FF}"/>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334694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6096000" y="0"/>
            <a:ext cx="6096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8" name="Text Placeholder 3">
            <a:extLst>
              <a:ext uri="{FF2B5EF4-FFF2-40B4-BE49-F238E27FC236}">
                <a16:creationId xmlns:a16="http://schemas.microsoft.com/office/drawing/2014/main" id="{834527BA-F12F-4DF3-AC21-D992A929487C}"/>
              </a:ext>
            </a:extLst>
          </p:cNvPr>
          <p:cNvSpPr>
            <a:spLocks noGrp="1"/>
          </p:cNvSpPr>
          <p:nvPr>
            <p:ph type="body" sz="half" idx="2" hasCustomPrompt="1"/>
          </p:nvPr>
        </p:nvSpPr>
        <p:spPr>
          <a:xfrm>
            <a:off x="738922" y="1226086"/>
            <a:ext cx="5173878" cy="788480"/>
          </a:xfrm>
          <a:prstGeom prst="rect">
            <a:avLst/>
          </a:prstGeom>
        </p:spPr>
        <p:txBody>
          <a:bodyPr lIns="0" tIns="0" rIns="0" bIns="0">
            <a:noAutofit/>
          </a:bodyPr>
          <a:lstStyle>
            <a:lvl1pPr marL="0" indent="0" algn="l">
              <a:buNone/>
              <a:defRPr sz="1814" b="0">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6" name="図プレースホルダー 9">
            <a:extLst>
              <a:ext uri="{FF2B5EF4-FFF2-40B4-BE49-F238E27FC236}">
                <a16:creationId xmlns:a16="http://schemas.microsoft.com/office/drawing/2014/main" id="{45723AF5-434A-467D-A96A-FC76156FAB7A}"/>
              </a:ext>
            </a:extLst>
          </p:cNvPr>
          <p:cNvSpPr>
            <a:spLocks noGrp="1"/>
          </p:cNvSpPr>
          <p:nvPr>
            <p:ph type="pic" sz="quarter" idx="13"/>
          </p:nvPr>
        </p:nvSpPr>
        <p:spPr>
          <a:xfrm>
            <a:off x="7091439" y="897962"/>
            <a:ext cx="4105122" cy="5062075"/>
          </a:xfrm>
          <a:prstGeom prst="rect">
            <a:avLst/>
          </a:prstGeom>
        </p:spPr>
        <p:txBody>
          <a:bodyPr/>
          <a:lstStyle/>
          <a:p>
            <a:r>
              <a:rPr kumimoji="1" lang="ja-JP" altLang="en-US"/>
              <a:t>アイコンをクリックして図を追加</a:t>
            </a:r>
          </a:p>
        </p:txBody>
      </p:sp>
      <p:sp>
        <p:nvSpPr>
          <p:cNvPr id="4" name="Slide Number Placeholder 4">
            <a:extLst>
              <a:ext uri="{FF2B5EF4-FFF2-40B4-BE49-F238E27FC236}">
                <a16:creationId xmlns:a16="http://schemas.microsoft.com/office/drawing/2014/main" id="{502417FE-7354-5D87-3AE6-241C5A5D482F}"/>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F98599E3-6686-3BDC-90EB-701469ED3235}"/>
              </a:ext>
            </a:extLst>
          </p:cNvPr>
          <p:cNvSpPr txBox="1">
            <a:spLocks/>
          </p:cNvSpPr>
          <p:nvPr userDrawn="1"/>
        </p:nvSpPr>
        <p:spPr>
          <a:xfrm>
            <a:off x="738922" y="367466"/>
            <a:ext cx="10714369" cy="365125"/>
          </a:xfrm>
          <a:prstGeom prst="rect">
            <a:avLst/>
          </a:prstGeom>
        </p:spPr>
        <p:txBody>
          <a:bodyPr vert="horz" lIns="0" tIns="0" rIns="0" bIns="0" rtlCol="0" anchor="ctr">
            <a:noAutofit/>
          </a:bodyPr>
          <a:lstStyle>
            <a:lvl1pPr algn="l" defTabSz="1007943" rtl="0" eaLnBrk="1" latinLnBrk="0" hangingPunct="1">
              <a:lnSpc>
                <a:spcPct val="90000"/>
              </a:lnSpc>
              <a:spcBef>
                <a:spcPct val="0"/>
              </a:spcBef>
              <a:buNone/>
              <a:defRPr kumimoji="1" sz="2800" b="1" kern="1200" spc="120" baseline="0">
                <a:solidFill>
                  <a:schemeClr val="tx1"/>
                </a:solidFill>
                <a:latin typeface="+mn-ea"/>
                <a:ea typeface="+mn-ea"/>
                <a:cs typeface="+mj-cs"/>
              </a:defRPr>
            </a:lvl1pPr>
          </a:lstStyle>
          <a:p>
            <a:endParaRPr lang="en-US" sz="2540" b="0">
              <a:latin typeface="+mj-ea"/>
              <a:ea typeface="+mj-ea"/>
            </a:endParaRPr>
          </a:p>
        </p:txBody>
      </p:sp>
    </p:spTree>
    <p:extLst>
      <p:ext uri="{BB962C8B-B14F-4D97-AF65-F5344CB8AC3E}">
        <p14:creationId xmlns:p14="http://schemas.microsoft.com/office/powerpoint/2010/main" val="3227311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0" y="0"/>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9" name="正方形/長方形 8">
            <a:extLst>
              <a:ext uri="{FF2B5EF4-FFF2-40B4-BE49-F238E27FC236}">
                <a16:creationId xmlns:a16="http://schemas.microsoft.com/office/drawing/2014/main" id="{7A433D0C-DB6B-40D3-88D7-776D7D0A69B1}"/>
              </a:ext>
            </a:extLst>
          </p:cNvPr>
          <p:cNvSpPr/>
          <p:nvPr userDrawn="1"/>
        </p:nvSpPr>
        <p:spPr>
          <a:xfrm>
            <a:off x="4063860" y="3428853"/>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正方形/長方形 9">
            <a:extLst>
              <a:ext uri="{FF2B5EF4-FFF2-40B4-BE49-F238E27FC236}">
                <a16:creationId xmlns:a16="http://schemas.microsoft.com/office/drawing/2014/main" id="{F06E6178-A6A4-4BFD-9F51-28EF349B5CE8}"/>
              </a:ext>
            </a:extLst>
          </p:cNvPr>
          <p:cNvSpPr/>
          <p:nvPr userDrawn="1"/>
        </p:nvSpPr>
        <p:spPr>
          <a:xfrm>
            <a:off x="8127930" y="-295"/>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Text Placeholder 3">
            <a:extLst>
              <a:ext uri="{FF2B5EF4-FFF2-40B4-BE49-F238E27FC236}">
                <a16:creationId xmlns:a16="http://schemas.microsoft.com/office/drawing/2014/main" id="{4556A793-020D-42E0-BA8C-A3348EC3D8AB}"/>
              </a:ext>
            </a:extLst>
          </p:cNvPr>
          <p:cNvSpPr>
            <a:spLocks noGrp="1"/>
          </p:cNvSpPr>
          <p:nvPr>
            <p:ph type="body" sz="half" idx="2" hasCustomPrompt="1"/>
          </p:nvPr>
        </p:nvSpPr>
        <p:spPr>
          <a:xfrm>
            <a:off x="4063860" y="1178748"/>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3" name="Text Placeholder 3">
            <a:extLst>
              <a:ext uri="{FF2B5EF4-FFF2-40B4-BE49-F238E27FC236}">
                <a16:creationId xmlns:a16="http://schemas.microsoft.com/office/drawing/2014/main" id="{3204670F-986D-4EBE-9D60-C1DB77CEAF9A}"/>
              </a:ext>
            </a:extLst>
          </p:cNvPr>
          <p:cNvSpPr>
            <a:spLocks noGrp="1"/>
          </p:cNvSpPr>
          <p:nvPr>
            <p:ph type="body" sz="half" idx="10" hasCustomPrompt="1"/>
          </p:nvPr>
        </p:nvSpPr>
        <p:spPr>
          <a:xfrm>
            <a:off x="4063860" y="1525145"/>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4" name="Text Placeholder 3">
            <a:extLst>
              <a:ext uri="{FF2B5EF4-FFF2-40B4-BE49-F238E27FC236}">
                <a16:creationId xmlns:a16="http://schemas.microsoft.com/office/drawing/2014/main" id="{2A1A9C8B-B8AE-4CAA-81FB-151F06D7EB15}"/>
              </a:ext>
            </a:extLst>
          </p:cNvPr>
          <p:cNvSpPr>
            <a:spLocks noGrp="1"/>
          </p:cNvSpPr>
          <p:nvPr>
            <p:ph type="body" sz="half" idx="11" hasCustomPrompt="1"/>
          </p:nvPr>
        </p:nvSpPr>
        <p:spPr>
          <a:xfrm>
            <a:off x="0"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5" name="Text Placeholder 3">
            <a:extLst>
              <a:ext uri="{FF2B5EF4-FFF2-40B4-BE49-F238E27FC236}">
                <a16:creationId xmlns:a16="http://schemas.microsoft.com/office/drawing/2014/main" id="{6B2BB5F7-0449-486C-BB83-ACBDAA011BDF}"/>
              </a:ext>
            </a:extLst>
          </p:cNvPr>
          <p:cNvSpPr>
            <a:spLocks noGrp="1"/>
          </p:cNvSpPr>
          <p:nvPr>
            <p:ph type="body" sz="half" idx="12" hasCustomPrompt="1"/>
          </p:nvPr>
        </p:nvSpPr>
        <p:spPr>
          <a:xfrm>
            <a:off x="0"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6" name="Text Placeholder 3">
            <a:extLst>
              <a:ext uri="{FF2B5EF4-FFF2-40B4-BE49-F238E27FC236}">
                <a16:creationId xmlns:a16="http://schemas.microsoft.com/office/drawing/2014/main" id="{5F6BB6E2-329C-47E7-BC67-E4247149DF18}"/>
              </a:ext>
            </a:extLst>
          </p:cNvPr>
          <p:cNvSpPr>
            <a:spLocks noGrp="1"/>
          </p:cNvSpPr>
          <p:nvPr>
            <p:ph type="body" sz="half" idx="13" hasCustomPrompt="1"/>
          </p:nvPr>
        </p:nvSpPr>
        <p:spPr>
          <a:xfrm>
            <a:off x="8127718"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7" name="Text Placeholder 3">
            <a:extLst>
              <a:ext uri="{FF2B5EF4-FFF2-40B4-BE49-F238E27FC236}">
                <a16:creationId xmlns:a16="http://schemas.microsoft.com/office/drawing/2014/main" id="{7889AF89-2EF8-480C-B0F3-915A3EA21C8A}"/>
              </a:ext>
            </a:extLst>
          </p:cNvPr>
          <p:cNvSpPr>
            <a:spLocks noGrp="1"/>
          </p:cNvSpPr>
          <p:nvPr>
            <p:ph type="body" sz="half" idx="14" hasCustomPrompt="1"/>
          </p:nvPr>
        </p:nvSpPr>
        <p:spPr>
          <a:xfrm>
            <a:off x="8127718"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4" name="図プレースホルダー 3">
            <a:extLst>
              <a:ext uri="{FF2B5EF4-FFF2-40B4-BE49-F238E27FC236}">
                <a16:creationId xmlns:a16="http://schemas.microsoft.com/office/drawing/2014/main" id="{1D5FA8A4-BE39-45F7-A590-2C9ACDA94BE4}"/>
              </a:ext>
            </a:extLst>
          </p:cNvPr>
          <p:cNvSpPr>
            <a:spLocks noGrp="1"/>
          </p:cNvSpPr>
          <p:nvPr>
            <p:ph type="pic" sz="quarter" idx="15"/>
          </p:nvPr>
        </p:nvSpPr>
        <p:spPr>
          <a:xfrm>
            <a:off x="0"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8" name="図プレースホルダー 3">
            <a:extLst>
              <a:ext uri="{FF2B5EF4-FFF2-40B4-BE49-F238E27FC236}">
                <a16:creationId xmlns:a16="http://schemas.microsoft.com/office/drawing/2014/main" id="{F4A02690-8098-4886-A490-6C32CA4E8F11}"/>
              </a:ext>
            </a:extLst>
          </p:cNvPr>
          <p:cNvSpPr>
            <a:spLocks noGrp="1"/>
          </p:cNvSpPr>
          <p:nvPr>
            <p:ph type="pic" sz="quarter" idx="16"/>
          </p:nvPr>
        </p:nvSpPr>
        <p:spPr>
          <a:xfrm>
            <a:off x="8127718"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9" name="図プレースホルダー 3">
            <a:extLst>
              <a:ext uri="{FF2B5EF4-FFF2-40B4-BE49-F238E27FC236}">
                <a16:creationId xmlns:a16="http://schemas.microsoft.com/office/drawing/2014/main" id="{BA7A8847-AA4E-4AB9-AFC6-AEE43199D016}"/>
              </a:ext>
            </a:extLst>
          </p:cNvPr>
          <p:cNvSpPr>
            <a:spLocks noGrp="1"/>
          </p:cNvSpPr>
          <p:nvPr>
            <p:ph type="pic" sz="quarter" idx="17"/>
          </p:nvPr>
        </p:nvSpPr>
        <p:spPr>
          <a:xfrm>
            <a:off x="4063824" y="3428853"/>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Tree>
    <p:extLst>
      <p:ext uri="{BB962C8B-B14F-4D97-AF65-F5344CB8AC3E}">
        <p14:creationId xmlns:p14="http://schemas.microsoft.com/office/powerpoint/2010/main" val="92732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62928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タイトルのみ(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8"/>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9549" rtl="0" eaLnBrk="1" fontAlgn="auto" latinLnBrk="0" hangingPunct="1">
              <a:lnSpc>
                <a:spcPct val="100000"/>
              </a:lnSpc>
              <a:spcBef>
                <a:spcPts val="0"/>
              </a:spcBef>
              <a:spcAft>
                <a:spcPts val="0"/>
              </a:spcAft>
              <a:buClrTx/>
              <a:buSzTx/>
              <a:buFontTx/>
              <a:buNone/>
              <a:tabLst/>
              <a:defRPr/>
            </a:pPr>
            <a:endParaRPr kumimoji="1" lang="ja-JP" altLang="en-US" sz="1633" b="0" i="0" u="none" strike="noStrike" kern="1200" cap="none" spc="0" normalizeH="0" baseline="0" noProof="0">
              <a:ln>
                <a:noFill/>
              </a:ln>
              <a:solidFill>
                <a:srgbClr val="F8FDFA"/>
              </a:solidFill>
              <a:effectLst/>
              <a:uLnTx/>
              <a:uFillTx/>
              <a:latin typeface="游ゴシック" panose="020F0502020204030204"/>
              <a:ea typeface="游ゴシック" panose="020B0400000000000000" pitchFamily="50" charset="-128"/>
              <a:cs typeface="+mn-cs"/>
            </a:endParaRPr>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7" y="6402492"/>
            <a:ext cx="492615" cy="326585"/>
          </a:xfrm>
          <a:prstGeom prst="rect">
            <a:avLst/>
          </a:prstGeom>
          <a:noFill/>
        </p:spPr>
        <p:txBody>
          <a:bodyPr/>
          <a:lstStyle>
            <a:lvl1pPr>
              <a:defRPr>
                <a:solidFill>
                  <a:schemeClr val="tx2"/>
                </a:solidFill>
              </a:defRPr>
            </a:lvl1pPr>
          </a:lstStyle>
          <a:p>
            <a:pPr defTabSz="829549"/>
            <a:fld id="{14EC724F-F4C9-4616-8530-5BC5097559BB}" type="slidenum">
              <a:rPr lang="ja-JP" altLang="en-US" smtClean="0">
                <a:solidFill>
                  <a:srgbClr val="1B5C80"/>
                </a:solidFill>
              </a:rPr>
              <a:pPr defTabSz="829549"/>
              <a:t>‹#›</a:t>
            </a:fld>
            <a:endParaRPr lang="ja-JP" altLang="en-US">
              <a:solidFill>
                <a:srgbClr val="1B5C80"/>
              </a:solidFill>
            </a:endParaRPr>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1888638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1056099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437E4DB-00C1-62A2-86F6-C5658624E20A}"/>
              </a:ext>
            </a:extLst>
          </p:cNvPr>
          <p:cNvSpPr/>
          <p:nvPr userDrawn="1"/>
        </p:nvSpPr>
        <p:spPr>
          <a:xfrm>
            <a:off x="1" y="91"/>
            <a:ext cx="12192213" cy="4924534"/>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29549">
              <a:defRPr/>
            </a:pPr>
            <a:endParaRPr lang="ja-JP" altLang="en-US" sz="1633">
              <a:solidFill>
                <a:srgbClr val="F8FDFA"/>
              </a:solidFill>
              <a:latin typeface="游ゴシック" panose="020F0502020204030204"/>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F25D378A-80E6-9EEB-497F-3FFE2033DCEC}"/>
              </a:ext>
            </a:extLst>
          </p:cNvPr>
          <p:cNvSpPr txBox="1"/>
          <p:nvPr userDrawn="1"/>
        </p:nvSpPr>
        <p:spPr>
          <a:xfrm>
            <a:off x="1219834" y="5056103"/>
            <a:ext cx="9752331" cy="809664"/>
          </a:xfrm>
          <a:prstGeom prst="rect">
            <a:avLst/>
          </a:prstGeom>
          <a:noFill/>
        </p:spPr>
        <p:txBody>
          <a:bodyPr rot="0" spcFirstLastPara="0" vertOverflow="overflow" horzOverflow="overflow" vert="horz" wrap="square" lIns="82951" tIns="41475" rIns="82951" bIns="41475" numCol="1" spcCol="0" rtlCol="0" fromWordArt="0" anchor="t" anchorCtr="0" forceAA="0" compatLnSpc="1">
            <a:prstTxWarp prst="textNoShape">
              <a:avLst/>
            </a:prstTxWarp>
            <a:spAutoFit/>
          </a:bodyPr>
          <a:lstStyle/>
          <a:p>
            <a:pPr algn="ctr" defTabSz="829544">
              <a:lnSpc>
                <a:spcPct val="110000"/>
              </a:lnSpc>
              <a:defRPr/>
            </a:pPr>
            <a:r>
              <a:rPr lang="ja-JP" altLang="en-US" sz="2540" b="1">
                <a:solidFill>
                  <a:srgbClr val="1B5C80"/>
                </a:solidFill>
                <a:latin typeface="游ゴシック" panose="020F0502020204030204"/>
                <a:ea typeface="游ゴシック"/>
              </a:rPr>
              <a:t>アンケートにご協力いただけますと幸いです。</a:t>
            </a:r>
            <a:endParaRPr lang="en-US" altLang="ja-JP" sz="2540" b="1">
              <a:solidFill>
                <a:srgbClr val="1B5C80"/>
              </a:solidFill>
              <a:latin typeface="游ゴシック" panose="020F0502020204030204"/>
              <a:ea typeface="游ゴシック"/>
            </a:endParaRPr>
          </a:p>
          <a:p>
            <a:pPr algn="ctr" defTabSz="829544">
              <a:lnSpc>
                <a:spcPct val="110000"/>
              </a:lnSpc>
              <a:defRPr/>
            </a:pPr>
            <a:r>
              <a:rPr lang="ja-JP" altLang="en-US" sz="1814">
                <a:solidFill>
                  <a:srgbClr val="1B5C80"/>
                </a:solidFill>
                <a:latin typeface="游ゴシック" panose="020F0502020204030204"/>
                <a:ea typeface="游ゴシック"/>
              </a:rPr>
              <a:t>今回の説明会のご感想や参加してみたい研修など、ぜひご意見をお聞かせください！</a:t>
            </a:r>
            <a:endParaRPr lang="en-US" sz="1814">
              <a:solidFill>
                <a:srgbClr val="1B5C80"/>
              </a:solidFill>
              <a:latin typeface="游ゴシック" panose="020F0502020204030204"/>
              <a:ea typeface="游ゴシック"/>
            </a:endParaRPr>
          </a:p>
        </p:txBody>
      </p:sp>
      <p:sp>
        <p:nvSpPr>
          <p:cNvPr id="5" name="スライド番号プレースホルダー 3">
            <a:extLst>
              <a:ext uri="{FF2B5EF4-FFF2-40B4-BE49-F238E27FC236}">
                <a16:creationId xmlns:a16="http://schemas.microsoft.com/office/drawing/2014/main" id="{4C15F4DE-A684-5B2E-F4DB-6524A967933B}"/>
              </a:ext>
            </a:extLst>
          </p:cNvPr>
          <p:cNvSpPr txBox="1">
            <a:spLocks/>
          </p:cNvSpPr>
          <p:nvPr userDrawn="1"/>
        </p:nvSpPr>
        <p:spPr>
          <a:xfrm>
            <a:off x="11587106" y="6402413"/>
            <a:ext cx="492615" cy="326577"/>
          </a:xfrm>
          <a:prstGeom prst="rect">
            <a:avLst/>
          </a:prstGeom>
          <a:noFill/>
        </p:spPr>
        <p:txBody>
          <a:bodyPr vert="horz" lIns="82951" tIns="41475" rIns="82951" bIns="41475" rtlCol="0" anchor="ctr"/>
          <a:lstStyle>
            <a:defPPr>
              <a:defRPr lang="ja-JP"/>
            </a:defPPr>
            <a:lvl1pPr marL="0" algn="r" defTabSz="914400" rtl="0" eaLnBrk="1" latinLnBrk="0" hangingPunct="1">
              <a:defRPr kumimoji="1" sz="1323" kern="1200" spc="120" baseline="0">
                <a:solidFill>
                  <a:schemeClr val="tx2"/>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defTabSz="829544">
              <a:defRPr/>
            </a:pPr>
            <a:fld id="{14EC724F-F4C9-4616-8530-5BC5097559BB}" type="slidenum">
              <a:rPr lang="ja-JP" altLang="en-US" sz="1200" spc="109">
                <a:solidFill>
                  <a:srgbClr val="1B5C80"/>
                </a:solidFill>
                <a:latin typeface="游ゴシック" panose="020F0502020204030204"/>
                <a:ea typeface="游ゴシック" panose="020B0400000000000000" pitchFamily="50" charset="-128"/>
              </a:rPr>
              <a:pPr defTabSz="829544">
                <a:defRPr/>
              </a:pPr>
              <a:t>‹#›</a:t>
            </a:fld>
            <a:endParaRPr lang="ja-JP" altLang="en-US" sz="1200" spc="109">
              <a:solidFill>
                <a:srgbClr val="1B5C80"/>
              </a:solidFill>
              <a:latin typeface="游ゴシック" panose="020F0502020204030204"/>
              <a:ea typeface="游ゴシック" panose="020B0400000000000000" pitchFamily="50" charset="-128"/>
            </a:endParaRPr>
          </a:p>
        </p:txBody>
      </p:sp>
      <p:sp>
        <p:nvSpPr>
          <p:cNvPr id="7" name="テキスト プレースホルダー 2">
            <a:extLst>
              <a:ext uri="{FF2B5EF4-FFF2-40B4-BE49-F238E27FC236}">
                <a16:creationId xmlns:a16="http://schemas.microsoft.com/office/drawing/2014/main" id="{834860CF-3990-F24B-1D1C-491A921C703C}"/>
              </a:ext>
            </a:extLst>
          </p:cNvPr>
          <p:cNvSpPr>
            <a:spLocks noGrp="1"/>
          </p:cNvSpPr>
          <p:nvPr>
            <p:ph type="body" sz="quarter" idx="13"/>
          </p:nvPr>
        </p:nvSpPr>
        <p:spPr>
          <a:xfrm>
            <a:off x="1" y="222608"/>
            <a:ext cx="12191999" cy="1800142"/>
          </a:xfrm>
          <a:prstGeom prst="rect">
            <a:avLst/>
          </a:prstGeom>
        </p:spPr>
        <p:txBody>
          <a:bodyPr anchor="ctr"/>
          <a:lstStyle>
            <a:lvl1pPr marL="0" indent="0">
              <a:buNone/>
              <a:defRPr kumimoji="1" lang="ja-JP" altLang="en-US" sz="3266" b="1" kern="1200" spc="109" baseline="0" dirty="0">
                <a:solidFill>
                  <a:schemeClr val="bg1"/>
                </a:solidFill>
                <a:latin typeface="+mn-ea"/>
                <a:ea typeface="+mn-ea"/>
                <a:cs typeface="+mn-cs"/>
              </a:defRPr>
            </a:lvl1pPr>
          </a:lstStyle>
          <a:p>
            <a:pPr algn="ctr"/>
            <a:endParaRPr lang="ja-JP" altLang="en-US"/>
          </a:p>
        </p:txBody>
      </p:sp>
      <p:pic>
        <p:nvPicPr>
          <p:cNvPr id="8" name="図 7">
            <a:extLst>
              <a:ext uri="{FF2B5EF4-FFF2-40B4-BE49-F238E27FC236}">
                <a16:creationId xmlns:a16="http://schemas.microsoft.com/office/drawing/2014/main" id="{B2821DD1-9DB9-AC17-1D5B-0288881DBD03}"/>
              </a:ext>
            </a:extLst>
          </p:cNvPr>
          <p:cNvPicPr>
            <a:picLocks noChangeAspect="1"/>
          </p:cNvPicPr>
          <p:nvPr userDrawn="1"/>
        </p:nvPicPr>
        <p:blipFill>
          <a:blip r:embed="rId2"/>
          <a:stretch>
            <a:fillRect/>
          </a:stretch>
        </p:blipFill>
        <p:spPr>
          <a:xfrm>
            <a:off x="5106021" y="2595039"/>
            <a:ext cx="1746207" cy="1702278"/>
          </a:xfrm>
          <a:prstGeom prst="rect">
            <a:avLst/>
          </a:prstGeom>
        </p:spPr>
      </p:pic>
      <p:pic>
        <p:nvPicPr>
          <p:cNvPr id="12" name="図 11" descr="ロゴ&#10;&#10;AI によって生成されたコンテンツは間違っている可能性があります。">
            <a:extLst>
              <a:ext uri="{FF2B5EF4-FFF2-40B4-BE49-F238E27FC236}">
                <a16:creationId xmlns:a16="http://schemas.microsoft.com/office/drawing/2014/main" id="{5CCECBAE-8F55-27AA-9502-947437DA0E8C}"/>
              </a:ext>
            </a:extLst>
          </p:cNvPr>
          <p:cNvPicPr>
            <a:picLocks noChangeAspect="1"/>
          </p:cNvPicPr>
          <p:nvPr userDrawn="1"/>
        </p:nvPicPr>
        <p:blipFill>
          <a:blip r:embed="rId3">
            <a:extLst>
              <a:ext uri="{28A0092B-C50C-407E-A947-70E740481C1C}">
                <a14:useLocalDpi xmlns:a14="http://schemas.microsoft.com/office/drawing/2010/main" val="0"/>
              </a:ext>
            </a:extLst>
          </a:blip>
          <a:srcRect l="3702" t="34625" r="3702" b="34625"/>
          <a:stretch/>
        </p:blipFill>
        <p:spPr>
          <a:xfrm>
            <a:off x="5477147" y="6519301"/>
            <a:ext cx="1237706" cy="234871"/>
          </a:xfrm>
          <a:prstGeom prst="rect">
            <a:avLst/>
          </a:prstGeom>
        </p:spPr>
      </p:pic>
      <p:sp>
        <p:nvSpPr>
          <p:cNvPr id="17" name="テキスト プレースホルダー 2">
            <a:extLst>
              <a:ext uri="{FF2B5EF4-FFF2-40B4-BE49-F238E27FC236}">
                <a16:creationId xmlns:a16="http://schemas.microsoft.com/office/drawing/2014/main" id="{E5387EDC-015F-0D42-137B-076368935D5E}"/>
              </a:ext>
            </a:extLst>
          </p:cNvPr>
          <p:cNvSpPr>
            <a:spLocks noGrp="1"/>
          </p:cNvSpPr>
          <p:nvPr>
            <p:ph type="body" sz="quarter" idx="14"/>
          </p:nvPr>
        </p:nvSpPr>
        <p:spPr>
          <a:xfrm>
            <a:off x="4384432" y="6096132"/>
            <a:ext cx="3423138" cy="234872"/>
          </a:xfrm>
          <a:prstGeom prst="rect">
            <a:avLst/>
          </a:prstGeom>
        </p:spPr>
        <p:txBody>
          <a:bodyPr anchor="ctr"/>
          <a:lstStyle>
            <a:lvl1pPr marL="0" indent="0">
              <a:buNone/>
              <a:defRPr kumimoji="1" lang="ja-JP" altLang="en-US" sz="1400" b="0" kern="1200" spc="109" baseline="0" dirty="0">
                <a:solidFill>
                  <a:schemeClr val="tx2"/>
                </a:solidFill>
                <a:latin typeface="+mn-ea"/>
                <a:ea typeface="+mn-ea"/>
                <a:cs typeface="+mn-cs"/>
              </a:defRPr>
            </a:lvl1pPr>
          </a:lstStyle>
          <a:p>
            <a:pPr algn="ctr"/>
            <a:endParaRPr lang="ja-JP" altLang="en-US"/>
          </a:p>
        </p:txBody>
      </p:sp>
    </p:spTree>
    <p:extLst>
      <p:ext uri="{BB962C8B-B14F-4D97-AF65-F5344CB8AC3E}">
        <p14:creationId xmlns:p14="http://schemas.microsoft.com/office/powerpoint/2010/main" val="2169737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kumimoji="1" lang="ja-JP" altLang="en-US" smtClean="0"/>
              <a:t>‹#›</a:t>
            </a:fld>
            <a:endParaRPr kumimoji="1" lang="ja-JP" altLang="en-US"/>
          </a:p>
        </p:txBody>
      </p:sp>
    </p:spTree>
    <p:extLst>
      <p:ext uri="{BB962C8B-B14F-4D97-AF65-F5344CB8AC3E}">
        <p14:creationId xmlns:p14="http://schemas.microsoft.com/office/powerpoint/2010/main" val="68223550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0_1タイトル＋見出し小">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8666489-4041-6ABB-59BE-F9C00D8A2B5E}"/>
              </a:ext>
            </a:extLst>
          </p:cNvPr>
          <p:cNvSpPr/>
          <p:nvPr userDrawn="1"/>
        </p:nvSpPr>
        <p:spPr>
          <a:xfrm>
            <a:off x="0" y="1"/>
            <a:ext cx="12192000" cy="732591"/>
          </a:xfrm>
          <a:prstGeom prst="rect">
            <a:avLst/>
          </a:prstGeom>
          <a:gradFill>
            <a:gsLst>
              <a:gs pos="100000">
                <a:schemeClr val="bg1"/>
              </a:gs>
              <a:gs pos="74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33">
              <a:solidFill>
                <a:schemeClr val="bg1"/>
              </a:solidFill>
            </a:endParaRPr>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380190" y="225483"/>
            <a:ext cx="10714369" cy="365125"/>
          </a:xfrm>
          <a:prstGeom prst="rect">
            <a:avLst/>
          </a:prstGeom>
        </p:spPr>
        <p:txBody>
          <a:bodyPr lIns="0" tIns="0" rIns="0" bIns="0">
            <a:noAutofit/>
          </a:bodyPr>
          <a:lstStyle>
            <a:lvl1pPr>
              <a:defRPr sz="2540" b="1">
                <a:solidFill>
                  <a:schemeClr val="bg1"/>
                </a:solidFill>
                <a:latin typeface="+mn-ea"/>
                <a:ea typeface="+mn-ea"/>
              </a:defRPr>
            </a:lvl1pPr>
          </a:lstStyle>
          <a:p>
            <a:r>
              <a:rPr lang="ja-JP" altLang="en-US"/>
              <a:t>タイトルが入ります</a:t>
            </a:r>
            <a:endParaRPr lang="en-US"/>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380190" y="820494"/>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7" name="Slide Number Placeholder 4">
            <a:extLst>
              <a:ext uri="{FF2B5EF4-FFF2-40B4-BE49-F238E27FC236}">
                <a16:creationId xmlns:a16="http://schemas.microsoft.com/office/drawing/2014/main" id="{71F4A4D7-B8FB-FB17-3199-EB075E02CA93}"/>
              </a:ext>
            </a:extLst>
          </p:cNvPr>
          <p:cNvSpPr>
            <a:spLocks noGrp="1"/>
          </p:cNvSpPr>
          <p:nvPr>
            <p:ph type="sldNum" sz="quarter" idx="12"/>
          </p:nvPr>
        </p:nvSpPr>
        <p:spPr>
          <a:xfrm>
            <a:off x="11587106" y="6402491"/>
            <a:ext cx="492615" cy="326585"/>
          </a:xfrm>
          <a:prstGeom prst="rect">
            <a:avLst/>
          </a:prstGeom>
          <a:noFill/>
        </p:spPr>
        <p:txBody>
          <a:bodyPr/>
          <a:lstStyle>
            <a:lvl1pPr algn="r">
              <a:defRPr sz="1452">
                <a:solidFill>
                  <a:schemeClr val="tx2"/>
                </a:solidFill>
              </a:defRPr>
            </a:lvl1pPr>
          </a:lstStyle>
          <a:p>
            <a:fld id="{14EC724F-F4C9-4616-8530-5BC5097559BB}" type="slidenum">
              <a:rPr lang="ja-JP" altLang="en-US" smtClean="0"/>
              <a:pPr/>
              <a:t>‹#›</a:t>
            </a:fld>
            <a:endParaRPr lang="ja-JP" altLang="en-US" sz="1452"/>
          </a:p>
        </p:txBody>
      </p:sp>
    </p:spTree>
    <p:extLst>
      <p:ext uri="{BB962C8B-B14F-4D97-AF65-F5344CB8AC3E}">
        <p14:creationId xmlns:p14="http://schemas.microsoft.com/office/powerpoint/2010/main" val="1353965076"/>
      </p:ext>
    </p:extLst>
  </p:cSld>
  <p:clrMapOvr>
    <a:masterClrMapping/>
  </p:clrMapOvr>
  <p:extLst>
    <p:ext uri="{DCECCB84-F9BA-43D5-87BE-67443E8EF086}">
      <p15:sldGuideLst xmlns:p15="http://schemas.microsoft.com/office/powerpoint/2012/main">
        <p15:guide id="1" orient="horz" pos="2381">
          <p15:clr>
            <a:srgbClr val="FBAE40"/>
          </p15:clr>
        </p15:guide>
        <p15:guide id="2" pos="26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2914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8D55906-1EB3-0E67-226D-EA5C851F6226}"/>
              </a:ext>
            </a:extLst>
          </p:cNvPr>
          <p:cNvSpPr txBox="1"/>
          <p:nvPr userDrawn="1"/>
        </p:nvSpPr>
        <p:spPr>
          <a:xfrm>
            <a:off x="-1925" y="6596390"/>
            <a:ext cx="3345200" cy="261610"/>
          </a:xfrm>
          <a:prstGeom prst="rect">
            <a:avLst/>
          </a:prstGeom>
          <a:noFill/>
        </p:spPr>
        <p:txBody>
          <a:bodyPr wrap="square">
            <a:spAutoFit/>
          </a:bodyPr>
          <a:lstStyle/>
          <a:p>
            <a:r>
              <a:rPr lang="en-US" altLang="ja-JP" sz="1050">
                <a:solidFill>
                  <a:schemeClr val="tx1">
                    <a:lumMod val="50000"/>
                    <a:lumOff val="50000"/>
                  </a:schemeClr>
                </a:solidFill>
              </a:rPr>
              <a:t>© Low Code Inc. All rights reserved.</a:t>
            </a:r>
            <a:endParaRPr lang="ja-JP" altLang="en-US" sz="1050">
              <a:solidFill>
                <a:schemeClr val="tx1">
                  <a:lumMod val="50000"/>
                  <a:lumOff val="50000"/>
                </a:schemeClr>
              </a:solidFill>
            </a:endParaRPr>
          </a:p>
        </p:txBody>
      </p:sp>
    </p:spTree>
    <p:extLst>
      <p:ext uri="{BB962C8B-B14F-4D97-AF65-F5344CB8AC3E}">
        <p14:creationId xmlns:p14="http://schemas.microsoft.com/office/powerpoint/2010/main" val="1443619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 id="2147483680" r:id="rId17"/>
    <p:sldLayoutId id="2147483681" r:id="rId18"/>
    <p:sldLayoutId id="2147483682" r:id="rId19"/>
    <p:sldLayoutId id="2147483683" r:id="rId20"/>
    <p:sldLayoutId id="2147483684" r:id="rId21"/>
    <p:sldLayoutId id="2147483685" r:id="rId22"/>
  </p:sldLayoutIdLst>
  <p:hf hdr="0" ftr="0" dt="0"/>
  <p:txStyles>
    <p:titleStyle>
      <a:lvl1pPr algn="l" defTabSz="914406" rtl="0" eaLnBrk="1" latinLnBrk="0" hangingPunct="1">
        <a:lnSpc>
          <a:spcPct val="90000"/>
        </a:lnSpc>
        <a:spcBef>
          <a:spcPct val="0"/>
        </a:spcBef>
        <a:buNone/>
        <a:defRPr kumimoji="1" sz="4400" kern="1200" spc="109" baseline="0">
          <a:solidFill>
            <a:schemeClr val="tx1"/>
          </a:solidFill>
          <a:latin typeface="+mn-ea"/>
          <a:ea typeface="+mn-ea"/>
          <a:cs typeface="+mj-cs"/>
        </a:defRPr>
      </a:lvl1pPr>
    </p:titleStyle>
    <p:bodyStyle>
      <a:lvl1pPr marL="228602" indent="-228602" algn="l" defTabSz="914406" rtl="0" eaLnBrk="1" latinLnBrk="0" hangingPunct="1">
        <a:lnSpc>
          <a:spcPct val="90000"/>
        </a:lnSpc>
        <a:spcBef>
          <a:spcPts val="1000"/>
        </a:spcBef>
        <a:buFont typeface="Arial" panose="020B0604020202020204" pitchFamily="34" charset="0"/>
        <a:buChar char="•"/>
        <a:defRPr kumimoji="1" sz="2800" kern="1200" spc="109" baseline="0">
          <a:solidFill>
            <a:schemeClr val="tx1"/>
          </a:solidFill>
          <a:latin typeface="+mn-ea"/>
          <a:ea typeface="+mn-ea"/>
          <a:cs typeface="+mn-cs"/>
        </a:defRPr>
      </a:lvl1pPr>
      <a:lvl2pPr marL="685804" indent="-228602" algn="l" defTabSz="914406" rtl="0" eaLnBrk="1" latinLnBrk="0" hangingPunct="1">
        <a:lnSpc>
          <a:spcPct val="90000"/>
        </a:lnSpc>
        <a:spcBef>
          <a:spcPts val="500"/>
        </a:spcBef>
        <a:buFont typeface="Arial" panose="020B0604020202020204" pitchFamily="34" charset="0"/>
        <a:buChar char="•"/>
        <a:defRPr kumimoji="1" sz="2400" kern="1200" spc="109" baseline="0">
          <a:solidFill>
            <a:schemeClr val="tx1"/>
          </a:solidFill>
          <a:latin typeface="+mn-ea"/>
          <a:ea typeface="+mn-ea"/>
          <a:cs typeface="+mn-cs"/>
        </a:defRPr>
      </a:lvl2pPr>
      <a:lvl3pPr marL="1143008" indent="-228602" algn="l" defTabSz="914406" rtl="0" eaLnBrk="1" latinLnBrk="0" hangingPunct="1">
        <a:lnSpc>
          <a:spcPct val="90000"/>
        </a:lnSpc>
        <a:spcBef>
          <a:spcPts val="500"/>
        </a:spcBef>
        <a:buFont typeface="Arial" panose="020B0604020202020204" pitchFamily="34" charset="0"/>
        <a:buChar char="•"/>
        <a:defRPr kumimoji="1" sz="2000" kern="1200" spc="109" baseline="0">
          <a:solidFill>
            <a:schemeClr val="tx1"/>
          </a:solidFill>
          <a:latin typeface="+mn-ea"/>
          <a:ea typeface="+mn-ea"/>
          <a:cs typeface="+mn-cs"/>
        </a:defRPr>
      </a:lvl3pPr>
      <a:lvl4pPr marL="1600210"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4pPr>
      <a:lvl5pPr marL="2057413"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5pPr>
      <a:lvl6pPr marL="2514617"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19"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23"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25"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6" rtl="0" eaLnBrk="1" latinLnBrk="0" hangingPunct="1">
        <a:defRPr kumimoji="1" sz="1800" kern="1200">
          <a:solidFill>
            <a:schemeClr val="tx1"/>
          </a:solidFill>
          <a:latin typeface="+mn-lt"/>
          <a:ea typeface="+mn-ea"/>
          <a:cs typeface="+mn-cs"/>
        </a:defRPr>
      </a:lvl1pPr>
      <a:lvl2pPr marL="457203" algn="l" defTabSz="914406" rtl="0" eaLnBrk="1" latinLnBrk="0" hangingPunct="1">
        <a:defRPr kumimoji="1" sz="1800" kern="1200">
          <a:solidFill>
            <a:schemeClr val="tx1"/>
          </a:solidFill>
          <a:latin typeface="+mn-lt"/>
          <a:ea typeface="+mn-ea"/>
          <a:cs typeface="+mn-cs"/>
        </a:defRPr>
      </a:lvl2pPr>
      <a:lvl3pPr marL="914406" algn="l" defTabSz="914406" rtl="0" eaLnBrk="1" latinLnBrk="0" hangingPunct="1">
        <a:defRPr kumimoji="1" sz="1800" kern="1200">
          <a:solidFill>
            <a:schemeClr val="tx1"/>
          </a:solidFill>
          <a:latin typeface="+mn-lt"/>
          <a:ea typeface="+mn-ea"/>
          <a:cs typeface="+mn-cs"/>
        </a:defRPr>
      </a:lvl3pPr>
      <a:lvl4pPr marL="1371609" algn="l" defTabSz="914406" rtl="0" eaLnBrk="1" latinLnBrk="0" hangingPunct="1">
        <a:defRPr kumimoji="1" sz="1800" kern="1200">
          <a:solidFill>
            <a:schemeClr val="tx1"/>
          </a:solidFill>
          <a:latin typeface="+mn-lt"/>
          <a:ea typeface="+mn-ea"/>
          <a:cs typeface="+mn-cs"/>
        </a:defRPr>
      </a:lvl4pPr>
      <a:lvl5pPr marL="1828812" algn="l" defTabSz="914406" rtl="0" eaLnBrk="1" latinLnBrk="0" hangingPunct="1">
        <a:defRPr kumimoji="1" sz="1800" kern="1200">
          <a:solidFill>
            <a:schemeClr val="tx1"/>
          </a:solidFill>
          <a:latin typeface="+mn-lt"/>
          <a:ea typeface="+mn-ea"/>
          <a:cs typeface="+mn-cs"/>
        </a:defRPr>
      </a:lvl5pPr>
      <a:lvl6pPr marL="2286015" algn="l" defTabSz="914406" rtl="0" eaLnBrk="1" latinLnBrk="0" hangingPunct="1">
        <a:defRPr kumimoji="1" sz="1800" kern="1200">
          <a:solidFill>
            <a:schemeClr val="tx1"/>
          </a:solidFill>
          <a:latin typeface="+mn-lt"/>
          <a:ea typeface="+mn-ea"/>
          <a:cs typeface="+mn-cs"/>
        </a:defRPr>
      </a:lvl6pPr>
      <a:lvl7pPr marL="2743218" algn="l" defTabSz="914406" rtl="0" eaLnBrk="1" latinLnBrk="0" hangingPunct="1">
        <a:defRPr kumimoji="1" sz="1800" kern="1200">
          <a:solidFill>
            <a:schemeClr val="tx1"/>
          </a:solidFill>
          <a:latin typeface="+mn-lt"/>
          <a:ea typeface="+mn-ea"/>
          <a:cs typeface="+mn-cs"/>
        </a:defRPr>
      </a:lvl7pPr>
      <a:lvl8pPr marL="3200421" algn="l" defTabSz="914406" rtl="0" eaLnBrk="1" latinLnBrk="0" hangingPunct="1">
        <a:defRPr kumimoji="1" sz="1800" kern="1200">
          <a:solidFill>
            <a:schemeClr val="tx1"/>
          </a:solidFill>
          <a:latin typeface="+mn-lt"/>
          <a:ea typeface="+mn-ea"/>
          <a:cs typeface="+mn-cs"/>
        </a:defRPr>
      </a:lvl8pPr>
      <a:lvl9pPr marL="3657624" algn="l" defTabSz="914406"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15.png"/><Relationship Id="rId8"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microsoft.com/office/2007/relationships/hdphoto" Target="../media/hdphoto1.wdp"/><Relationship Id="rId7"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microsoft.com/office/2007/relationships/hdphoto" Target="../media/hdphoto1.wdp"/><Relationship Id="rId6" Type="http://schemas.openxmlformats.org/officeDocument/2006/relationships/image" Target="../media/image9.png"/><Relationship Id="rId7"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wrap="square"/>
          <a:lstStyle/>
          <a:p>
            <a:pPr>
              <a:lnSpc>
                <a:spcPct val="130000"/>
              </a:lnSpc>
            </a:pPr>
            <a:r>
              <a:rPr sz="1452"/>
              <a:t>全11チームの進捗状況・使用アプリ・難易度</a:t>
            </a:r>
          </a:p>
          <a:p>
            <a:pPr>
              <a:lnSpc>
                <a:spcPct val="130000"/>
              </a:lnSpc>
            </a:pPr>
            <a:r>
              <a:rPr sz="1452"/>
              <a:t>10月発表に向けた見込みと課題</a:t>
            </a:r>
          </a:p>
        </p:txBody>
      </p:sp>
      <p:sp>
        <p:nvSpPr>
          <p:cNvPr id="3" name="Title 2"/>
          <p:cNvSpPr>
            <a:spLocks noGrp="1"/>
          </p:cNvSpPr>
          <p:nvPr>
            <p:ph type="ctrTitle"/>
          </p:nvPr>
        </p:nvSpPr>
        <p:spPr>
          <a:xfrm>
            <a:off x="1152144" y="2240280"/>
            <a:ext cx="9418320" cy="1463040"/>
          </a:xfrm>
        </p:spPr>
        <p:txBody>
          <a:bodyPr wrap="square"/>
          <a:lstStyle/>
          <a:p>
            <a:pPr>
              <a:lnSpc>
                <a:spcPct val="120000"/>
              </a:lnSpc>
            </a:pPr>
            <a:r>
              <a:rPr sz="3400" b="1"/>
              <a:t>第2回 事前相談会</a:t>
            </a:r>
          </a:p>
          <a:p>
            <a:pPr>
              <a:lnSpc>
                <a:spcPct val="120000"/>
              </a:lnSpc>
            </a:pPr>
            <a:r>
              <a:rPr sz="3400" b="1"/>
              <a:t>チームごとの状況報告</a:t>
            </a:r>
          </a:p>
        </p:txBody>
      </p:sp>
      <p:sp>
        <p:nvSpPr>
          <p:cNvPr id="4" name="Subtitle 3"/>
          <p:cNvSpPr>
            <a:spLocks noGrp="1"/>
          </p:cNvSpPr>
          <p:nvPr>
            <p:ph type="subTitle" idx="1"/>
          </p:nvPr>
        </p:nvSpPr>
        <p:spPr/>
        <p:txBody>
          <a:bodyPr wrap="square"/>
          <a:lstStyle/>
          <a:p>
            <a:r>
              <a:rPr sz="1632">
                <a:solidFill>
                  <a:srgbClr val="1B5C80"/>
                </a:solidFill>
              </a:rPr>
              <a:t>Microsoft 365 Copilot Studio 活用ハッカソン</a:t>
            </a:r>
          </a:p>
        </p:txBody>
      </p:sp>
      <p:sp>
        <p:nvSpPr>
          <p:cNvPr id="5" name="Text Placeholder 4"/>
          <p:cNvSpPr>
            <a:spLocks noGrp="1"/>
          </p:cNvSpPr>
          <p:nvPr>
            <p:ph type="body" sz="half" idx="2"/>
          </p:nvPr>
        </p:nvSpPr>
        <p:spPr/>
        <p:txBody>
          <a:bodyPr wrap="square"/>
          <a:lstStyle/>
          <a:p>
            <a:r>
              <a:rPr sz="1452"/>
              <a:t>2026.07.27</a:t>
            </a:r>
          </a:p>
        </p:txBody>
      </p:sp>
      <p:sp>
        <p:nvSpPr>
          <p:cNvPr id="6" name="TextBox 5"/>
          <p:cNvSpPr txBox="1"/>
          <p:nvPr/>
        </p:nvSpPr>
        <p:spPr>
          <a:xfrm>
            <a:off x="1152144" y="4956048"/>
            <a:ext cx="5486400" cy="310896"/>
          </a:xfrm>
          <a:prstGeom prst="rect">
            <a:avLst/>
          </a:prstGeom>
          <a:noFill/>
        </p:spPr>
        <p:txBody>
          <a:bodyPr wrap="square" lIns="25400" tIns="12700" rIns="25400" bIns="12700" anchor="t">
            <a:spAutoFit/>
          </a:bodyPr>
          <a:lstStyle/>
          <a:p>
            <a:pPr algn="l">
              <a:lnSpc>
                <a:spcPct val="100000"/>
              </a:lnSpc>
            </a:pPr>
            <a:r>
              <a:rPr sz="1270" b="1">
                <a:solidFill>
                  <a:srgbClr val="1B5C80"/>
                </a:solidFill>
              </a:rPr>
              <a:t>株式会社Low Code</a:t>
            </a:r>
          </a:p>
        </p:txBody>
      </p:sp>
      <p:pic>
        <p:nvPicPr>
          <p:cNvPr id="7" name="図 3" descr="ロゴ&#10;&#10;AI によって生成されたコンテンツは間違っている可能性があります。">
            <a:extLst>
              <a:ext uri="{FF2B5EF4-FFF2-40B4-BE49-F238E27FC236}">
                <a16:creationId xmlns:a16="http://schemas.microsoft.com/office/drawing/2014/main" id="{034E6708-382D-E5BB-D843-73E38A172897}"/>
              </a:ext>
            </a:extLst>
          </p:cNvPr>
          <p:cNvPicPr>
            <a:picLocks noChangeAspect="1"/>
          </p:cNvPicPr>
          <p:nvPr/>
        </p:nvPicPr>
        <p:blipFill>
          <a:blip r:embed="rId2">
            <a:extLst>
              <a:ext uri="{28A0092B-C50C-407E-A947-70E740481C1C}">
                <a14:useLocalDpi xmlns:a14="http://schemas.microsoft.com/office/drawing/2010/main" val="0"/>
              </a:ext>
            </a:extLst>
          </a:blip>
          <a:srcRect t="29843" b="29843"/>
          <a:stretch/>
        </p:blipFill>
        <p:spPr>
          <a:xfrm>
            <a:off x="1152144" y="5349240"/>
            <a:ext cx="2461010" cy="5669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本日の内容</a:t>
            </a:r>
          </a:p>
        </p:txBody>
      </p:sp>
      <p:sp>
        <p:nvSpPr>
          <p:cNvPr id="3" name="Text Placeholder 2"/>
          <p:cNvSpPr>
            <a:spLocks noGrp="1"/>
          </p:cNvSpPr>
          <p:nvPr>
            <p:ph type="body" sz="half" idx="2"/>
          </p:nvPr>
        </p:nvSpPr>
        <p:spPr/>
        <p:txBody>
          <a:bodyPr wrap="square"/>
          <a:lstStyle/>
          <a:p>
            <a:r>
              <a:rPr sz="1270">
                <a:solidFill>
                  <a:srgbClr val="6E767C"/>
                </a:solidFill>
              </a:rPr>
              <a:t>第2回 事前相談会（2026年7月22日〜24日 実施）の状況報告</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2</a:t>
            </a:r>
          </a:p>
        </p:txBody>
      </p:sp>
      <p:sp>
        <p:nvSpPr>
          <p:cNvPr id="5" name="Rectangle 4"/>
          <p:cNvSpPr/>
          <p:nvPr/>
        </p:nvSpPr>
        <p:spPr>
          <a:xfrm>
            <a:off x="740664" y="1371600"/>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371600"/>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01</a:t>
            </a:r>
          </a:p>
        </p:txBody>
      </p:sp>
      <p:sp>
        <p:nvSpPr>
          <p:cNvPr id="7" name="TextBox 6"/>
          <p:cNvSpPr txBox="1"/>
          <p:nvPr/>
        </p:nvSpPr>
        <p:spPr>
          <a:xfrm>
            <a:off x="1435608" y="1353312"/>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本日の目的</a:t>
            </a:r>
          </a:p>
        </p:txBody>
      </p:sp>
      <p:sp>
        <p:nvSpPr>
          <p:cNvPr id="8" name="TextBox 7"/>
          <p:cNvSpPr txBox="1"/>
          <p:nvPr/>
        </p:nvSpPr>
        <p:spPr>
          <a:xfrm>
            <a:off x="1435608" y="1645920"/>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第2回の位置づけと、確認・整理する範囲</a:t>
            </a:r>
          </a:p>
        </p:txBody>
      </p:sp>
      <p:sp>
        <p:nvSpPr>
          <p:cNvPr id="9" name="Rectangle 8"/>
          <p:cNvSpPr/>
          <p:nvPr/>
        </p:nvSpPr>
        <p:spPr>
          <a:xfrm>
            <a:off x="740664" y="1975104"/>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1975104"/>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02</a:t>
            </a:r>
          </a:p>
        </p:txBody>
      </p:sp>
      <p:sp>
        <p:nvSpPr>
          <p:cNvPr id="11" name="TextBox 10"/>
          <p:cNvSpPr txBox="1"/>
          <p:nvPr/>
        </p:nvSpPr>
        <p:spPr>
          <a:xfrm>
            <a:off x="1435608" y="1956816"/>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各チームの状況一覧</a:t>
            </a:r>
          </a:p>
        </p:txBody>
      </p:sp>
      <p:sp>
        <p:nvSpPr>
          <p:cNvPr id="12" name="TextBox 11"/>
          <p:cNvSpPr txBox="1"/>
          <p:nvPr/>
        </p:nvSpPr>
        <p:spPr>
          <a:xfrm>
            <a:off x="1435608" y="2249424"/>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進捗・10月見込み・難易度・ガイドライン適合性</a:t>
            </a:r>
          </a:p>
        </p:txBody>
      </p:sp>
      <p:sp>
        <p:nvSpPr>
          <p:cNvPr id="13" name="Rectangle 12"/>
          <p:cNvSpPr/>
          <p:nvPr/>
        </p:nvSpPr>
        <p:spPr>
          <a:xfrm>
            <a:off x="740664" y="2578608"/>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2578608"/>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03</a:t>
            </a:r>
          </a:p>
        </p:txBody>
      </p:sp>
      <p:sp>
        <p:nvSpPr>
          <p:cNvPr id="15" name="TextBox 14"/>
          <p:cNvSpPr txBox="1"/>
          <p:nvPr/>
        </p:nvSpPr>
        <p:spPr>
          <a:xfrm>
            <a:off x="1435608" y="2560320"/>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エグゼクティブサマリ</a:t>
            </a:r>
          </a:p>
        </p:txBody>
      </p:sp>
      <p:sp>
        <p:nvSpPr>
          <p:cNvPr id="16" name="TextBox 15"/>
          <p:cNvSpPr txBox="1"/>
          <p:nvPr/>
        </p:nvSpPr>
        <p:spPr>
          <a:xfrm>
            <a:off x="1435608" y="2852928"/>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S/A/B/Cの分布とフォロー優先順位</a:t>
            </a:r>
          </a:p>
        </p:txBody>
      </p:sp>
      <p:sp>
        <p:nvSpPr>
          <p:cNvPr id="17" name="Rectangle 16"/>
          <p:cNvSpPr/>
          <p:nvPr/>
        </p:nvSpPr>
        <p:spPr>
          <a:xfrm>
            <a:off x="740664" y="3182112"/>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182112"/>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04</a:t>
            </a:r>
          </a:p>
        </p:txBody>
      </p:sp>
      <p:sp>
        <p:nvSpPr>
          <p:cNvPr id="19" name="TextBox 18"/>
          <p:cNvSpPr txBox="1"/>
          <p:nvPr/>
        </p:nvSpPr>
        <p:spPr>
          <a:xfrm>
            <a:off x="1435608" y="3163824"/>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使用アプリ想定と構築ボリューム</a:t>
            </a:r>
          </a:p>
        </p:txBody>
      </p:sp>
      <p:sp>
        <p:nvSpPr>
          <p:cNvPr id="20" name="TextBox 19"/>
          <p:cNvSpPr txBox="1"/>
          <p:nvPr/>
        </p:nvSpPr>
        <p:spPr>
          <a:xfrm>
            <a:off x="1435608" y="3456432"/>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アプリ別の構築量を相対値で比較</a:t>
            </a:r>
          </a:p>
        </p:txBody>
      </p:sp>
      <p:sp>
        <p:nvSpPr>
          <p:cNvPr id="21" name="Rectangle 20"/>
          <p:cNvSpPr/>
          <p:nvPr/>
        </p:nvSpPr>
        <p:spPr>
          <a:xfrm>
            <a:off x="740664" y="3785616"/>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3785616"/>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05</a:t>
            </a:r>
          </a:p>
        </p:txBody>
      </p:sp>
      <p:sp>
        <p:nvSpPr>
          <p:cNvPr id="23" name="TextBox 22"/>
          <p:cNvSpPr txBox="1"/>
          <p:nvPr/>
        </p:nvSpPr>
        <p:spPr>
          <a:xfrm>
            <a:off x="1435608" y="3767328"/>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難易度とガイドライン適合性</a:t>
            </a:r>
          </a:p>
        </p:txBody>
      </p:sp>
      <p:sp>
        <p:nvSpPr>
          <p:cNvPr id="24" name="TextBox 23"/>
          <p:cNvSpPr txBox="1"/>
          <p:nvPr/>
        </p:nvSpPr>
        <p:spPr>
          <a:xfrm>
            <a:off x="1435608" y="4059936"/>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作る量・難しさ・制約適合性を分けて評価</a:t>
            </a:r>
          </a:p>
        </p:txBody>
      </p:sp>
      <p:sp>
        <p:nvSpPr>
          <p:cNvPr id="25" name="Rectangle 24"/>
          <p:cNvSpPr/>
          <p:nvPr/>
        </p:nvSpPr>
        <p:spPr>
          <a:xfrm>
            <a:off x="740664" y="4389120"/>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 y="4389120"/>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06</a:t>
            </a:r>
          </a:p>
        </p:txBody>
      </p:sp>
      <p:sp>
        <p:nvSpPr>
          <p:cNvPr id="27" name="TextBox 26"/>
          <p:cNvSpPr txBox="1"/>
          <p:nvPr/>
        </p:nvSpPr>
        <p:spPr>
          <a:xfrm>
            <a:off x="1435608" y="4370832"/>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事務局判断待ち・横断課題</a:t>
            </a:r>
          </a:p>
        </p:txBody>
      </p:sp>
      <p:sp>
        <p:nvSpPr>
          <p:cNvPr id="28" name="TextBox 27"/>
          <p:cNvSpPr txBox="1"/>
          <p:nvPr/>
        </p:nvSpPr>
        <p:spPr>
          <a:xfrm>
            <a:off x="1435608" y="4663440"/>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事務局の判断・案内が必要な6項目</a:t>
            </a:r>
          </a:p>
        </p:txBody>
      </p:sp>
      <p:sp>
        <p:nvSpPr>
          <p:cNvPr id="29" name="Rectangle 28"/>
          <p:cNvSpPr/>
          <p:nvPr/>
        </p:nvSpPr>
        <p:spPr>
          <a:xfrm>
            <a:off x="740664" y="4992624"/>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4992624"/>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07</a:t>
            </a:r>
          </a:p>
        </p:txBody>
      </p:sp>
      <p:sp>
        <p:nvSpPr>
          <p:cNvPr id="31" name="TextBox 30"/>
          <p:cNvSpPr txBox="1"/>
          <p:nvPr/>
        </p:nvSpPr>
        <p:spPr>
          <a:xfrm>
            <a:off x="1435608" y="4974336"/>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8月デモに向けた進め方の型</a:t>
            </a:r>
          </a:p>
        </p:txBody>
      </p:sp>
      <p:sp>
        <p:nvSpPr>
          <p:cNvPr id="32" name="TextBox 31"/>
          <p:cNvSpPr txBox="1"/>
          <p:nvPr/>
        </p:nvSpPr>
        <p:spPr>
          <a:xfrm>
            <a:off x="1435608" y="5266944"/>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共通メッセージ：8月は一本通す</a:t>
            </a:r>
          </a:p>
        </p:txBody>
      </p:sp>
      <p:sp>
        <p:nvSpPr>
          <p:cNvPr id="33" name="Rectangle 32"/>
          <p:cNvSpPr/>
          <p:nvPr/>
        </p:nvSpPr>
        <p:spPr>
          <a:xfrm>
            <a:off x="740664" y="5596128"/>
            <a:ext cx="512064" cy="51206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 y="5596128"/>
            <a:ext cx="512064" cy="51206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08</a:t>
            </a:r>
          </a:p>
        </p:txBody>
      </p:sp>
      <p:sp>
        <p:nvSpPr>
          <p:cNvPr id="35" name="TextBox 34"/>
          <p:cNvSpPr txBox="1"/>
          <p:nvPr/>
        </p:nvSpPr>
        <p:spPr>
          <a:xfrm>
            <a:off x="1435608" y="5577840"/>
            <a:ext cx="4937760" cy="292608"/>
          </a:xfrm>
          <a:prstGeom prst="rect">
            <a:avLst/>
          </a:prstGeom>
          <a:noFill/>
        </p:spPr>
        <p:txBody>
          <a:bodyPr wrap="square" anchor="t" lIns="25400" rIns="25400" tIns="12700" bIns="12700">
            <a:spAutoFit/>
          </a:bodyPr>
          <a:lstStyle/>
          <a:p>
            <a:pPr algn="l">
              <a:lnSpc>
                <a:spcPct val="100000"/>
              </a:lnSpc>
            </a:pPr>
            <a:r>
              <a:rPr sz="1632" b="1">
                <a:solidFill>
                  <a:srgbClr val="232323"/>
                </a:solidFill>
              </a:rPr>
              <a:t>各チームの状況</a:t>
            </a:r>
          </a:p>
        </p:txBody>
      </p:sp>
      <p:sp>
        <p:nvSpPr>
          <p:cNvPr id="36" name="TextBox 35"/>
          <p:cNvSpPr txBox="1"/>
          <p:nvPr/>
        </p:nvSpPr>
        <p:spPr>
          <a:xfrm>
            <a:off x="1435608" y="5870448"/>
            <a:ext cx="8961120" cy="237744"/>
          </a:xfrm>
          <a:prstGeom prst="rect">
            <a:avLst/>
          </a:prstGeom>
          <a:noFill/>
        </p:spPr>
        <p:txBody>
          <a:bodyPr wrap="square" anchor="t" lIns="25400" rIns="25400" tIns="12700" bIns="12700">
            <a:spAutoFit/>
          </a:bodyPr>
          <a:lstStyle/>
          <a:p>
            <a:pPr algn="l">
              <a:lnSpc>
                <a:spcPct val="100000"/>
              </a:lnSpc>
            </a:pPr>
            <a:r>
              <a:rPr sz="1089" b="0">
                <a:solidFill>
                  <a:srgbClr val="6E767C"/>
                </a:solidFill>
              </a:rPr>
              <a:t>チーム1〜11の個別状況（1チーム1枚）</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本日の目的</a:t>
            </a:r>
          </a:p>
        </p:txBody>
      </p:sp>
      <p:sp>
        <p:nvSpPr>
          <p:cNvPr id="3" name="Text Placeholder 2"/>
          <p:cNvSpPr>
            <a:spLocks noGrp="1"/>
          </p:cNvSpPr>
          <p:nvPr>
            <p:ph type="body" sz="half" idx="2"/>
          </p:nvPr>
        </p:nvSpPr>
        <p:spPr/>
        <p:txBody>
          <a:bodyPr wrap="square"/>
          <a:lstStyle/>
          <a:p>
            <a:r>
              <a:rPr sz="1270">
                <a:solidFill>
                  <a:srgbClr val="6E767C"/>
                </a:solidFill>
              </a:rPr>
              <a:t>第1回後に提出された企画書を前提に、構築フェーズへ進むための確認を実施</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3</a:t>
            </a:r>
          </a:p>
        </p:txBody>
      </p:sp>
      <p:sp>
        <p:nvSpPr>
          <p:cNvPr id="5" name="TextBox 4"/>
          <p:cNvSpPr txBox="1"/>
          <p:nvPr/>
        </p:nvSpPr>
        <p:spPr>
          <a:xfrm>
            <a:off x="740664" y="1298448"/>
            <a:ext cx="10716768" cy="566928"/>
          </a:xfrm>
          <a:prstGeom prst="rect">
            <a:avLst/>
          </a:prstGeom>
          <a:noFill/>
        </p:spPr>
        <p:txBody>
          <a:bodyPr wrap="square" lIns="25400" tIns="12700" rIns="25400" bIns="12700" anchor="t">
            <a:spAutoFit/>
          </a:bodyPr>
          <a:lstStyle/>
          <a:p>
            <a:pPr algn="l">
              <a:lnSpc>
                <a:spcPct val="125000"/>
              </a:lnSpc>
            </a:pPr>
            <a:r>
              <a:rPr sz="1452" b="0">
                <a:solidFill>
                  <a:srgbClr val="232323"/>
                </a:solidFill>
              </a:rPr>
              <a:t>本資料は、株式会社Low Codeが第2回 事前相談会の結果を取りまとめ、事務局向けに各チームの進捗と10月発表に向けた課題・依頼事項を報告するものである。</a:t>
            </a:r>
          </a:p>
        </p:txBody>
      </p:sp>
      <p:sp>
        <p:nvSpPr>
          <p:cNvPr id="6" name="Rectangle 5"/>
          <p:cNvSpPr/>
          <p:nvPr/>
        </p:nvSpPr>
        <p:spPr>
          <a:xfrm>
            <a:off x="740664" y="2048256"/>
            <a:ext cx="5230368" cy="23957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0664" y="2048256"/>
            <a:ext cx="5230368" cy="47548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048256"/>
            <a:ext cx="1188720" cy="475488"/>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進行面</a:t>
            </a:r>
          </a:p>
        </p:txBody>
      </p:sp>
      <p:sp>
        <p:nvSpPr>
          <p:cNvPr id="9" name="TextBox 8"/>
          <p:cNvSpPr txBox="1"/>
          <p:nvPr/>
        </p:nvSpPr>
        <p:spPr>
          <a:xfrm>
            <a:off x="2112264" y="2048256"/>
            <a:ext cx="3721608" cy="475488"/>
          </a:xfrm>
          <a:prstGeom prst="rect">
            <a:avLst/>
          </a:prstGeom>
          <a:noFill/>
        </p:spPr>
        <p:txBody>
          <a:bodyPr wrap="square" lIns="25400" tIns="12700" rIns="25400" bIns="12700" anchor="ctr">
            <a:spAutoFit/>
          </a:bodyPr>
          <a:lstStyle/>
          <a:p>
            <a:pPr algn="l">
              <a:lnSpc>
                <a:spcPct val="100000"/>
              </a:lnSpc>
            </a:pPr>
            <a:r>
              <a:rPr sz="1632" b="1">
                <a:solidFill>
                  <a:srgbClr val="FFFFFF"/>
                </a:solidFill>
              </a:rPr>
              <a:t>進捗の確認と次アクションの整理</a:t>
            </a:r>
          </a:p>
        </p:txBody>
      </p:sp>
      <p:sp>
        <p:nvSpPr>
          <p:cNvPr id="10" name="Rectangle 9"/>
          <p:cNvSpPr/>
          <p:nvPr/>
        </p:nvSpPr>
        <p:spPr>
          <a:xfrm>
            <a:off x="978408" y="2743200"/>
            <a:ext cx="100584" cy="1005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79576" y="2633472"/>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各チームの進捗状況の確認</a:t>
            </a:r>
          </a:p>
        </p:txBody>
      </p:sp>
      <p:sp>
        <p:nvSpPr>
          <p:cNvPr id="12" name="TextBox 11"/>
          <p:cNvSpPr txBox="1"/>
          <p:nvPr/>
        </p:nvSpPr>
        <p:spPr>
          <a:xfrm>
            <a:off x="1179576" y="2944368"/>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企画の具体化の度合いと、構築に着手できる準備が整っているかを確認。</a:t>
            </a:r>
          </a:p>
        </p:txBody>
      </p:sp>
      <p:sp>
        <p:nvSpPr>
          <p:cNvPr id="13" name="Rectangle 12"/>
          <p:cNvSpPr/>
          <p:nvPr/>
        </p:nvSpPr>
        <p:spPr>
          <a:xfrm>
            <a:off x="978408" y="3602736"/>
            <a:ext cx="100584" cy="1005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79576" y="3493008"/>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次アクションの整理</a:t>
            </a:r>
          </a:p>
        </p:txBody>
      </p:sp>
      <p:sp>
        <p:nvSpPr>
          <p:cNvPr id="15" name="TextBox 14"/>
          <p:cNvSpPr txBox="1"/>
          <p:nvPr/>
        </p:nvSpPr>
        <p:spPr>
          <a:xfrm>
            <a:off x="1179576" y="3803904"/>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8月：動くデモ／9月：発表準備／10月：発表 に向けた優先順位を明確化。</a:t>
            </a:r>
          </a:p>
        </p:txBody>
      </p:sp>
      <p:sp>
        <p:nvSpPr>
          <p:cNvPr id="16" name="Rectangle 15"/>
          <p:cNvSpPr/>
          <p:nvPr/>
        </p:nvSpPr>
        <p:spPr>
          <a:xfrm>
            <a:off x="6227064" y="2048256"/>
            <a:ext cx="5230368" cy="239572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27064" y="2048256"/>
            <a:ext cx="5230368" cy="475488"/>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28232" y="2048256"/>
            <a:ext cx="1188720" cy="475488"/>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技術面</a:t>
            </a:r>
          </a:p>
        </p:txBody>
      </p:sp>
      <p:sp>
        <p:nvSpPr>
          <p:cNvPr id="19" name="TextBox 18"/>
          <p:cNvSpPr txBox="1"/>
          <p:nvPr/>
        </p:nvSpPr>
        <p:spPr>
          <a:xfrm>
            <a:off x="7598664" y="2048256"/>
            <a:ext cx="3721608" cy="475488"/>
          </a:xfrm>
          <a:prstGeom prst="rect">
            <a:avLst/>
          </a:prstGeom>
          <a:noFill/>
        </p:spPr>
        <p:txBody>
          <a:bodyPr wrap="square" lIns="25400" tIns="12700" rIns="25400" bIns="12700" anchor="ctr">
            <a:spAutoFit/>
          </a:bodyPr>
          <a:lstStyle/>
          <a:p>
            <a:pPr algn="l">
              <a:lnSpc>
                <a:spcPct val="100000"/>
              </a:lnSpc>
            </a:pPr>
            <a:r>
              <a:rPr sz="1632" b="1">
                <a:solidFill>
                  <a:srgbClr val="232323"/>
                </a:solidFill>
              </a:rPr>
              <a:t>適合性と実現可能性の助言</a:t>
            </a:r>
          </a:p>
        </p:txBody>
      </p:sp>
      <p:sp>
        <p:nvSpPr>
          <p:cNvPr id="20" name="Rectangle 19"/>
          <p:cNvSpPr/>
          <p:nvPr/>
        </p:nvSpPr>
        <p:spPr>
          <a:xfrm>
            <a:off x="6464808" y="2743200"/>
            <a:ext cx="100584" cy="10058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2633472"/>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使うアプリの適合性</a:t>
            </a:r>
          </a:p>
        </p:txBody>
      </p:sp>
      <p:sp>
        <p:nvSpPr>
          <p:cNvPr id="22" name="TextBox 21"/>
          <p:cNvSpPr txBox="1"/>
          <p:nvPr/>
        </p:nvSpPr>
        <p:spPr>
          <a:xfrm>
            <a:off x="6665976" y="2944368"/>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Copilot Studio・Power Automate・SharePoint・Teams等の使い分けを助言。</a:t>
            </a:r>
          </a:p>
        </p:txBody>
      </p:sp>
      <p:sp>
        <p:nvSpPr>
          <p:cNvPr id="23" name="Rectangle 22"/>
          <p:cNvSpPr/>
          <p:nvPr/>
        </p:nvSpPr>
        <p:spPr>
          <a:xfrm>
            <a:off x="6464808" y="3602736"/>
            <a:ext cx="100584" cy="10058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65976" y="3493008"/>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実現可能性と制約の早期確認</a:t>
            </a:r>
          </a:p>
        </p:txBody>
      </p:sp>
      <p:sp>
        <p:nvSpPr>
          <p:cNvPr id="25" name="TextBox 24"/>
          <p:cNvSpPr txBox="1"/>
          <p:nvPr/>
        </p:nvSpPr>
        <p:spPr>
          <a:xfrm>
            <a:off x="6665976" y="3803904"/>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外部Web参照、M365外システム連携、資料の保管場所、本番移行などを論点化。</a:t>
            </a:r>
          </a:p>
        </p:txBody>
      </p:sp>
      <p:pic>
        <p:nvPicPr>
          <p:cNvPr id="33" name="グラフィックス 12" descr="砂時計: 終了 単色塗りつぶし">
            <a:extLst>
              <a:ext uri="{FF2B5EF4-FFF2-40B4-BE49-F238E27FC236}">
                <a16:creationId xmlns:a16="http://schemas.microsoft.com/office/drawing/2014/main" id="{AB8771B4-131E-7B5F-8AB4-827552DBD4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664" y="4919472"/>
            <a:ext cx="237744" cy="237744"/>
          </a:xfrm>
          <a:prstGeom prst="rect">
            <a:avLst/>
          </a:prstGeom>
        </p:spPr>
      </p:pic>
      <p:sp>
        <p:nvSpPr>
          <p:cNvPr id="26" name="TextBox 25"/>
          <p:cNvSpPr txBox="1"/>
          <p:nvPr/>
        </p:nvSpPr>
        <p:spPr>
          <a:xfrm>
            <a:off x="1051560" y="4901184"/>
            <a:ext cx="10405872"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全体スケジュール</a:t>
            </a:r>
          </a:p>
        </p:txBody>
      </p:sp>
      <p:sp>
        <p:nvSpPr>
          <p:cNvPr id="27" name="Chevron 26"/>
          <p:cNvSpPr/>
          <p:nvPr/>
        </p:nvSpPr>
        <p:spPr>
          <a:xfrm>
            <a:off x="740664" y="5248656"/>
            <a:ext cx="1965960" cy="548640"/>
          </a:xfrm>
          <a:prstGeom prst="chevron">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7/9〜13</a:t>
            </a:r>
          </a:p>
          <a:p>
            <a:pPr algn="ctr"/>
            <a:r>
              <a:rPr sz="1089">
                <a:solidFill>
                  <a:srgbClr val="232323"/>
                </a:solidFill>
              </a:rPr>
              <a:t>事前相談会①</a:t>
            </a:r>
          </a:p>
        </p:txBody>
      </p:sp>
      <p:sp>
        <p:nvSpPr>
          <p:cNvPr id="28" name="Chevron 27"/>
          <p:cNvSpPr/>
          <p:nvPr/>
        </p:nvSpPr>
        <p:spPr>
          <a:xfrm>
            <a:off x="2523744" y="5248656"/>
            <a:ext cx="1965960" cy="548640"/>
          </a:xfrm>
          <a:prstGeom prst="chevron">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〜7/17</a:t>
            </a:r>
          </a:p>
          <a:p>
            <a:pPr algn="ctr"/>
            <a:r>
              <a:rPr sz="1089">
                <a:solidFill>
                  <a:srgbClr val="232323"/>
                </a:solidFill>
              </a:rPr>
              <a:t>企画書 提出</a:t>
            </a:r>
          </a:p>
        </p:txBody>
      </p:sp>
      <p:sp>
        <p:nvSpPr>
          <p:cNvPr id="29" name="Chevron 28"/>
          <p:cNvSpPr/>
          <p:nvPr/>
        </p:nvSpPr>
        <p:spPr>
          <a:xfrm>
            <a:off x="4306824" y="5248656"/>
            <a:ext cx="1965960" cy="548640"/>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7/22〜24</a:t>
            </a:r>
          </a:p>
          <a:p>
            <a:pPr algn="ctr"/>
            <a:r>
              <a:rPr sz="1089">
                <a:solidFill>
                  <a:srgbClr val="232323"/>
                </a:solidFill>
              </a:rPr>
              <a:t>事前相談会②（今回）</a:t>
            </a:r>
          </a:p>
        </p:txBody>
      </p:sp>
      <p:sp>
        <p:nvSpPr>
          <p:cNvPr id="30" name="Chevron 29"/>
          <p:cNvSpPr/>
          <p:nvPr/>
        </p:nvSpPr>
        <p:spPr>
          <a:xfrm>
            <a:off x="6089904" y="5248656"/>
            <a:ext cx="1965960" cy="548640"/>
          </a:xfrm>
          <a:prstGeom prst="chevron">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8月</a:t>
            </a:r>
          </a:p>
          <a:p>
            <a:pPr algn="ctr"/>
            <a:r>
              <a:rPr sz="1089">
                <a:solidFill>
                  <a:srgbClr val="232323"/>
                </a:solidFill>
              </a:rPr>
              <a:t>構築・デモ作成</a:t>
            </a:r>
          </a:p>
        </p:txBody>
      </p:sp>
      <p:sp>
        <p:nvSpPr>
          <p:cNvPr id="31" name="Chevron 30"/>
          <p:cNvSpPr/>
          <p:nvPr/>
        </p:nvSpPr>
        <p:spPr>
          <a:xfrm>
            <a:off x="7872984" y="5248656"/>
            <a:ext cx="1965960" cy="548640"/>
          </a:xfrm>
          <a:prstGeom prst="chevron">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45720" rIns="63500" bIns="45720" rtlCol="0" anchor="ctr"/>
          <a:lstStyle/>
          <a:p>
            <a:pPr algn="ctr"/>
            <a:r>
              <a:rPr lang="en-US" altLang="ja-JP" sz="1050" b="1">
                <a:solidFill>
                  <a:srgbClr val="232323"/>
                </a:solidFill>
              </a:rPr>
              <a:t>9</a:t>
            </a:r>
            <a:r>
              <a:rPr lang="ja-JP" altLang="en-US" sz="1050" b="1">
                <a:solidFill>
                  <a:srgbClr val="232323"/>
                </a:solidFill>
              </a:rPr>
              <a:t>月（</a:t>
            </a:r>
            <a:r>
              <a:rPr lang="ja-JP" altLang="en-US" sz="1050" b="1">
                <a:solidFill>
                  <a:srgbClr val="232323"/>
                </a:solidFill>
                <a:ea typeface="游ゴシック"/>
              </a:rPr>
              <a:t>後半</a:t>
            </a:r>
            <a:r>
              <a:rPr lang="ja-JP" altLang="en-US" sz="1050" b="1">
                <a:solidFill>
                  <a:srgbClr val="232323"/>
                </a:solidFill>
              </a:rPr>
              <a:t>？）</a:t>
            </a:r>
            <a:endParaRPr lang="ja-JP" altLang="en-US" sz="1050" b="1">
              <a:solidFill>
                <a:srgbClr val="232323"/>
              </a:solidFill>
              <a:ea typeface="游ゴシック"/>
            </a:endParaRPr>
          </a:p>
          <a:p>
            <a:pPr algn="ctr"/>
            <a:r>
              <a:rPr lang="ja-JP" altLang="en-US" sz="1050" err="1">
                <a:solidFill>
                  <a:srgbClr val="232323"/>
                </a:solidFill>
              </a:rPr>
              <a:t>発表準備・運用整理</a:t>
            </a:r>
            <a:endParaRPr lang="ja-JP" altLang="en-US" sz="1050" err="1">
              <a:solidFill>
                <a:srgbClr val="232323"/>
              </a:solidFill>
              <a:ea typeface="游ゴシック"/>
            </a:endParaRPr>
          </a:p>
        </p:txBody>
      </p:sp>
      <p:sp>
        <p:nvSpPr>
          <p:cNvPr id="32" name="Chevron 31"/>
          <p:cNvSpPr/>
          <p:nvPr/>
        </p:nvSpPr>
        <p:spPr>
          <a:xfrm>
            <a:off x="9656064" y="5248656"/>
            <a:ext cx="1965960" cy="548640"/>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FFFFFF"/>
                </a:solidFill>
              </a:rPr>
              <a:t>10月初旬</a:t>
            </a:r>
          </a:p>
          <a:p>
            <a:pPr algn="ctr"/>
            <a:r>
              <a:rPr sz="1089">
                <a:solidFill>
                  <a:srgbClr val="FFFFFF"/>
                </a:solidFill>
              </a:rPr>
              <a:t>最終発表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0664" y="2331720"/>
            <a:ext cx="1828800" cy="914400"/>
          </a:xfrm>
          <a:prstGeom prst="rect">
            <a:avLst/>
          </a:prstGeom>
          <a:noFill/>
        </p:spPr>
        <p:txBody>
          <a:bodyPr wrap="square" lIns="25400" tIns="12700" rIns="25400" bIns="12700" anchor="t">
            <a:spAutoFit/>
          </a:bodyPr>
          <a:lstStyle/>
          <a:p>
            <a:pPr algn="l">
              <a:lnSpc>
                <a:spcPct val="100000"/>
              </a:lnSpc>
            </a:pPr>
            <a:r>
              <a:rPr sz="5400" b="1">
                <a:solidFill>
                  <a:srgbClr val="A6E2F3"/>
                </a:solidFill>
              </a:rPr>
              <a:t>01</a:t>
            </a:r>
          </a:p>
        </p:txBody>
      </p:sp>
      <p:sp>
        <p:nvSpPr>
          <p:cNvPr id="3" name="TextBox 2"/>
          <p:cNvSpPr txBox="1"/>
          <p:nvPr/>
        </p:nvSpPr>
        <p:spPr>
          <a:xfrm>
            <a:off x="740664" y="3200400"/>
            <a:ext cx="10716768" cy="731520"/>
          </a:xfrm>
          <a:prstGeom prst="rect">
            <a:avLst/>
          </a:prstGeom>
          <a:noFill/>
        </p:spPr>
        <p:txBody>
          <a:bodyPr wrap="square" lIns="25400" tIns="12700" rIns="25400" bIns="12700" anchor="t">
            <a:spAutoFit/>
          </a:bodyPr>
          <a:lstStyle/>
          <a:p>
            <a:pPr algn="l">
              <a:lnSpc>
                <a:spcPct val="100000"/>
              </a:lnSpc>
            </a:pPr>
            <a:r>
              <a:rPr sz="3200" b="1">
                <a:solidFill>
                  <a:srgbClr val="1B5C80"/>
                </a:solidFill>
              </a:rPr>
              <a:t>全体の状況と課題</a:t>
            </a:r>
          </a:p>
        </p:txBody>
      </p:sp>
      <p:sp>
        <p:nvSpPr>
          <p:cNvPr id="4" name="Rectangle 3"/>
          <p:cNvSpPr/>
          <p:nvPr/>
        </p:nvSpPr>
        <p:spPr>
          <a:xfrm>
            <a:off x="740664" y="4069080"/>
            <a:ext cx="1463040" cy="4572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0664" y="2331720"/>
            <a:ext cx="1828800" cy="914400"/>
          </a:xfrm>
          <a:prstGeom prst="rect">
            <a:avLst/>
          </a:prstGeom>
          <a:noFill/>
        </p:spPr>
        <p:txBody>
          <a:bodyPr wrap="square" lIns="25400" tIns="12700" rIns="25400" bIns="12700" anchor="t">
            <a:spAutoFit/>
          </a:bodyPr>
          <a:lstStyle/>
          <a:p>
            <a:pPr algn="l">
              <a:lnSpc>
                <a:spcPct val="100000"/>
              </a:lnSpc>
            </a:pPr>
            <a:r>
              <a:rPr sz="5400" b="1">
                <a:solidFill>
                  <a:srgbClr val="A6E2F3"/>
                </a:solidFill>
              </a:rPr>
              <a:t>02</a:t>
            </a:r>
          </a:p>
        </p:txBody>
      </p:sp>
      <p:sp>
        <p:nvSpPr>
          <p:cNvPr id="3" name="TextBox 2"/>
          <p:cNvSpPr txBox="1"/>
          <p:nvPr/>
        </p:nvSpPr>
        <p:spPr>
          <a:xfrm>
            <a:off x="740664" y="3200400"/>
            <a:ext cx="10716768" cy="731520"/>
          </a:xfrm>
          <a:prstGeom prst="rect">
            <a:avLst/>
          </a:prstGeom>
          <a:noFill/>
        </p:spPr>
        <p:txBody>
          <a:bodyPr wrap="square" lIns="25400" tIns="12700" rIns="25400" bIns="12700" anchor="t">
            <a:spAutoFit/>
          </a:bodyPr>
          <a:lstStyle/>
          <a:p>
            <a:pPr algn="l">
              <a:lnSpc>
                <a:spcPct val="100000"/>
              </a:lnSpc>
            </a:pPr>
            <a:r>
              <a:rPr sz="3200" b="1">
                <a:solidFill>
                  <a:srgbClr val="1B5C80"/>
                </a:solidFill>
              </a:rPr>
              <a:t>各チームの状況</a:t>
            </a:r>
          </a:p>
        </p:txBody>
      </p:sp>
      <p:sp>
        <p:nvSpPr>
          <p:cNvPr id="4" name="Rectangle 3"/>
          <p:cNvSpPr/>
          <p:nvPr/>
        </p:nvSpPr>
        <p:spPr>
          <a:xfrm>
            <a:off x="740664" y="4069080"/>
            <a:ext cx="1463040" cy="4572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チーム1：加盟店提出様式の自動チェック</a:t>
            </a:r>
          </a:p>
        </p:txBody>
      </p:sp>
      <p:sp>
        <p:nvSpPr>
          <p:cNvPr id="3" name="Text Placeholder 2"/>
          <p:cNvSpPr>
            <a:spLocks noGrp="1"/>
          </p:cNvSpPr>
          <p:nvPr>
            <p:ph type="body" sz="half" idx="2"/>
          </p:nvPr>
        </p:nvSpPr>
        <p:spPr/>
        <p:txBody>
          <a:bodyPr wrap="square"/>
          <a:lstStyle/>
          <a:p>
            <a:r>
              <a:rPr sz="1270">
                <a:solidFill>
                  <a:srgbClr val="6E767C"/>
                </a:solidFill>
              </a:rPr>
              <a:t>エージェント名：カクニンジャ</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12</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10月発表の見込み（A）の根拠：作るものは明確。開発手順の型とスケジュール提示があれば自走できる。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加盟店から提出される様式の記載漏れ・形式不備をAIがチェックする。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5492630" y="2610349"/>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5119" y="2567221"/>
            <a:ext cx="323999" cy="324000"/>
          </a:xfrm>
          <a:prstGeom prst="rect">
            <a:avLst/>
          </a:prstGeom>
          <a:noFill/>
          <a:extLst>
            <a:ext uri="{909E8E84-426E-40DD-AFC4-6F175D3DCCD1}">
              <a14:hiddenFill xmlns:a14="http://schemas.microsoft.com/office/drawing/2010/main">
                <a:solidFill>
                  <a:srgbClr val="FFFFFF"/>
                </a:solidFill>
              </a14:hiddenFill>
            </a:ext>
          </a:extLst>
        </p:spPr>
      </p:pic>
      <p:sp>
        <p:nvSpPr>
          <p:cNvPr id="179" name="TextBox 178"/>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Copilot </a:t>
            </a:r>
            <a:r>
              <a:rPr sz="1089" b="0" err="1">
                <a:solidFill>
                  <a:srgbClr val="232323"/>
                </a:solidFill>
              </a:rPr>
              <a:t>チャット</a:t>
            </a:r>
            <a:r>
              <a:rPr sz="1089" b="0">
                <a:solidFill>
                  <a:srgbClr val="232323"/>
                </a:solidFill>
              </a:rPr>
              <a:t> ／ Excel ／ </a:t>
            </a:r>
            <a:r>
              <a:rPr sz="1089" b="0" err="1">
                <a:solidFill>
                  <a:srgbClr val="232323"/>
                </a:solidFill>
              </a:rPr>
              <a:t>SharePoint（想定</a:t>
            </a:r>
            <a:r>
              <a:rPr sz="1089" b="0">
                <a:solidFill>
                  <a:srgbClr val="232323"/>
                </a:solidFill>
              </a:rPr>
              <a:t>）</a:t>
            </a: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AIの判定結果にばらつきが出る可能性。判定基準と「AIに任せる範囲／人が確認する範囲」の切り分けが必要。</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第2回：構築フェーズで何を優先すべきか。開発手順の型（基本フォーマット）と8〜9月のスケジュール提示が欲しい。</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8〜9月の進め方は事務局から共有する方針。Copilot Studioは通常のチャットより回答範囲・出力形式を制御しやすい点が利点。</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チェック項目を分解し、AI判断・自動化・人の確認の境界を設計。サンプル様式で結果の再現性を確認する。</a:t>
            </a:r>
          </a:p>
        </p:txBody>
      </p:sp>
      <p:pic>
        <p:nvPicPr>
          <p:cNvPr id="26" name="図 25" descr="絵と文字の加工写真&#10;&#10;AI 生成コンテンツは誤りを含む可能性があります。">
            <a:extLst>
              <a:ext uri="{FF2B5EF4-FFF2-40B4-BE49-F238E27FC236}">
                <a16:creationId xmlns:a16="http://schemas.microsoft.com/office/drawing/2014/main" id="{31DFB6F6-86E8-1DF0-654B-5C86C68543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87489"/>
            <a:ext cx="283464" cy="283464"/>
          </a:xfrm>
          <a:prstGeom prst="rect">
            <a:avLst/>
          </a:prstGeom>
        </p:spPr>
      </p:pic>
      <p:pic>
        <p:nvPicPr>
          <p:cNvPr id="28" name="図 27">
            <a:extLst>
              <a:ext uri="{FF2B5EF4-FFF2-40B4-BE49-F238E27FC236}">
                <a16:creationId xmlns:a16="http://schemas.microsoft.com/office/drawing/2014/main" id="{4CB5C5CB-D252-68C6-C531-5FCD456014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7054" y="2596946"/>
            <a:ext cx="264552" cy="2645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チーム2：受付Cエラーの原因案内</a:t>
            </a:r>
          </a:p>
        </p:txBody>
      </p:sp>
      <p:sp>
        <p:nvSpPr>
          <p:cNvPr id="3" name="Text Placeholder 2"/>
          <p:cNvSpPr>
            <a:spLocks noGrp="1"/>
          </p:cNvSpPr>
          <p:nvPr>
            <p:ph type="body" sz="half" idx="2"/>
          </p:nvPr>
        </p:nvSpPr>
        <p:spPr/>
        <p:txBody>
          <a:bodyPr wrap="square"/>
          <a:lstStyle/>
          <a:p>
            <a:r>
              <a:rPr sz="1270">
                <a:solidFill>
                  <a:srgbClr val="6E767C"/>
                </a:solidFill>
              </a:rPr>
              <a:t>エージェント名：受付Cエラー原因ナビゲーター</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13</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10月発表の見込み（A）の根拠：対象エラーと回答テンプレートを絞れば動くデモを作れる。指示文の見本で加速。</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カード会社が受付エラーの原因を自分で解決できるよう、AIが原因と対処を案内する。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25"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1507" y="2645088"/>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816360" y="261765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5094088" y="2626800"/>
            <a:ext cx="304600" cy="219456"/>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SharePoint ／ </a:t>
            </a:r>
            <a:r>
              <a:rPr sz="1089" b="0" err="1">
                <a:solidFill>
                  <a:srgbClr val="232323"/>
                </a:solidFill>
              </a:rPr>
              <a:t>Teams・Web画面</a:t>
            </a:r>
            <a:r>
              <a:rPr sz="1089" b="0">
                <a:solidFill>
                  <a:srgbClr val="232323"/>
                </a:solidFill>
              </a:rPr>
              <a:t> ／ Power </a:t>
            </a:r>
            <a:r>
              <a:rPr sz="1089" b="0" err="1">
                <a:solidFill>
                  <a:srgbClr val="232323"/>
                </a:solidFill>
              </a:rPr>
              <a:t>Automate（想定</a:t>
            </a:r>
            <a:r>
              <a:rPr sz="1089" b="0">
                <a:solidFill>
                  <a:srgbClr val="232323"/>
                </a:solidFill>
              </a:rPr>
              <a:t>）</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エラーファイルの取り込み形式と、回答の根拠となるFAQ・ガイドの整備状況が成否を左右する。</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第2回：Copilotに設計や成果物を相談するときの指示文（プロンプト）の見本が欲しい。</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企画内容をそのまま貼り付け、「必要な設定・使うべきアプリ・構成案」を尋ねる進め方を助言。ファイル形式は試して見極める。</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代表的なエラーパターンと回答テンプレートを絞り、最初に作る範囲の入力・出力例を用意する。</a:t>
            </a:r>
          </a:p>
        </p:txBody>
      </p:sp>
      <p:pic>
        <p:nvPicPr>
          <p:cNvPr id="27" name="図 26" descr="絵と文字の加工写真&#10;&#10;AI 生成コンテンツは誤りを含む可能性があります。">
            <a:extLst>
              <a:ext uri="{FF2B5EF4-FFF2-40B4-BE49-F238E27FC236}">
                <a16:creationId xmlns:a16="http://schemas.microsoft.com/office/drawing/2014/main" id="{396D235C-EE2D-4C70-03D5-013AE8DFFD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0077" y="2594796"/>
            <a:ext cx="283464"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チーム3：加盟店防衛マネジメント支援</a:t>
            </a:r>
          </a:p>
        </p:txBody>
      </p:sp>
      <p:sp>
        <p:nvSpPr>
          <p:cNvPr id="3" name="Text Placeholder 2"/>
          <p:cNvSpPr>
            <a:spLocks noGrp="1"/>
          </p:cNvSpPr>
          <p:nvPr>
            <p:ph type="body" sz="half" idx="2"/>
          </p:nvPr>
        </p:nvSpPr>
        <p:spPr/>
        <p:txBody>
          <a:bodyPr wrap="square"/>
          <a:lstStyle/>
          <a:p>
            <a:r>
              <a:rPr sz="1270">
                <a:solidFill>
                  <a:srgbClr val="6E767C"/>
                </a:solidFill>
              </a:rPr>
              <a:t>エージェント名：加盟店防衛マネジメントエージェント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14</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高</a:t>
            </a:r>
          </a:p>
        </p:txBody>
      </p:sp>
      <p:sp>
        <p:nvSpPr>
          <p:cNvPr id="14" name="Rounded Rectangle 13"/>
          <p:cNvSpPr/>
          <p:nvPr/>
        </p:nvSpPr>
        <p:spPr>
          <a:xfrm>
            <a:off x="5879592" y="1353312"/>
            <a:ext cx="16002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B</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10月発表の見込み（B）の根拠：構想は明確。使うデータの可否を整理し範囲を絞れば発表できる（作業量は大）。</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営業データを統合し、リスク分析や訪問前のサマリをAIが作成する。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Power Automate ／ Power Query ／ SharePoint ／ Power BI ／ Copilot Studio ／ </a:t>
            </a:r>
            <a:r>
              <a:rPr sz="1089" b="0" err="1">
                <a:solidFill>
                  <a:srgbClr val="232323"/>
                </a:solidFill>
              </a:rPr>
              <a:t>営業システム等（取得可否が論点</a:t>
            </a:r>
            <a:r>
              <a:rPr sz="1089" b="0">
                <a:solidFill>
                  <a:srgbClr val="232323"/>
                </a:solidFill>
              </a:rPr>
              <a:t>）</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err="1">
                <a:solidFill>
                  <a:srgbClr val="232323"/>
                </a:solidFill>
              </a:rPr>
              <a:t>外部情報・営業システムからの取得制約が大きい。使うデータを洗い出し、可否の判断を得る必要がある</a:t>
            </a:r>
            <a:r>
              <a:rPr sz="1089" b="0">
                <a:solidFill>
                  <a:srgbClr val="232323"/>
                </a:solidFill>
              </a:rPr>
              <a:t>。</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第2回：外部のIR情報等を参照したいが、外部情報の参照禁止によるリスクと代替策を知りたい。</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外部サイトの自動参照は相手先サーバへの負荷などの観点から原則不可。必要な資料は事前に取得し参照資料として登録する方法が現実的。</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使うデータを「M365内／M365外／外部Web」に分類し、最初に作る範囲を再定義する。</a:t>
            </a:r>
          </a:p>
        </p:txBody>
      </p:sp>
      <p:pic>
        <p:nvPicPr>
          <p:cNvPr id="28" name="図 27" descr="絵と文字の加工写真&#10;&#10;AI 生成コンテンツは誤りを含む可能性があります。">
            <a:extLst>
              <a:ext uri="{FF2B5EF4-FFF2-40B4-BE49-F238E27FC236}">
                <a16:creationId xmlns:a16="http://schemas.microsoft.com/office/drawing/2014/main" id="{077344A9-AE29-EA99-E5A0-FC4F470A2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0077" y="2594796"/>
            <a:ext cx="283464" cy="283464"/>
          </a:xfrm>
          <a:prstGeom prst="rect">
            <a:avLst/>
          </a:prstGeom>
        </p:spPr>
      </p:pic>
      <p:pic>
        <p:nvPicPr>
          <p:cNvPr id="31" name="Picture 2" descr="InLoox + Power Automate | Apps &amp; Integrations">
            <a:extLst>
              <a:ext uri="{FF2B5EF4-FFF2-40B4-BE49-F238E27FC236}">
                <a16:creationId xmlns:a16="http://schemas.microsoft.com/office/drawing/2014/main" id="{5C2693D4-3A98-8A59-0257-0180DA2D6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5381" y="2645088"/>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SharePoint Online goes live | Staff Gateway">
            <a:extLst>
              <a:ext uri="{FF2B5EF4-FFF2-40B4-BE49-F238E27FC236}">
                <a16:creationId xmlns:a16="http://schemas.microsoft.com/office/drawing/2014/main" id="{4B466895-5EED-C5B9-5EE9-756623436D6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73714" y="261765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54" name="グラフィックス 53">
            <a:extLst>
              <a:ext uri="{FF2B5EF4-FFF2-40B4-BE49-F238E27FC236}">
                <a16:creationId xmlns:a16="http://schemas.microsoft.com/office/drawing/2014/main" id="{30994E91-80AB-A76D-BD72-50FC47B972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40462" y="2626800"/>
            <a:ext cx="219457" cy="2194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チーム4：市場・企業分析</a:t>
            </a:r>
          </a:p>
        </p:txBody>
      </p:sp>
      <p:sp>
        <p:nvSpPr>
          <p:cNvPr id="3" name="Text Placeholder 2"/>
          <p:cNvSpPr>
            <a:spLocks noGrp="1"/>
          </p:cNvSpPr>
          <p:nvPr>
            <p:ph type="body" sz="half" idx="2"/>
          </p:nvPr>
        </p:nvSpPr>
        <p:spPr/>
        <p:txBody>
          <a:bodyPr wrap="square"/>
          <a:lstStyle/>
          <a:p>
            <a:r>
              <a:rPr sz="1270">
                <a:solidFill>
                  <a:srgbClr val="6E767C"/>
                </a:solidFill>
              </a:rPr>
              <a:t>エージェント名：市場・企業分析エージェント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15</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② 2案から選定中</a:t>
            </a:r>
          </a:p>
        </p:txBody>
      </p:sp>
      <p:sp>
        <p:nvSpPr>
          <p:cNvPr id="13" name="Rounded Rectangle 12"/>
          <p:cNvSpPr/>
          <p:nvPr/>
        </p:nvSpPr>
        <p:spPr>
          <a:xfrm>
            <a:off x="4398264" y="1353312"/>
            <a:ext cx="13716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高</a:t>
            </a:r>
          </a:p>
        </p:txBody>
      </p:sp>
      <p:sp>
        <p:nvSpPr>
          <p:cNvPr id="14" name="Rounded Rectangle 13"/>
          <p:cNvSpPr/>
          <p:nvPr/>
        </p:nvSpPr>
        <p:spPr>
          <a:xfrm>
            <a:off x="5879592" y="1353312"/>
            <a:ext cx="16002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C</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10月発表の見込み（C）の根拠：外部Web参照の禁止で企画の中心が抵触。代替案が未確定で、作るものが定まっていない。</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企業名やキーワードを起点に、調査結果の整理と提案書のドラフトをAIが作成する。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179" name="Picture 30" descr="Microsoft PowerPoint Logo - PNG and Vector - Logo Download">
            <a:extLst>
              <a:ext uri="{FF2B5EF4-FFF2-40B4-BE49-F238E27FC236}">
                <a16:creationId xmlns:a16="http://schemas.microsoft.com/office/drawing/2014/main" id="{FCDCAA7A-5916-B3BA-9493-3B02330A2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5324" y="2640916"/>
            <a:ext cx="237744" cy="221156"/>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SharePoint ／ Teams ／ </a:t>
            </a:r>
            <a:r>
              <a:rPr sz="1089" b="0" err="1">
                <a:solidFill>
                  <a:srgbClr val="232323"/>
                </a:solidFill>
              </a:rPr>
              <a:t>Word・PowerPoint（外部Web・RSS・APIは原則不可</a:t>
            </a:r>
            <a:r>
              <a:rPr sz="1089" b="0">
                <a:solidFill>
                  <a:srgbClr val="232323"/>
                </a:solidFill>
              </a:rPr>
              <a:t>）</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企画の中心が外部情報の取得であるため、今回の条件下では実装できる効果が大きく下がる。</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第2回：外部サイトからの情報取得が原則禁止となり、現在の案がガイドラインに抵触する可能性を確認したい。</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Web検索が主機能となる場合は案の練り直しが必要。手元の資料を整えてドラフト化するだけで効果が出るかを検討するよう助言。</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外部参照なしで成立する使い方に再設計する（過去の調査結果や社内資料をもとにした整理など）。</a:t>
            </a:r>
          </a:p>
        </p:txBody>
      </p:sp>
      <p:pic>
        <p:nvPicPr>
          <p:cNvPr id="27" name="Picture 2" descr="InLoox + Power Automate | Apps &amp; Integrations">
            <a:extLst>
              <a:ext uri="{FF2B5EF4-FFF2-40B4-BE49-F238E27FC236}">
                <a16:creationId xmlns:a16="http://schemas.microsoft.com/office/drawing/2014/main" id="{42860936-7BF1-E128-FA81-53AE19B55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700" y="2651760"/>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harePoint Online goes live | Staff Gateway">
            <a:extLst>
              <a:ext uri="{FF2B5EF4-FFF2-40B4-BE49-F238E27FC236}">
                <a16:creationId xmlns:a16="http://schemas.microsoft.com/office/drawing/2014/main" id="{F98995C9-76F5-759C-3D3A-1AEE957F858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36087" y="2642989"/>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Microsoft Teams Logo: valor, história, PNG">
            <a:extLst>
              <a:ext uri="{FF2B5EF4-FFF2-40B4-BE49-F238E27FC236}">
                <a16:creationId xmlns:a16="http://schemas.microsoft.com/office/drawing/2014/main" id="{42C1BFE8-48EA-4BC8-E1B3-F3376DA5E1B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18" r="12318"/>
          <a:stretch/>
        </p:blipFill>
        <p:spPr bwMode="auto">
          <a:xfrm>
            <a:off x="5435004" y="2639732"/>
            <a:ext cx="304600" cy="219456"/>
          </a:xfrm>
          <a:prstGeom prst="rect">
            <a:avLst/>
          </a:prstGeom>
          <a:noFill/>
          <a:extLst>
            <a:ext uri="{909E8E84-426E-40DD-AFC4-6F175D3DCCD1}">
              <a14:hiddenFill xmlns:a14="http://schemas.microsoft.com/office/drawing/2010/main">
                <a:solidFill>
                  <a:srgbClr val="FFFFFF"/>
                </a:solidFill>
              </a14:hiddenFill>
            </a:ext>
          </a:extLst>
        </p:spPr>
      </p:pic>
      <p:pic>
        <p:nvPicPr>
          <p:cNvPr id="35" name="図 34" descr="絵と文字の加工写真&#10;&#10;AI 生成コンテンツは誤りを含む可能性があります。">
            <a:extLst>
              <a:ext uri="{FF2B5EF4-FFF2-40B4-BE49-F238E27FC236}">
                <a16:creationId xmlns:a16="http://schemas.microsoft.com/office/drawing/2014/main" id="{83DA487C-CC7B-14B3-668A-506C92CB12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チーム5：依頼事項の自動リマインド</a:t>
            </a:r>
          </a:p>
        </p:txBody>
      </p:sp>
      <p:sp>
        <p:nvSpPr>
          <p:cNvPr id="3" name="Text Placeholder 2"/>
          <p:cNvSpPr>
            <a:spLocks noGrp="1"/>
          </p:cNvSpPr>
          <p:nvPr>
            <p:ph type="body" sz="half" idx="2"/>
          </p:nvPr>
        </p:nvSpPr>
        <p:spPr/>
        <p:txBody>
          <a:bodyPr wrap="square"/>
          <a:lstStyle/>
          <a:p>
            <a:r>
              <a:rPr sz="1270">
                <a:solidFill>
                  <a:srgbClr val="6E767C"/>
                </a:solidFill>
              </a:rPr>
              <a:t>エージェント名：おはようリマインドくん</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16</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⑤ 効果試算まで完了</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10月発表の見込み（A）の根拠：業務の流れ・効果・構成まで具体化済み。8月のデモまで道筋が明確。</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依頼事項の登録・通知・回答集約・未回答者へのリマインドを自動化する。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34" name="TextBox 33"/>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Microsoft Forms ／ Power Automate ／ Teams ／ </a:t>
            </a:r>
            <a:r>
              <a:rPr sz="1089" b="0" err="1">
                <a:solidFill>
                  <a:srgbClr val="232323"/>
                </a:solidFill>
              </a:rPr>
              <a:t>管理ダッシュボード</a:t>
            </a:r>
            <a:endParaRPr sz="1089" b="0">
              <a:solidFill>
                <a:srgbClr val="232323"/>
              </a:solidFill>
            </a:endParaRPr>
          </a:p>
        </p:txBody>
      </p:sp>
      <p:sp>
        <p:nvSpPr>
          <p:cNvPr id="35" name="Rectangle 34"/>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38" name="TextBox 37"/>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運用の定着と、依頼元の入力ルールが鍵。リマインドの設計と回答形式の標準化が必要。</a:t>
            </a:r>
          </a:p>
        </p:txBody>
      </p:sp>
      <p:sp>
        <p:nvSpPr>
          <p:cNvPr id="39" name="Rectangle 38"/>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2" name="TextBox 41"/>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第2回：管理表の項目立てをどう始めるか。Copilot Studioの更新に伴う保守リスクも知りたい。</a:t>
            </a:r>
          </a:p>
        </p:txBody>
      </p:sp>
      <p:sp>
        <p:nvSpPr>
          <p:cNvPr id="43" name="Rectangle 42"/>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6" name="TextBox 45"/>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まず項目を仮決めし、3件程度のサンプルで Power Automate から一連の流れを通す。更新による不具合は運用保守の観点で考慮が必要。</a:t>
            </a:r>
          </a:p>
        </p:txBody>
      </p:sp>
      <p:sp>
        <p:nvSpPr>
          <p:cNvPr id="47" name="Rectangle 46"/>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49" name="TextBox 48"/>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「依頼1件の登録→対象者へ通知→回答集約→未回答リマインド」を8月中に動くデモにする。</a:t>
            </a:r>
          </a:p>
        </p:txBody>
      </p:sp>
      <p:pic>
        <p:nvPicPr>
          <p:cNvPr id="27" name="Picture 2" descr="InLoox + Power Automate | Apps &amp; Integrations">
            <a:extLst>
              <a:ext uri="{FF2B5EF4-FFF2-40B4-BE49-F238E27FC236}">
                <a16:creationId xmlns:a16="http://schemas.microsoft.com/office/drawing/2014/main" id="{C67C945A-4DBC-A51C-8CB7-C7690DEC81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3154" y="2649175"/>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Microsoft Teams Logo: valor, história, PNG">
            <a:extLst>
              <a:ext uri="{FF2B5EF4-FFF2-40B4-BE49-F238E27FC236}">
                <a16:creationId xmlns:a16="http://schemas.microsoft.com/office/drawing/2014/main" id="{1A86037D-82AF-629F-9BA1-0078E82ACD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5435006" y="2630887"/>
            <a:ext cx="304600" cy="219456"/>
          </a:xfrm>
          <a:prstGeom prst="rect">
            <a:avLst/>
          </a:prstGeom>
          <a:noFill/>
          <a:extLst>
            <a:ext uri="{909E8E84-426E-40DD-AFC4-6F175D3DCCD1}">
              <a14:hiddenFill xmlns:a14="http://schemas.microsoft.com/office/drawing/2010/main">
                <a:solidFill>
                  <a:srgbClr val="FFFFFF"/>
                </a:solidFill>
              </a14:hiddenFill>
            </a:ext>
          </a:extLst>
        </p:spPr>
      </p:pic>
      <p:pic>
        <p:nvPicPr>
          <p:cNvPr id="51" name="図 50" descr="絵と文字の加工写真&#10;&#10;AI 生成コンテンツは誤りを含む可能性があります。">
            <a:extLst>
              <a:ext uri="{FF2B5EF4-FFF2-40B4-BE49-F238E27FC236}">
                <a16:creationId xmlns:a16="http://schemas.microsoft.com/office/drawing/2014/main" id="{0522595E-EA45-C2DE-1867-2B371B41E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98883"/>
            <a:ext cx="283464" cy="283464"/>
          </a:xfrm>
          <a:prstGeom prst="rect">
            <a:avLst/>
          </a:prstGeom>
        </p:spPr>
      </p:pic>
      <p:pic>
        <p:nvPicPr>
          <p:cNvPr id="53" name="図 52" descr="アイコン&#10;&#10;AI 生成コンテンツは誤りを含む可能性があります。">
            <a:extLst>
              <a:ext uri="{FF2B5EF4-FFF2-40B4-BE49-F238E27FC236}">
                <a16:creationId xmlns:a16="http://schemas.microsoft.com/office/drawing/2014/main" id="{333EB1BC-7406-0805-4EBD-BC040D54CE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8901" y="2601169"/>
            <a:ext cx="278893" cy="27889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チーム6：会議資料作成と会議招集の自動化</a:t>
            </a:r>
          </a:p>
        </p:txBody>
      </p:sp>
      <p:sp>
        <p:nvSpPr>
          <p:cNvPr id="3" name="Text Placeholder 2"/>
          <p:cNvSpPr>
            <a:spLocks noGrp="1"/>
          </p:cNvSpPr>
          <p:nvPr>
            <p:ph type="body" sz="half" idx="2"/>
          </p:nvPr>
        </p:nvSpPr>
        <p:spPr/>
        <p:txBody>
          <a:bodyPr wrap="square"/>
          <a:lstStyle/>
          <a:p>
            <a:r>
              <a:rPr sz="1270">
                <a:solidFill>
                  <a:srgbClr val="6E767C"/>
                </a:solidFill>
              </a:rPr>
              <a:t>エージェント名：Forecast ONE</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17</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B</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10月発表の見込み（B）の根拠：構成は明確。資料収集・資料生成・会議通知を分けて検証すれば発表できる。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フォーキャスト会議の資料作成と、会議の招集をあわせて自動化する。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180" name="TextBox 179"/>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a:t>
            </a:r>
            <a:r>
              <a:rPr sz="1089" b="0" err="1">
                <a:solidFill>
                  <a:srgbClr val="232323"/>
                </a:solidFill>
              </a:rPr>
              <a:t>SharePoint・OneDrive</a:t>
            </a:r>
            <a:r>
              <a:rPr sz="1089" b="0">
                <a:solidFill>
                  <a:srgbClr val="232323"/>
                </a:solidFill>
              </a:rPr>
              <a:t> ／ Outlook ／ Teams ／ PowerPoint</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err="1">
                <a:solidFill>
                  <a:srgbClr val="232323"/>
                </a:solidFill>
              </a:rPr>
              <a:t>資料の保管場所、資料の自動生成、会議招集の自動化は、それぞれ分けて実現性を検証する必要がある</a:t>
            </a:r>
            <a:r>
              <a:rPr sz="1089" b="0">
                <a:solidFill>
                  <a:srgbClr val="232323"/>
                </a:solidFill>
              </a:rPr>
              <a:t>。</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第2回は未実施。第1回では Power Automate と Copilot Studio の違い、研修の予定、困ったときの相談先を確認。</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Power AutomateはAIではなく自動化の道具だが、時間削減には重要。資料収集・資料生成・会議通知の役割分担を明確にする必要がある。</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3つの入力資料・前月資料・出力資料・会議通知について、データの流れをM365内で整理する。</a:t>
            </a:r>
          </a:p>
        </p:txBody>
      </p:sp>
      <p:pic>
        <p:nvPicPr>
          <p:cNvPr id="27" name="Picture 2" descr="InLoox + Power Automate | Apps &amp; Integrations">
            <a:extLst>
              <a:ext uri="{FF2B5EF4-FFF2-40B4-BE49-F238E27FC236}">
                <a16:creationId xmlns:a16="http://schemas.microsoft.com/office/drawing/2014/main" id="{F7BBB759-8532-6FCC-C373-0B012E29C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9700" y="2651760"/>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harePoint Online goes live | Staff Gateway">
            <a:extLst>
              <a:ext uri="{FF2B5EF4-FFF2-40B4-BE49-F238E27FC236}">
                <a16:creationId xmlns:a16="http://schemas.microsoft.com/office/drawing/2014/main" id="{793F888F-CC74-61D0-2BDD-ECF0ADFF6B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5136087" y="2642989"/>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Microsoft Teams Logo: valor, história, PNG">
            <a:extLst>
              <a:ext uri="{FF2B5EF4-FFF2-40B4-BE49-F238E27FC236}">
                <a16:creationId xmlns:a16="http://schemas.microsoft.com/office/drawing/2014/main" id="{66C6C9C2-2F7E-722C-42F7-5AA94E7829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6200114" y="2639732"/>
            <a:ext cx="304600" cy="219456"/>
          </a:xfrm>
          <a:prstGeom prst="rect">
            <a:avLst/>
          </a:prstGeom>
          <a:noFill/>
          <a:extLst>
            <a:ext uri="{909E8E84-426E-40DD-AFC4-6F175D3DCCD1}">
              <a14:hiddenFill xmlns:a14="http://schemas.microsoft.com/office/drawing/2010/main">
                <a:solidFill>
                  <a:srgbClr val="FFFFFF"/>
                </a:solidFill>
              </a14:hiddenFill>
            </a:ext>
          </a:extLst>
        </p:spPr>
      </p:pic>
      <p:pic>
        <p:nvPicPr>
          <p:cNvPr id="37" name="図 36" descr="絵と文字の加工写真&#10;&#10;AI 生成コンテンツは誤りを含む可能性があります。">
            <a:extLst>
              <a:ext uri="{FF2B5EF4-FFF2-40B4-BE49-F238E27FC236}">
                <a16:creationId xmlns:a16="http://schemas.microsoft.com/office/drawing/2014/main" id="{6D56BB05-BF01-50B7-6D9C-B07FB6D958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pic>
        <p:nvPicPr>
          <p:cNvPr id="39" name="Picture 30" descr="Microsoft PowerPoint Logo - PNG and Vector - Logo Download">
            <a:extLst>
              <a:ext uri="{FF2B5EF4-FFF2-40B4-BE49-F238E27FC236}">
                <a16:creationId xmlns:a16="http://schemas.microsoft.com/office/drawing/2014/main" id="{418ECB4C-14FD-8853-7E11-F465FCCEDF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0434" y="2640916"/>
            <a:ext cx="237744" cy="22115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ロゴ&#10;&#10;AI 生成コンテンツは誤りを含む可能性があります。">
            <a:extLst>
              <a:ext uri="{FF2B5EF4-FFF2-40B4-BE49-F238E27FC236}">
                <a16:creationId xmlns:a16="http://schemas.microsoft.com/office/drawing/2014/main" id="{77246181-2E0D-AEE1-DAA9-A8BB8DDD9E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43635" y="2562405"/>
            <a:ext cx="391107" cy="391107"/>
          </a:xfrm>
          <a:prstGeom prst="rect">
            <a:avLst/>
          </a:prstGeom>
        </p:spPr>
      </p:pic>
      <p:pic>
        <p:nvPicPr>
          <p:cNvPr id="43" name="図 42" descr="アイコン&#10;&#10;AI 生成コンテンツは誤りを含む可能性があります。">
            <a:extLst>
              <a:ext uri="{FF2B5EF4-FFF2-40B4-BE49-F238E27FC236}">
                <a16:creationId xmlns:a16="http://schemas.microsoft.com/office/drawing/2014/main" id="{06425311-17CC-48F6-529C-35F260E2C8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12243" y="2587752"/>
            <a:ext cx="340146" cy="34014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チーム7：加盟店課金精算のチェック</a:t>
            </a:r>
          </a:p>
        </p:txBody>
      </p:sp>
      <p:sp>
        <p:nvSpPr>
          <p:cNvPr id="3" name="Text Placeholder 2"/>
          <p:cNvSpPr>
            <a:spLocks noGrp="1"/>
          </p:cNvSpPr>
          <p:nvPr>
            <p:ph type="body" sz="half" idx="2"/>
          </p:nvPr>
        </p:nvSpPr>
        <p:spPr/>
        <p:txBody>
          <a:bodyPr wrap="square"/>
          <a:lstStyle/>
          <a:p>
            <a:r>
              <a:rPr sz="1270">
                <a:solidFill>
                  <a:srgbClr val="6E767C"/>
                </a:solidFill>
              </a:rPr>
              <a:t>エージェント名：加盟店課金精算チェックエージェント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18</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⑤ 効果試算まで完了</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S</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10月発表の見込み（S）の根拠：固定の判断基準＋毎月の入力照合という構成が明確で、実現性が高い。</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請求データと関連システムのデータを突き合わせ、差異をAIがチェックする。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179" name="TextBox 178"/>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SharePoint ／ Excel </a:t>
            </a:r>
            <a:r>
              <a:rPr sz="1089" b="0" err="1">
                <a:solidFill>
                  <a:srgbClr val="232323"/>
                </a:solidFill>
              </a:rPr>
              <a:t>または</a:t>
            </a:r>
            <a:r>
              <a:rPr sz="1089" b="0">
                <a:solidFill>
                  <a:srgbClr val="232323"/>
                </a:solidFill>
              </a:rPr>
              <a:t> CSV ／ </a:t>
            </a:r>
            <a:r>
              <a:rPr sz="1089" b="0" err="1">
                <a:solidFill>
                  <a:srgbClr val="232323"/>
                </a:solidFill>
              </a:rPr>
              <a:t>人手で取得したデータ</a:t>
            </a:r>
            <a:endParaRPr sz="1089" b="0">
              <a:solidFill>
                <a:srgbClr val="232323"/>
              </a:solidFill>
            </a:endParaRP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外部システムと直接つながず人手取得データを前提とするため、ファイル名やフォルダ構成の維持が前提条件になる。</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第2回は未実施。第1回では、判断基準と毎月の入力ファイルを分ける構成について確認。</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固定のチェックリストを判断基準として登録し、毎月の入力ファイルは都度読み込んで照合・修正出力する構成は実現しやすい。</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まず3種類程度のデータと固定のチェック項目で、突合結果のレポートを作成する。</a:t>
            </a:r>
          </a:p>
        </p:txBody>
      </p:sp>
      <p:pic>
        <p:nvPicPr>
          <p:cNvPr id="28" name="Picture 2" descr="SharePoint Online goes live | Staff Gateway">
            <a:extLst>
              <a:ext uri="{FF2B5EF4-FFF2-40B4-BE49-F238E27FC236}">
                <a16:creationId xmlns:a16="http://schemas.microsoft.com/office/drawing/2014/main" id="{A092EE2F-6644-C2D0-7AF3-BE1C7E5EA2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4831291" y="261765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図 32" descr="絵と文字の加工写真&#10;&#10;AI 生成コンテンツは誤りを含む可能性があります。">
            <a:extLst>
              <a:ext uri="{FF2B5EF4-FFF2-40B4-BE49-F238E27FC236}">
                <a16:creationId xmlns:a16="http://schemas.microsoft.com/office/drawing/2014/main" id="{BD9468A9-56DD-D1C8-8F2C-CC7134B8B9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0077" y="2594796"/>
            <a:ext cx="283464" cy="283464"/>
          </a:xfrm>
          <a:prstGeom prst="rect">
            <a:avLst/>
          </a:prstGeom>
        </p:spPr>
      </p:pic>
      <p:pic>
        <p:nvPicPr>
          <p:cNvPr id="42" name="Picture 28" descr="Microsoft Excel Logo – PNG e Vetor – Download de Logo">
            <a:extLst>
              <a:ext uri="{FF2B5EF4-FFF2-40B4-BE49-F238E27FC236}">
                <a16:creationId xmlns:a16="http://schemas.microsoft.com/office/drawing/2014/main" id="{FEA43903-C59A-F9D5-D2A5-6384C938AD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3950" y="2595774"/>
            <a:ext cx="281507" cy="2815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チーム8：会議調整・タスク整理の支援</a:t>
            </a:r>
          </a:p>
        </p:txBody>
      </p:sp>
      <p:sp>
        <p:nvSpPr>
          <p:cNvPr id="3" name="Text Placeholder 2"/>
          <p:cNvSpPr>
            <a:spLocks noGrp="1"/>
          </p:cNvSpPr>
          <p:nvPr>
            <p:ph type="body" sz="half" idx="2"/>
          </p:nvPr>
        </p:nvSpPr>
        <p:spPr/>
        <p:txBody>
          <a:bodyPr wrap="square"/>
          <a:lstStyle/>
          <a:p>
            <a:r>
              <a:rPr sz="1270">
                <a:solidFill>
                  <a:srgbClr val="6E767C"/>
                </a:solidFill>
              </a:rPr>
              <a:t>エージェント名：段取（Dandori）AI</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19</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B</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10月発表の見込み（B）の根拠：会議調整とタスク整理の構成は明確。個人情報の取り扱いに関する事務局判断が前提となるが、範囲を絞れば発表できる。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会議の調整、タスクの洗い出し、レビュー観点の蓄積をAIが支援する。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25"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923" y="2637148"/>
            <a:ext cx="356617" cy="19381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5746164"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5429048" y="2627161"/>
            <a:ext cx="296736" cy="21379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170922" y="2615184"/>
            <a:ext cx="237744" cy="237744"/>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Outlook ／ Teams ／ SharePoint</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予定表・会議室・メールへのアクセス権限に加え、参照範囲に含まれる個人情報・社外秘の取り扱い可否（事務局判断）が前提となる。</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第2回：会議室予約・タスク管理でOutlook・Teamsを参照するため、個人情報や社外秘が含まれる。取り扱いを事務局で決めてほしい。あわせて外部Web参照が禁止となる理由も確認。</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参照範囲には社員・協力会社・ゲスト（当社メンバーを含む）の個人情報が入りうるため、事務局判断として整理し回答する。外部Web参照はスクレイピングに該当し、相手先サーバへの負荷や攻撃と見なされるリスクがあるため原則不可。</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個人情報の取り扱い可否について事務局の回答を待ちつつ、会議調整とタスク抽出のどちらを中心にするか決め、デモの筋書きを1本作る。</a:t>
            </a:r>
          </a:p>
        </p:txBody>
      </p:sp>
      <p:pic>
        <p:nvPicPr>
          <p:cNvPr id="27" name="図 26" descr="絵と文字の加工写真&#10;&#10;AI 生成コンテンツは誤りを含む可能性があります。">
            <a:extLst>
              <a:ext uri="{FF2B5EF4-FFF2-40B4-BE49-F238E27FC236}">
                <a16:creationId xmlns:a16="http://schemas.microsoft.com/office/drawing/2014/main" id="{2289A606-616B-1E30-5C8C-78983C2592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sp>
        <p:nvSpPr>
          <p:cNvPr id="28" name="Rounded Rectangle 14">
            <a:extLst>
              <a:ext uri="{FF2B5EF4-FFF2-40B4-BE49-F238E27FC236}">
                <a16:creationId xmlns:a16="http://schemas.microsoft.com/office/drawing/2014/main" id="{218F78B2-1047-CD7A-9E46-D0312EA70DAF}"/>
              </a:ext>
            </a:extLst>
          </p:cNvPr>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チーム9：レビュー進捗の管理</a:t>
            </a:r>
          </a:p>
        </p:txBody>
      </p:sp>
      <p:sp>
        <p:nvSpPr>
          <p:cNvPr id="3" name="Text Placeholder 2"/>
          <p:cNvSpPr>
            <a:spLocks noGrp="1"/>
          </p:cNvSpPr>
          <p:nvPr>
            <p:ph type="body" sz="half" idx="2"/>
          </p:nvPr>
        </p:nvSpPr>
        <p:spPr/>
        <p:txBody>
          <a:bodyPr wrap="square"/>
          <a:lstStyle/>
          <a:p>
            <a:r>
              <a:rPr sz="1270">
                <a:solidFill>
                  <a:srgbClr val="6E767C"/>
                </a:solidFill>
              </a:rPr>
              <a:t>エージェント名：レビュー進捗管理アシスタント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20</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270"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B</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10月発表の見込み（B）の根拠：作業を3フェーズに分解し分業方針も定まった。進め方は自走できており、事務局確認（メール送信・ファイルサーバー）が前提。</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レビュー対象の一覧化、依頼、完了確認、リマインドまでを自動化する。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25"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0010" y="2642660"/>
            <a:ext cx="357690" cy="19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5758851" y="2631860"/>
            <a:ext cx="299803" cy="2160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164169" y="2620988"/>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8382" y="2577860"/>
            <a:ext cx="323999" cy="324000"/>
          </a:xfrm>
          <a:prstGeom prst="rect">
            <a:avLst/>
          </a:prstGeom>
          <a:noFill/>
          <a:extLst>
            <a:ext uri="{909E8E84-426E-40DD-AFC4-6F175D3DCCD1}">
              <a14:hiddenFill xmlns:a14="http://schemas.microsoft.com/office/drawing/2010/main">
                <a:solidFill>
                  <a:srgbClr val="FFFFFF"/>
                </a:solidFill>
              </a14:hiddenFill>
            </a:ext>
          </a:extLst>
        </p:spPr>
      </p:pic>
      <p:sp>
        <p:nvSpPr>
          <p:cNvPr id="179" name="TextBox 178"/>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Outlook ／ Excel ／ Teams ／ </a:t>
            </a:r>
            <a:r>
              <a:rPr sz="1089" b="0" err="1">
                <a:solidFill>
                  <a:srgbClr val="232323"/>
                </a:solidFill>
              </a:rPr>
              <a:t>共有ファイルサーバ（制約あり</a:t>
            </a:r>
            <a:r>
              <a:rPr sz="1089" b="0">
                <a:solidFill>
                  <a:srgbClr val="232323"/>
                </a:solidFill>
              </a:rPr>
              <a:t>）</a:t>
            </a: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定型メールの自動送信で人の確認が必要かの判断、共有ファイルサーバーの参照可否が前提。社外秘情報の扱いも整理が必要。</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第2回：Power Automateで固定文面を自動送信する場合も人の確認が必要か。ファイルサーバーの扱い。チーム内で分業が可能か。機能の使い方も習得したい。</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定型文書であれば確認不要と考えられるが、送信条件は事務局に確認する。作業は①Automateでのファイル収集②Copilot Studioでのチェック③Automateでのタスク管理の3フェーズに分かれるため、各工程の入出力を定義して分担し、1名が全体管理を行う。分担案はCopilotチャットに各自の理解度を入力して相談するとよい。</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3フェーズ（収集→チェック→タスク管理）で担当を分け、各工程の入力・出力を定義する。ファイルサーバーはSharePointでどこまで対応できるかを確認し、Copilot Studio研修で機能を習得する。</a:t>
            </a:r>
          </a:p>
        </p:txBody>
      </p:sp>
      <p:pic>
        <p:nvPicPr>
          <p:cNvPr id="27" name="図 26" descr="絵と文字の加工写真&#10;&#10;AI 生成コンテンツは誤りを含む可能性があります。">
            <a:extLst>
              <a:ext uri="{FF2B5EF4-FFF2-40B4-BE49-F238E27FC236}">
                <a16:creationId xmlns:a16="http://schemas.microsoft.com/office/drawing/2014/main" id="{0CFDF9AA-95DE-7848-46C9-2990A3A7D2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0077" y="2598128"/>
            <a:ext cx="283464" cy="283464"/>
          </a:xfrm>
          <a:prstGeom prst="rect">
            <a:avLst/>
          </a:prstGeom>
        </p:spPr>
      </p:pic>
      <p:sp>
        <p:nvSpPr>
          <p:cNvPr id="28" name="Rounded Rectangle 14">
            <a:extLst>
              <a:ext uri="{FF2B5EF4-FFF2-40B4-BE49-F238E27FC236}">
                <a16:creationId xmlns:a16="http://schemas.microsoft.com/office/drawing/2014/main" id="{9BC3E715-2F63-0D65-8288-7E4D05AE054E}"/>
              </a:ext>
            </a:extLst>
          </p:cNvPr>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チーム10：対面会議の議事録ドラフト生成</a:t>
            </a:r>
          </a:p>
        </p:txBody>
      </p:sp>
      <p:sp>
        <p:nvSpPr>
          <p:cNvPr id="3" name="Text Placeholder 2"/>
          <p:cNvSpPr>
            <a:spLocks noGrp="1"/>
          </p:cNvSpPr>
          <p:nvPr>
            <p:ph type="body" sz="half" idx="2"/>
          </p:nvPr>
        </p:nvSpPr>
        <p:spPr/>
        <p:txBody>
          <a:bodyPr wrap="square"/>
          <a:lstStyle/>
          <a:p>
            <a:r>
              <a:rPr sz="1270">
                <a:solidFill>
                  <a:srgbClr val="6E767C"/>
                </a:solidFill>
              </a:rPr>
              <a:t>エージェント名：議事録ドラフト生成エージェント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21</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10月発表の見込み（A）の根拠：構成は明確。文字起こしの権限とドラフト品質の検証を進めれば発表できる。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会議資料・文字起こし・出席者情報から、議事録のドラフトをAIが作成する。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5159615" y="261273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4814278" y="2621880"/>
            <a:ext cx="304600" cy="219456"/>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Teams </a:t>
            </a:r>
            <a:r>
              <a:rPr sz="1089" b="0" err="1">
                <a:solidFill>
                  <a:srgbClr val="232323"/>
                </a:solidFill>
              </a:rPr>
              <a:t>の文字起こし</a:t>
            </a:r>
            <a:r>
              <a:rPr sz="1089" b="0">
                <a:solidFill>
                  <a:srgbClr val="232323"/>
                </a:solidFill>
              </a:rPr>
              <a:t> ／ SharePoint ／ </a:t>
            </a:r>
            <a:r>
              <a:rPr sz="1089" b="0" err="1">
                <a:solidFill>
                  <a:srgbClr val="232323"/>
                </a:solidFill>
              </a:rPr>
              <a:t>議事録フォーマット</a:t>
            </a:r>
            <a:r>
              <a:rPr sz="1089" b="0">
                <a:solidFill>
                  <a:srgbClr val="232323"/>
                </a:solidFill>
              </a:rPr>
              <a:t> ／ </a:t>
            </a:r>
            <a:r>
              <a:rPr sz="1089" b="0" err="1">
                <a:solidFill>
                  <a:srgbClr val="232323"/>
                </a:solidFill>
              </a:rPr>
              <a:t>Word（想定</a:t>
            </a:r>
            <a:r>
              <a:rPr sz="1089" b="0">
                <a:solidFill>
                  <a:srgbClr val="232323"/>
                </a:solidFill>
              </a:rPr>
              <a:t>）</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文字起こしの取得権限、会議形式やライセンス、決まった書式への転記精度の検証が必要。</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第2回：Copilotチャットの回答をそのまま信じて進めてよいか。今後の定例の進め方も知りたい。</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Copilotの回答は必ず正解とは限らないため、根拠の提示を求め、実際の画面操作で確認する。8〜9月は定例で伴走予定。</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サンプルの会議資料・文字起こし・議事録テンプレートを用意し、ドラフトの品質を確認する。</a:t>
            </a:r>
          </a:p>
        </p:txBody>
      </p:sp>
      <p:pic>
        <p:nvPicPr>
          <p:cNvPr id="26" name="図 25" descr="絵と文字の加工写真&#10;&#10;AI 生成コンテンツは誤りを含む可能性があります。">
            <a:extLst>
              <a:ext uri="{FF2B5EF4-FFF2-40B4-BE49-F238E27FC236}">
                <a16:creationId xmlns:a16="http://schemas.microsoft.com/office/drawing/2014/main" id="{C0596200-D811-8C3A-CEEE-77AFBB415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89876"/>
            <a:ext cx="283464" cy="283464"/>
          </a:xfrm>
          <a:prstGeom prst="rect">
            <a:avLst/>
          </a:prstGeom>
        </p:spPr>
      </p:pic>
      <p:pic>
        <p:nvPicPr>
          <p:cNvPr id="28" name="図 27" descr="アイコン&#10;&#10;AI 生成コンテンツは誤りを含む可能性があります。">
            <a:extLst>
              <a:ext uri="{FF2B5EF4-FFF2-40B4-BE49-F238E27FC236}">
                <a16:creationId xmlns:a16="http://schemas.microsoft.com/office/drawing/2014/main" id="{A65BFB81-53B1-688A-C5D8-7F09585F73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5260" y="2578608"/>
            <a:ext cx="306000" cy="30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チーム11：社内LAN問い合わせチャットボット</a:t>
            </a:r>
          </a:p>
        </p:txBody>
      </p:sp>
      <p:sp>
        <p:nvSpPr>
          <p:cNvPr id="3" name="Text Placeholder 2"/>
          <p:cNvSpPr>
            <a:spLocks noGrp="1"/>
          </p:cNvSpPr>
          <p:nvPr>
            <p:ph type="body" sz="half" idx="2"/>
          </p:nvPr>
        </p:nvSpPr>
        <p:spPr/>
        <p:txBody>
          <a:bodyPr wrap="square"/>
          <a:lstStyle/>
          <a:p>
            <a:r>
              <a:rPr sz="1270">
                <a:solidFill>
                  <a:srgbClr val="6E767C"/>
                </a:solidFill>
              </a:rPr>
              <a:t>エージェント名：社内LAN問い合わせチャットボット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22</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10月発表の見込み（A）の根拠：構成・前提は明確。FAQ整備・本番移行・運用項目の洗い出しを進めれば発表できる。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社内LANに関するFAQや申請種別の案内を、チャットボットが一次受付する。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482049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5102352" y="2624328"/>
            <a:ext cx="304602" cy="219457"/>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SharePoint（参照資料） ／ Teams またはチャット画面 ／ FAQ</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FAQの整備状況と参照資料の品質、本番環境への移行、利用ルールと運用保守が焦点。</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第2回：開発環境から本番環境への移行、年度末の展開、手順書・利用ルールを社長報告までに完成させるべきか。</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手順書は完成していれば望ましいが、10月時点では準備中でも可。項目の洗い出しと全体量の把握が重要。本番移行は社内の申請フローを要確認。</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FAQをCopilot Studioが扱いやすい形に整備し、段階展開（第1〜第3フェーズ）の運用項目を洗い出す。</a:t>
            </a:r>
          </a:p>
        </p:txBody>
      </p:sp>
      <p:pic>
        <p:nvPicPr>
          <p:cNvPr id="26" name="図 25" descr="絵と文字の加工写真&#10;&#10;AI 生成コンテンツは誤りを含む可能性があります。">
            <a:extLst>
              <a:ext uri="{FF2B5EF4-FFF2-40B4-BE49-F238E27FC236}">
                <a16:creationId xmlns:a16="http://schemas.microsoft.com/office/drawing/2014/main" id="{1A97B92B-0454-8B36-4A3A-C4D4DDFE11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descr="ロゴ&#10;&#10;AI によって生成されたコンテンツは間違っている可能性があります。">
            <a:extLst>
              <a:ext uri="{FF2B5EF4-FFF2-40B4-BE49-F238E27FC236}">
                <a16:creationId xmlns:a16="http://schemas.microsoft.com/office/drawing/2014/main" id="{616BAA38-00EA-9E76-14E2-64C987518806}"/>
              </a:ext>
            </a:extLst>
          </p:cNvPr>
          <p:cNvPicPr>
            <a:picLocks noChangeAspect="1"/>
          </p:cNvPicPr>
          <p:nvPr/>
        </p:nvPicPr>
        <p:blipFill>
          <a:blip r:embed="rId2">
            <a:extLst>
              <a:ext uri="{28A0092B-C50C-407E-A947-70E740481C1C}">
                <a14:useLocalDpi xmlns:a14="http://schemas.microsoft.com/office/drawing/2010/main" val="0"/>
              </a:ext>
            </a:extLst>
          </a:blip>
          <a:srcRect t="29843" b="29843"/>
          <a:stretch/>
        </p:blipFill>
        <p:spPr>
          <a:xfrm>
            <a:off x="2311881" y="2557276"/>
            <a:ext cx="7568238" cy="1743449"/>
          </a:xfrm>
          <a:prstGeom prst="rect">
            <a:avLst/>
          </a:prstGeom>
        </p:spPr>
      </p:pic>
    </p:spTree>
    <p:extLst>
      <p:ext uri="{BB962C8B-B14F-4D97-AF65-F5344CB8AC3E}">
        <p14:creationId xmlns:p14="http://schemas.microsoft.com/office/powerpoint/2010/main" val="1649417794"/>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各チームの状況一覧</a:t>
            </a:r>
          </a:p>
        </p:txBody>
      </p:sp>
      <p:sp>
        <p:nvSpPr>
          <p:cNvPr id="3" name="Text Placeholder 2"/>
          <p:cNvSpPr>
            <a:spLocks noGrp="1"/>
          </p:cNvSpPr>
          <p:nvPr>
            <p:ph type="body" idx="2" sz="half"/>
          </p:nvPr>
        </p:nvSpPr>
        <p:spPr/>
        <p:txBody>
          <a:bodyPr/>
          <a:lstStyle/>
          <a:p>
            <a:r>
              <a:rPr sz="1270">
                <a:solidFill>
                  <a:srgbClr val="6E767C"/>
                </a:solidFill>
              </a:rPr>
              <a:t>進捗・10月発表の見込み・難易度・ガイドライン適合性を1枚で把握する</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5</a:t>
            </a:r>
          </a:p>
        </p:txBody>
      </p:sp>
      <p:sp>
        <p:nvSpPr>
          <p:cNvPr id="5" name="TextBox 4"/>
          <p:cNvSpPr txBox="1"/>
          <p:nvPr/>
        </p:nvSpPr>
        <p:spPr>
          <a:xfrm>
            <a:off x="740664" y="1207008"/>
            <a:ext cx="10716768" cy="402336"/>
          </a:xfrm>
          <a:prstGeom prst="rect">
            <a:avLst/>
          </a:prstGeom>
          <a:noFill/>
        </p:spPr>
        <p:txBody>
          <a:bodyPr wrap="square" anchor="t" lIns="25400" rIns="25400" tIns="12700" bIns="12700">
            <a:spAutoFit/>
          </a:bodyPr>
          <a:lstStyle/>
          <a:p>
            <a:pPr algn="l">
              <a:lnSpc>
                <a:spcPct val="122000"/>
              </a:lnSpc>
            </a:pPr>
            <a:r>
              <a:rPr sz="950" b="0">
                <a:solidFill>
                  <a:srgbClr val="232323"/>
                </a:solidFill>
              </a:rPr>
              <a:t>10月見込み ▶ S：発表成功の可能性が非常に高い／A：見込み高い（軽微な整理でデモ化可）／B：重点フォロー（制約確認・スコープ再定義が必要）／C：現行案のままでは難しく再設計が必要</a:t>
            </a:r>
          </a:p>
          <a:p>
            <a:pPr algn="l">
              <a:lnSpc>
                <a:spcPct val="122000"/>
              </a:lnSpc>
            </a:pPr>
            <a:r>
              <a:rPr sz="950" b="0">
                <a:solidFill>
                  <a:srgbClr val="232323"/>
                </a:solidFill>
              </a:rPr>
              <a:t>難易度 ▶ 1〜4（数字が大きいほど設計・検証の負荷が高い）／「－」は現行案が制約に抵触し評価不可　｜　ガイドライン適合性 ▶ ○ 制約内で実現可能／△ 事務局判断または設計変更が必要／× 制約に抵触</a:t>
            </a:r>
          </a:p>
        </p:txBody>
      </p:sp>
      <p:graphicFrame>
        <p:nvGraphicFramePr>
          <p:cNvPr id="6" name="Table 5"/>
          <p:cNvGraphicFramePr>
            <a:graphicFrameLocks noGrp="1"/>
          </p:cNvGraphicFramePr>
          <p:nvPr/>
        </p:nvGraphicFramePr>
        <p:xfrm>
          <a:off x="740664" y="1700784"/>
          <a:ext cx="10716767" cy="4608576"/>
        </p:xfrm>
        <a:graphic>
          <a:graphicData uri="http://schemas.openxmlformats.org/drawingml/2006/table">
            <a:tbl>
              <a:tblPr>
                <a:tableStyleId>{5C22544A-7EE6-4342-B048-85BDC9FD1C3A}</a:tableStyleId>
              </a:tblPr>
              <a:tblGrid>
                <a:gridCol w="658368"/>
                <a:gridCol w="1874519"/>
                <a:gridCol w="1024128"/>
                <a:gridCol w="658368"/>
                <a:gridCol w="566928"/>
                <a:gridCol w="658368"/>
                <a:gridCol w="2788920"/>
                <a:gridCol w="2487168"/>
              </a:tblGrid>
              <a:tr h="384048">
                <a:tc>
                  <a:txBody>
                    <a:bodyPr wrap="square"/>
                    <a:lstStyle/>
                    <a:p>
                      <a:pPr algn="ctr">
                        <a:lnSpc>
                          <a:spcPct val="96000"/>
                        </a:lnSpc>
                      </a:pPr>
                      <a:r>
                        <a:rPr sz="1089" b="1">
                          <a:solidFill>
                            <a:srgbClr val="FFFFFF"/>
                          </a:solidFill>
                        </a:rPr>
                        <a:t>チーム</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取り組み</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進捗</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10月</a:t>
                      </a:r>
                    </a:p>
                    <a:p>
                      <a:pPr algn="ctr">
                        <a:lnSpc>
                          <a:spcPct val="96000"/>
                        </a:lnSpc>
                      </a:pPr>
                      <a:r>
                        <a:rPr sz="1089" b="1">
                          <a:solidFill>
                            <a:srgbClr val="FFFFFF"/>
                          </a:solidFill>
                        </a:rPr>
                        <a:t>見込み</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難易</a:t>
                      </a:r>
                    </a:p>
                    <a:p>
                      <a:pPr algn="ctr">
                        <a:lnSpc>
                          <a:spcPct val="96000"/>
                        </a:lnSpc>
                      </a:pPr>
                      <a:r>
                        <a:rPr sz="1089" b="1">
                          <a:solidFill>
                            <a:srgbClr val="FFFFFF"/>
                          </a:solidFill>
                        </a:rPr>
                        <a:t>度</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適合性</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主な論点</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事務局アクション</a:t>
                      </a:r>
                    </a:p>
                  </a:txBody>
                  <a:tcPr marL="50800" marR="50800" marT="12700" marB="12700" anchor="ctr">
                    <a:solidFill>
                      <a:srgbClr val="1B5C80"/>
                    </a:solidFill>
                  </a:tcPr>
                </a:tc>
              </a:tr>
              <a:tr h="384048">
                <a:tc>
                  <a:txBody>
                    <a:bodyPr wrap="square"/>
                    <a:lstStyle/>
                    <a:p>
                      <a:pPr algn="ctr">
                        <a:lnSpc>
                          <a:spcPct val="96000"/>
                        </a:lnSpc>
                      </a:pPr>
                      <a:r>
                        <a:rPr sz="1089" b="1">
                          <a:solidFill>
                            <a:srgbClr val="1B5C80"/>
                          </a:solidFill>
                        </a:rPr>
                        <a:t>チーム1</a:t>
                      </a:r>
                    </a:p>
                  </a:txBody>
                  <a:tcPr marL="50800" marR="50800" marT="12700" marB="12700" anchor="ctr">
                    <a:solidFill>
                      <a:srgbClr val="FFFFFF"/>
                    </a:solidFill>
                  </a:tcPr>
                </a:tc>
                <a:tc>
                  <a:txBody>
                    <a:bodyPr wrap="square"/>
                    <a:lstStyle/>
                    <a:p>
                      <a:pPr algn="l">
                        <a:lnSpc>
                          <a:spcPct val="96000"/>
                        </a:lnSpc>
                      </a:pPr>
                      <a:r>
                        <a:rPr sz="950" b="1">
                          <a:solidFill>
                            <a:srgbClr val="232323"/>
                          </a:solidFill>
                        </a:rPr>
                        <a:t>提出様式の記載漏れ・形式不備をAIが確認</a:t>
                      </a:r>
                    </a:p>
                  </a:txBody>
                  <a:tcPr marL="50800" marR="50800" marT="12700" marB="12700" anchor="ctr">
                    <a:solidFill>
                      <a:srgbClr val="FFFFFF"/>
                    </a:solidFill>
                  </a:tcPr>
                </a:tc>
                <a:tc>
                  <a:txBody>
                    <a:bodyPr wrap="square"/>
                    <a:lstStyle/>
                    <a:p>
                      <a:pPr algn="ctr">
                        <a:lnSpc>
                          <a:spcPct val="96000"/>
                        </a:lnSpc>
                      </a:pPr>
                      <a:r>
                        <a:rPr sz="950" b="1">
                          <a:solidFill>
                            <a:srgbClr val="1B5C80"/>
                          </a:solidFill>
                        </a:rPr>
                        <a:t>③ 1案確定</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A</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3</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a:t>
                      </a:r>
                    </a:p>
                  </a:txBody>
                  <a:tcPr marL="50800" marR="50800" marT="12700" marB="12700" anchor="ctr">
                    <a:solidFill>
                      <a:srgbClr val="DBF1F7"/>
                    </a:solidFill>
                  </a:tcPr>
                </a:tc>
                <a:tc>
                  <a:txBody>
                    <a:bodyPr wrap="square"/>
                    <a:lstStyle/>
                    <a:p>
                      <a:pPr algn="l">
                        <a:lnSpc>
                          <a:spcPct val="96000"/>
                        </a:lnSpc>
                      </a:pPr>
                      <a:r>
                        <a:rPr sz="950" b="0">
                          <a:solidFill>
                            <a:srgbClr val="232323"/>
                          </a:solidFill>
                        </a:rPr>
                        <a:t>AI判定の揺れ／判定基準の粒度／人の確認範囲</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開発手順の型・8〜9月スケジュール・プロンプト例を共有</a:t>
                      </a:r>
                    </a:p>
                  </a:txBody>
                  <a:tcPr marL="50800" marR="50800" marT="12700" marB="12700" anchor="ctr">
                    <a:solidFill>
                      <a:srgbClr val="FFFFFF"/>
                    </a:solidFill>
                  </a:tcPr>
                </a:tc>
              </a:tr>
              <a:tr h="384048">
                <a:tc>
                  <a:txBody>
                    <a:bodyPr wrap="square"/>
                    <a:lstStyle/>
                    <a:p>
                      <a:pPr algn="ctr">
                        <a:lnSpc>
                          <a:spcPct val="96000"/>
                        </a:lnSpc>
                      </a:pPr>
                      <a:r>
                        <a:rPr sz="1089" b="1">
                          <a:solidFill>
                            <a:srgbClr val="1B5C80"/>
                          </a:solidFill>
                        </a:rPr>
                        <a:t>チーム2</a:t>
                      </a:r>
                    </a:p>
                  </a:txBody>
                  <a:tcPr marL="50800" marR="50800" marT="12700" marB="12700" anchor="ctr">
                    <a:solidFill>
                      <a:srgbClr val="F8FDFA"/>
                    </a:solidFill>
                  </a:tcPr>
                </a:tc>
                <a:tc>
                  <a:txBody>
                    <a:bodyPr wrap="square"/>
                    <a:lstStyle/>
                    <a:p>
                      <a:pPr algn="l">
                        <a:lnSpc>
                          <a:spcPct val="96000"/>
                        </a:lnSpc>
                      </a:pPr>
                      <a:r>
                        <a:rPr sz="950" b="1">
                          <a:solidFill>
                            <a:srgbClr val="232323"/>
                          </a:solidFill>
                        </a:rPr>
                        <a:t>受付Cエラーの原因・修正・再申請手順を案内</a:t>
                      </a:r>
                    </a:p>
                  </a:txBody>
                  <a:tcPr marL="50800" marR="50800" marT="12700" marB="12700" anchor="ctr">
                    <a:solidFill>
                      <a:srgbClr val="F8FDFA"/>
                    </a:solidFill>
                  </a:tcPr>
                </a:tc>
                <a:tc>
                  <a:txBody>
                    <a:bodyPr wrap="square"/>
                    <a:lstStyle/>
                    <a:p>
                      <a:pPr algn="ctr">
                        <a:lnSpc>
                          <a:spcPct val="96000"/>
                        </a:lnSpc>
                      </a:pPr>
                      <a:r>
                        <a:rPr sz="950" b="1">
                          <a:solidFill>
                            <a:srgbClr val="1B5C80"/>
                          </a:solidFill>
                        </a:rPr>
                        <a:t>③ 1案確定</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A</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3</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a:t>
                      </a:r>
                    </a:p>
                  </a:txBody>
                  <a:tcPr marL="50800" marR="50800" marT="12700" marB="12700" anchor="ctr">
                    <a:solidFill>
                      <a:srgbClr val="DBF1F7"/>
                    </a:solidFill>
                  </a:tcPr>
                </a:tc>
                <a:tc>
                  <a:txBody>
                    <a:bodyPr wrap="square"/>
                    <a:lstStyle/>
                    <a:p>
                      <a:pPr algn="l">
                        <a:lnSpc>
                          <a:spcPct val="96000"/>
                        </a:lnSpc>
                      </a:pPr>
                      <a:r>
                        <a:rPr sz="950" b="0">
                          <a:solidFill>
                            <a:srgbClr val="232323"/>
                          </a:solidFill>
                        </a:rPr>
                        <a:t>FAQ・ガイドの整備／代表エラーの選定</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設計相談用プロンプトの見本を配布</a:t>
                      </a:r>
                    </a:p>
                  </a:txBody>
                  <a:tcPr marL="50800" marR="50800" marT="12700" marB="12700" anchor="ctr">
                    <a:solidFill>
                      <a:srgbClr val="F8FDFA"/>
                    </a:solidFill>
                  </a:tcPr>
                </a:tc>
              </a:tr>
              <a:tr h="384048">
                <a:tc>
                  <a:txBody>
                    <a:bodyPr wrap="square"/>
                    <a:lstStyle/>
                    <a:p>
                      <a:pPr algn="ctr">
                        <a:lnSpc>
                          <a:spcPct val="96000"/>
                        </a:lnSpc>
                      </a:pPr>
                      <a:r>
                        <a:rPr sz="1089" b="1">
                          <a:solidFill>
                            <a:srgbClr val="1B5C80"/>
                          </a:solidFill>
                        </a:rPr>
                        <a:t>チーム3</a:t>
                      </a:r>
                    </a:p>
                  </a:txBody>
                  <a:tcPr marL="50800" marR="50800" marT="12700" marB="12700" anchor="ctr">
                    <a:solidFill>
                      <a:srgbClr val="FFFFFF"/>
                    </a:solidFill>
                  </a:tcPr>
                </a:tc>
                <a:tc>
                  <a:txBody>
                    <a:bodyPr wrap="square"/>
                    <a:lstStyle/>
                    <a:p>
                      <a:pPr algn="l">
                        <a:lnSpc>
                          <a:spcPct val="96000"/>
                        </a:lnSpc>
                      </a:pPr>
                      <a:r>
                        <a:rPr sz="950" b="1">
                          <a:solidFill>
                            <a:srgbClr val="232323"/>
                          </a:solidFill>
                        </a:rPr>
                        <a:t>営業データ統合とリスク分析・訪問前サマリ</a:t>
                      </a:r>
                    </a:p>
                  </a:txBody>
                  <a:tcPr marL="50800" marR="50800" marT="12700" marB="12700" anchor="ctr">
                    <a:solidFill>
                      <a:srgbClr val="FFFFFF"/>
                    </a:solidFill>
                  </a:tcPr>
                </a:tc>
                <a:tc>
                  <a:txBody>
                    <a:bodyPr wrap="square"/>
                    <a:lstStyle/>
                    <a:p>
                      <a:pPr algn="ctr">
                        <a:lnSpc>
                          <a:spcPct val="96000"/>
                        </a:lnSpc>
                      </a:pPr>
                      <a:r>
                        <a:rPr sz="950" b="1">
                          <a:solidFill>
                            <a:srgbClr val="1B5C80"/>
                          </a:solidFill>
                        </a:rPr>
                        <a:t>③ 1案確定</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B</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4</a:t>
                      </a:r>
                    </a:p>
                  </a:txBody>
                  <a:tcPr marL="50800" marR="50800" marT="12700" marB="12700" anchor="ctr">
                    <a:solidFill>
                      <a:srgbClr val="FAE5E3"/>
                    </a:solidFill>
                  </a:tcPr>
                </a:tc>
                <a:tc>
                  <a:txBody>
                    <a:bodyPr wrap="square"/>
                    <a:lstStyle/>
                    <a:p>
                      <a:pPr algn="ctr">
                        <a:lnSpc>
                          <a:spcPct val="96000"/>
                        </a:lnSpc>
                      </a:pPr>
                      <a:r>
                        <a:rPr sz="1270" b="1">
                          <a:solidFill>
                            <a:srgbClr val="232323"/>
                          </a:solidFill>
                        </a:rPr>
                        <a:t>△</a:t>
                      </a:r>
                    </a:p>
                  </a:txBody>
                  <a:tcPr marL="50800" marR="50800" marT="12700" marB="12700" anchor="ctr">
                    <a:solidFill>
                      <a:srgbClr val="E7E8F8"/>
                    </a:solidFill>
                  </a:tcPr>
                </a:tc>
                <a:tc>
                  <a:txBody>
                    <a:bodyPr wrap="square"/>
                    <a:lstStyle/>
                    <a:p>
                      <a:pPr algn="l">
                        <a:lnSpc>
                          <a:spcPct val="96000"/>
                        </a:lnSpc>
                      </a:pPr>
                      <a:r>
                        <a:rPr sz="950" b="0">
                          <a:solidFill>
                            <a:srgbClr val="232323"/>
                          </a:solidFill>
                        </a:rPr>
                        <a:t>営業システム等の自動取得可否／外部Web不可／情報区分</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使えるデータをM365内／外／外部Webに分類し可否を明文化</a:t>
                      </a:r>
                    </a:p>
                  </a:txBody>
                  <a:tcPr marL="50800" marR="50800" marT="12700" marB="12700" anchor="ctr">
                    <a:solidFill>
                      <a:srgbClr val="FFFFFF"/>
                    </a:solidFill>
                  </a:tcPr>
                </a:tc>
              </a:tr>
              <a:tr h="384048">
                <a:tc>
                  <a:txBody>
                    <a:bodyPr wrap="square"/>
                    <a:lstStyle/>
                    <a:p>
                      <a:pPr algn="ctr">
                        <a:lnSpc>
                          <a:spcPct val="96000"/>
                        </a:lnSpc>
                      </a:pPr>
                      <a:r>
                        <a:rPr sz="1089" b="1">
                          <a:solidFill>
                            <a:srgbClr val="1B5C80"/>
                          </a:solidFill>
                        </a:rPr>
                        <a:t>チーム4</a:t>
                      </a:r>
                    </a:p>
                  </a:txBody>
                  <a:tcPr marL="50800" marR="50800" marT="12700" marB="12700" anchor="ctr">
                    <a:solidFill>
                      <a:srgbClr val="F8FDFA"/>
                    </a:solidFill>
                  </a:tcPr>
                </a:tc>
                <a:tc>
                  <a:txBody>
                    <a:bodyPr wrap="square"/>
                    <a:lstStyle/>
                    <a:p>
                      <a:pPr algn="l">
                        <a:lnSpc>
                          <a:spcPct val="96000"/>
                        </a:lnSpc>
                      </a:pPr>
                      <a:r>
                        <a:rPr sz="950" b="1">
                          <a:solidFill>
                            <a:srgbClr val="232323"/>
                          </a:solidFill>
                        </a:rPr>
                        <a:t>市場調査・企業分析・アイデア出しの自動化</a:t>
                      </a:r>
                    </a:p>
                  </a:txBody>
                  <a:tcPr marL="50800" marR="50800" marT="12700" marB="12700" anchor="ctr">
                    <a:solidFill>
                      <a:srgbClr val="F8FDFA"/>
                    </a:solidFill>
                  </a:tcPr>
                </a:tc>
                <a:tc>
                  <a:txBody>
                    <a:bodyPr wrap="square"/>
                    <a:lstStyle/>
                    <a:p>
                      <a:pPr algn="ctr">
                        <a:lnSpc>
                          <a:spcPct val="96000"/>
                        </a:lnSpc>
                      </a:pPr>
                      <a:r>
                        <a:rPr sz="950" b="1">
                          <a:solidFill>
                            <a:srgbClr val="1B5C80"/>
                          </a:solidFill>
                        </a:rPr>
                        <a:t>－ 再設計中</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C</a:t>
                      </a:r>
                    </a:p>
                  </a:txBody>
                  <a:tcPr marL="50800" marR="50800" marT="12700" marB="12700" anchor="ctr">
                    <a:solidFill>
                      <a:srgbClr val="FAE5E3"/>
                    </a:solidFill>
                  </a:tcPr>
                </a:tc>
                <a:tc>
                  <a:txBody>
                    <a:bodyPr wrap="square"/>
                    <a:lstStyle/>
                    <a:p>
                      <a:pPr algn="ctr">
                        <a:lnSpc>
                          <a:spcPct val="96000"/>
                        </a:lnSpc>
                      </a:pPr>
                      <a:r>
                        <a:rPr sz="1270" b="1">
                          <a:solidFill>
                            <a:srgbClr val="232323"/>
                          </a:solidFill>
                        </a:rPr>
                        <a:t>-</a:t>
                      </a:r>
                    </a:p>
                  </a:txBody>
                  <a:tcPr marL="50800" marR="50800" marT="12700" marB="12700" anchor="ctr">
                    <a:solidFill>
                      <a:srgbClr val="D0D4D7"/>
                    </a:solidFill>
                  </a:tcPr>
                </a:tc>
                <a:tc>
                  <a:txBody>
                    <a:bodyPr wrap="square"/>
                    <a:lstStyle/>
                    <a:p>
                      <a:pPr algn="ctr">
                        <a:lnSpc>
                          <a:spcPct val="96000"/>
                        </a:lnSpc>
                      </a:pPr>
                      <a:r>
                        <a:rPr sz="1270" b="1">
                          <a:solidFill>
                            <a:srgbClr val="232323"/>
                          </a:solidFill>
                        </a:rPr>
                        <a:t>×</a:t>
                      </a:r>
                    </a:p>
                  </a:txBody>
                  <a:tcPr marL="50800" marR="50800" marT="12700" marB="12700" anchor="ctr">
                    <a:solidFill>
                      <a:srgbClr val="FAE5E3"/>
                    </a:solidFill>
                  </a:tcPr>
                </a:tc>
                <a:tc>
                  <a:txBody>
                    <a:bodyPr wrap="square"/>
                    <a:lstStyle/>
                    <a:p>
                      <a:pPr algn="l">
                        <a:lnSpc>
                          <a:spcPct val="96000"/>
                        </a:lnSpc>
                      </a:pPr>
                      <a:r>
                        <a:rPr sz="950" b="0">
                          <a:solidFill>
                            <a:srgbClr val="232323"/>
                          </a:solidFill>
                        </a:rPr>
                        <a:t>外部Web参照禁止に抵触／代替ユースケースが未確定</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再設計対象として最優先フォロー。新案確定後に再評価</a:t>
                      </a:r>
                    </a:p>
                  </a:txBody>
                  <a:tcPr marL="50800" marR="50800" marT="12700" marB="12700" anchor="ctr">
                    <a:solidFill>
                      <a:srgbClr val="F8FDFA"/>
                    </a:solidFill>
                  </a:tcPr>
                </a:tc>
              </a:tr>
              <a:tr h="384048">
                <a:tc>
                  <a:txBody>
                    <a:bodyPr wrap="square"/>
                    <a:lstStyle/>
                    <a:p>
                      <a:pPr algn="ctr">
                        <a:lnSpc>
                          <a:spcPct val="96000"/>
                        </a:lnSpc>
                      </a:pPr>
                      <a:r>
                        <a:rPr sz="1089" b="1">
                          <a:solidFill>
                            <a:srgbClr val="1B5C80"/>
                          </a:solidFill>
                        </a:rPr>
                        <a:t>チーム5</a:t>
                      </a:r>
                    </a:p>
                  </a:txBody>
                  <a:tcPr marL="50800" marR="50800" marT="12700" marB="12700" anchor="ctr">
                    <a:solidFill>
                      <a:srgbClr val="FFFFFF"/>
                    </a:solidFill>
                  </a:tcPr>
                </a:tc>
                <a:tc>
                  <a:txBody>
                    <a:bodyPr wrap="square"/>
                    <a:lstStyle/>
                    <a:p>
                      <a:pPr algn="l">
                        <a:lnSpc>
                          <a:spcPct val="96000"/>
                        </a:lnSpc>
                      </a:pPr>
                      <a:r>
                        <a:rPr sz="950" b="1">
                          <a:solidFill>
                            <a:srgbClr val="232323"/>
                          </a:solidFill>
                        </a:rPr>
                        <a:t>依頼事項の登録・通知・回答集約・リマインド</a:t>
                      </a:r>
                    </a:p>
                  </a:txBody>
                  <a:tcPr marL="50800" marR="50800" marT="12700" marB="12700" anchor="ctr">
                    <a:solidFill>
                      <a:srgbClr val="FFFFFF"/>
                    </a:solidFill>
                  </a:tcPr>
                </a:tc>
                <a:tc>
                  <a:txBody>
                    <a:bodyPr wrap="square"/>
                    <a:lstStyle/>
                    <a:p>
                      <a:pPr algn="ctr">
                        <a:lnSpc>
                          <a:spcPct val="96000"/>
                        </a:lnSpc>
                      </a:pPr>
                      <a:r>
                        <a:rPr sz="950" b="1">
                          <a:solidFill>
                            <a:srgbClr val="1B5C80"/>
                          </a:solidFill>
                        </a:rPr>
                        <a:t>⑤ 効果試算完了</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A</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3</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a:t>
                      </a:r>
                    </a:p>
                  </a:txBody>
                  <a:tcPr marL="50800" marR="50800" marT="12700" marB="12700" anchor="ctr">
                    <a:solidFill>
                      <a:srgbClr val="E7E8F8"/>
                    </a:solidFill>
                  </a:tcPr>
                </a:tc>
                <a:tc>
                  <a:txBody>
                    <a:bodyPr wrap="square"/>
                    <a:lstStyle/>
                    <a:p>
                      <a:pPr algn="l">
                        <a:lnSpc>
                          <a:spcPct val="96000"/>
                        </a:lnSpc>
                      </a:pPr>
                      <a:r>
                        <a:rPr sz="950" b="0">
                          <a:solidFill>
                            <a:srgbClr val="232323"/>
                          </a:solidFill>
                        </a:rPr>
                        <a:t>Forms回答／スケジュール起動が不可／回答状況の保存先</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通常トリガー禁止・Agent Flow限定をチームへ周知</a:t>
                      </a:r>
                    </a:p>
                  </a:txBody>
                  <a:tcPr marL="50800" marR="50800" marT="12700" marB="12700" anchor="ctr">
                    <a:solidFill>
                      <a:srgbClr val="FFFFFF"/>
                    </a:solidFill>
                  </a:tcPr>
                </a:tc>
              </a:tr>
              <a:tr h="384048">
                <a:tc>
                  <a:txBody>
                    <a:bodyPr wrap="square"/>
                    <a:lstStyle/>
                    <a:p>
                      <a:pPr algn="ctr">
                        <a:lnSpc>
                          <a:spcPct val="96000"/>
                        </a:lnSpc>
                      </a:pPr>
                      <a:r>
                        <a:rPr sz="1089" b="1">
                          <a:solidFill>
                            <a:srgbClr val="1B5C80"/>
                          </a:solidFill>
                        </a:rPr>
                        <a:t>チーム6</a:t>
                      </a:r>
                    </a:p>
                  </a:txBody>
                  <a:tcPr marL="50800" marR="50800" marT="12700" marB="12700" anchor="ctr">
                    <a:solidFill>
                      <a:srgbClr val="F8FDFA"/>
                    </a:solidFill>
                  </a:tcPr>
                </a:tc>
                <a:tc>
                  <a:txBody>
                    <a:bodyPr wrap="square"/>
                    <a:lstStyle/>
                    <a:p>
                      <a:pPr algn="l">
                        <a:lnSpc>
                          <a:spcPct val="96000"/>
                        </a:lnSpc>
                      </a:pPr>
                      <a:r>
                        <a:rPr sz="950" b="1">
                          <a:solidFill>
                            <a:srgbClr val="232323"/>
                          </a:solidFill>
                        </a:rPr>
                        <a:t>月次フォーキャスト会議の資料作成と会議招集</a:t>
                      </a:r>
                    </a:p>
                  </a:txBody>
                  <a:tcPr marL="50800" marR="50800" marT="12700" marB="12700" anchor="ctr">
                    <a:solidFill>
                      <a:srgbClr val="F8FDFA"/>
                    </a:solidFill>
                  </a:tcPr>
                </a:tc>
                <a:tc>
                  <a:txBody>
                    <a:bodyPr wrap="square"/>
                    <a:lstStyle/>
                    <a:p>
                      <a:pPr algn="ctr">
                        <a:lnSpc>
                          <a:spcPct val="96000"/>
                        </a:lnSpc>
                      </a:pPr>
                      <a:r>
                        <a:rPr sz="950" b="1">
                          <a:solidFill>
                            <a:srgbClr val="1B5C80"/>
                          </a:solidFill>
                        </a:rPr>
                        <a:t>③ 1案確定 *</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B</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4</a:t>
                      </a:r>
                    </a:p>
                  </a:txBody>
                  <a:tcPr marL="50800" marR="50800" marT="12700" marB="12700" anchor="ctr">
                    <a:solidFill>
                      <a:srgbClr val="FAE5E3"/>
                    </a:solidFill>
                  </a:tcPr>
                </a:tc>
                <a:tc>
                  <a:txBody>
                    <a:bodyPr wrap="square"/>
                    <a:lstStyle/>
                    <a:p>
                      <a:pPr algn="ctr">
                        <a:lnSpc>
                          <a:spcPct val="96000"/>
                        </a:lnSpc>
                      </a:pPr>
                      <a:r>
                        <a:rPr sz="1270" b="1">
                          <a:solidFill>
                            <a:srgbClr val="232323"/>
                          </a:solidFill>
                        </a:rPr>
                        <a:t>△</a:t>
                      </a:r>
                    </a:p>
                  </a:txBody>
                  <a:tcPr marL="50800" marR="50800" marT="12700" marB="12700" anchor="ctr">
                    <a:solidFill>
                      <a:srgbClr val="E7E8F8"/>
                    </a:solidFill>
                  </a:tcPr>
                </a:tc>
                <a:tc>
                  <a:txBody>
                    <a:bodyPr wrap="square"/>
                    <a:lstStyle/>
                    <a:p>
                      <a:pPr algn="l">
                        <a:lnSpc>
                          <a:spcPct val="96000"/>
                        </a:lnSpc>
                      </a:pPr>
                      <a:r>
                        <a:rPr sz="950" b="0">
                          <a:solidFill>
                            <a:srgbClr val="232323"/>
                          </a:solidFill>
                        </a:rPr>
                        <a:t>ファイルサーバ参照／スケジュール実行不可／PPT自動生成</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SharePoint/OneDrive格納前提へ変更し、エージェント起動型へ</a:t>
                      </a:r>
                    </a:p>
                  </a:txBody>
                  <a:tcPr marL="50800" marR="50800" marT="12700" marB="12700" anchor="ctr">
                    <a:solidFill>
                      <a:srgbClr val="F8FDFA"/>
                    </a:solidFill>
                  </a:tcPr>
                </a:tc>
              </a:tr>
              <a:tr h="384048">
                <a:tc>
                  <a:txBody>
                    <a:bodyPr wrap="square"/>
                    <a:lstStyle/>
                    <a:p>
                      <a:pPr algn="ctr">
                        <a:lnSpc>
                          <a:spcPct val="96000"/>
                        </a:lnSpc>
                      </a:pPr>
                      <a:r>
                        <a:rPr sz="1089" b="1">
                          <a:solidFill>
                            <a:srgbClr val="1B5C80"/>
                          </a:solidFill>
                        </a:rPr>
                        <a:t>チーム7</a:t>
                      </a:r>
                    </a:p>
                  </a:txBody>
                  <a:tcPr marL="50800" marR="50800" marT="12700" marB="12700" anchor="ctr">
                    <a:solidFill>
                      <a:srgbClr val="FFFFFF"/>
                    </a:solidFill>
                  </a:tcPr>
                </a:tc>
                <a:tc>
                  <a:txBody>
                    <a:bodyPr wrap="square"/>
                    <a:lstStyle/>
                    <a:p>
                      <a:pPr algn="l">
                        <a:lnSpc>
                          <a:spcPct val="96000"/>
                        </a:lnSpc>
                      </a:pPr>
                      <a:r>
                        <a:rPr sz="950" b="1">
                          <a:solidFill>
                            <a:srgbClr val="232323"/>
                          </a:solidFill>
                        </a:rPr>
                        <a:t>請求と関連データの照合・不整合チェック</a:t>
                      </a:r>
                    </a:p>
                  </a:txBody>
                  <a:tcPr marL="50800" marR="50800" marT="12700" marB="12700" anchor="ctr">
                    <a:solidFill>
                      <a:srgbClr val="FFFFFF"/>
                    </a:solidFill>
                  </a:tcPr>
                </a:tc>
                <a:tc>
                  <a:txBody>
                    <a:bodyPr wrap="square"/>
                    <a:lstStyle/>
                    <a:p>
                      <a:pPr algn="ctr">
                        <a:lnSpc>
                          <a:spcPct val="96000"/>
                        </a:lnSpc>
                      </a:pPr>
                      <a:r>
                        <a:rPr sz="950" b="1">
                          <a:solidFill>
                            <a:srgbClr val="1B5C80"/>
                          </a:solidFill>
                        </a:rPr>
                        <a:t>⑤ 効果試算完了 *</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S</a:t>
                      </a:r>
                    </a:p>
                  </a:txBody>
                  <a:tcPr marL="50800" marR="50800" marT="12700" marB="12700" anchor="ctr">
                    <a:solidFill>
                      <a:srgbClr val="A6E2F3"/>
                    </a:solidFill>
                  </a:tcPr>
                </a:tc>
                <a:tc>
                  <a:txBody>
                    <a:bodyPr wrap="square"/>
                    <a:lstStyle/>
                    <a:p>
                      <a:pPr algn="ctr">
                        <a:lnSpc>
                          <a:spcPct val="96000"/>
                        </a:lnSpc>
                      </a:pPr>
                      <a:r>
                        <a:rPr sz="1270" b="1">
                          <a:solidFill>
                            <a:srgbClr val="232323"/>
                          </a:solidFill>
                        </a:rPr>
                        <a:t>3</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a:t>
                      </a:r>
                    </a:p>
                  </a:txBody>
                  <a:tcPr marL="50800" marR="50800" marT="12700" marB="12700" anchor="ctr">
                    <a:solidFill>
                      <a:srgbClr val="DBF1F7"/>
                    </a:solidFill>
                  </a:tcPr>
                </a:tc>
                <a:tc>
                  <a:txBody>
                    <a:bodyPr wrap="square"/>
                    <a:lstStyle/>
                    <a:p>
                      <a:pPr algn="l">
                        <a:lnSpc>
                          <a:spcPct val="96000"/>
                        </a:lnSpc>
                      </a:pPr>
                      <a:r>
                        <a:rPr sz="950" b="0">
                          <a:solidFill>
                            <a:srgbClr val="232323"/>
                          </a:solidFill>
                        </a:rPr>
                        <a:t>ファイル命名規則の維持／判定基準の固定化</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初回メンター定例でMVPの入力・出力例を確認</a:t>
                      </a:r>
                    </a:p>
                  </a:txBody>
                  <a:tcPr marL="50800" marR="50800" marT="12700" marB="12700" anchor="ctr">
                    <a:solidFill>
                      <a:srgbClr val="FFFFFF"/>
                    </a:solidFill>
                  </a:tcPr>
                </a:tc>
              </a:tr>
              <a:tr h="384048">
                <a:tc>
                  <a:txBody>
                    <a:bodyPr wrap="square"/>
                    <a:lstStyle/>
                    <a:p>
                      <a:pPr algn="ctr">
                        <a:lnSpc>
                          <a:spcPct val="96000"/>
                        </a:lnSpc>
                      </a:pPr>
                      <a:r>
                        <a:rPr sz="1089" b="1">
                          <a:solidFill>
                            <a:srgbClr val="1B5C80"/>
                          </a:solidFill>
                        </a:rPr>
                        <a:t>チーム8</a:t>
                      </a:r>
                    </a:p>
                  </a:txBody>
                  <a:tcPr marL="50800" marR="50800" marT="12700" marB="12700" anchor="ctr">
                    <a:solidFill>
                      <a:srgbClr val="F8FDFA"/>
                    </a:solidFill>
                  </a:tcPr>
                </a:tc>
                <a:tc>
                  <a:txBody>
                    <a:bodyPr wrap="square"/>
                    <a:lstStyle/>
                    <a:p>
                      <a:pPr algn="l">
                        <a:lnSpc>
                          <a:spcPct val="96000"/>
                        </a:lnSpc>
                      </a:pPr>
                      <a:r>
                        <a:rPr sz="950" b="1">
                          <a:solidFill>
                            <a:srgbClr val="232323"/>
                          </a:solidFill>
                        </a:rPr>
                        <a:t>会議調整・タスク抽出・レビュー観点の蓄積</a:t>
                      </a:r>
                    </a:p>
                  </a:txBody>
                  <a:tcPr marL="50800" marR="50800" marT="12700" marB="12700" anchor="ctr">
                    <a:solidFill>
                      <a:srgbClr val="F8FDFA"/>
                    </a:solidFill>
                  </a:tcPr>
                </a:tc>
                <a:tc>
                  <a:txBody>
                    <a:bodyPr wrap="square"/>
                    <a:lstStyle/>
                    <a:p>
                      <a:pPr algn="ctr">
                        <a:lnSpc>
                          <a:spcPct val="96000"/>
                        </a:lnSpc>
                      </a:pPr>
                      <a:r>
                        <a:rPr sz="950" b="1">
                          <a:solidFill>
                            <a:srgbClr val="1B5C80"/>
                          </a:solidFill>
                        </a:rPr>
                        <a:t>④ 設計具体化</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B</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4</a:t>
                      </a:r>
                    </a:p>
                  </a:txBody>
                  <a:tcPr marL="50800" marR="50800" marT="12700" marB="12700" anchor="ctr">
                    <a:solidFill>
                      <a:srgbClr val="FAE5E3"/>
                    </a:solidFill>
                  </a:tcPr>
                </a:tc>
                <a:tc>
                  <a:txBody>
                    <a:bodyPr wrap="square"/>
                    <a:lstStyle/>
                    <a:p>
                      <a:pPr algn="ctr">
                        <a:lnSpc>
                          <a:spcPct val="96000"/>
                        </a:lnSpc>
                      </a:pPr>
                      <a:r>
                        <a:rPr sz="1270" b="1">
                          <a:solidFill>
                            <a:srgbClr val="232323"/>
                          </a:solidFill>
                        </a:rPr>
                        <a:t>△</a:t>
                      </a:r>
                    </a:p>
                  </a:txBody>
                  <a:tcPr marL="50800" marR="50800" marT="12700" marB="12700" anchor="ctr">
                    <a:solidFill>
                      <a:srgbClr val="E7E8F8"/>
                    </a:solidFill>
                  </a:tcPr>
                </a:tc>
                <a:tc>
                  <a:txBody>
                    <a:bodyPr wrap="square"/>
                    <a:lstStyle/>
                    <a:p>
                      <a:pPr algn="l">
                        <a:lnSpc>
                          <a:spcPct val="96000"/>
                        </a:lnSpc>
                      </a:pPr>
                      <a:r>
                        <a:rPr sz="950" b="0">
                          <a:solidFill>
                            <a:srgbClr val="232323"/>
                          </a:solidFill>
                        </a:rPr>
                        <a:t>個人情報・社外秘／予定表・会議室の権限／通常トリガー不可</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個人情報・ゲスト情報の扱いと予定表参照可否を判断事項化</a:t>
                      </a:r>
                    </a:p>
                  </a:txBody>
                  <a:tcPr marL="50800" marR="50800" marT="12700" marB="12700" anchor="ctr">
                    <a:solidFill>
                      <a:srgbClr val="F8FDFA"/>
                    </a:solidFill>
                  </a:tcPr>
                </a:tc>
              </a:tr>
              <a:tr h="384048">
                <a:tc>
                  <a:txBody>
                    <a:bodyPr wrap="square"/>
                    <a:lstStyle/>
                    <a:p>
                      <a:pPr algn="ctr">
                        <a:lnSpc>
                          <a:spcPct val="96000"/>
                        </a:lnSpc>
                      </a:pPr>
                      <a:r>
                        <a:rPr sz="1089" b="1">
                          <a:solidFill>
                            <a:srgbClr val="1B5C80"/>
                          </a:solidFill>
                        </a:rPr>
                        <a:t>チーム9</a:t>
                      </a:r>
                    </a:p>
                  </a:txBody>
                  <a:tcPr marL="50800" marR="50800" marT="12700" marB="12700" anchor="ctr">
                    <a:solidFill>
                      <a:srgbClr val="FFFFFF"/>
                    </a:solidFill>
                  </a:tcPr>
                </a:tc>
                <a:tc>
                  <a:txBody>
                    <a:bodyPr wrap="square"/>
                    <a:lstStyle/>
                    <a:p>
                      <a:pPr algn="l">
                        <a:lnSpc>
                          <a:spcPct val="96000"/>
                        </a:lnSpc>
                      </a:pPr>
                      <a:r>
                        <a:rPr sz="950" b="1">
                          <a:solidFill>
                            <a:srgbClr val="232323"/>
                          </a:solidFill>
                        </a:rPr>
                        <a:t>レビュー対象の一覧化・依頼・完了確認</a:t>
                      </a:r>
                    </a:p>
                  </a:txBody>
                  <a:tcPr marL="50800" marR="50800" marT="12700" marB="12700" anchor="ctr">
                    <a:solidFill>
                      <a:srgbClr val="FFFFFF"/>
                    </a:solidFill>
                  </a:tcPr>
                </a:tc>
                <a:tc>
                  <a:txBody>
                    <a:bodyPr wrap="square"/>
                    <a:lstStyle/>
                    <a:p>
                      <a:pPr algn="ctr">
                        <a:lnSpc>
                          <a:spcPct val="96000"/>
                        </a:lnSpc>
                      </a:pPr>
                      <a:r>
                        <a:rPr sz="950" b="1">
                          <a:solidFill>
                            <a:srgbClr val="1B5C80"/>
                          </a:solidFill>
                        </a:rPr>
                        <a:t>④ 設計具体化</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B</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4</a:t>
                      </a:r>
                    </a:p>
                  </a:txBody>
                  <a:tcPr marL="50800" marR="50800" marT="12700" marB="12700" anchor="ctr">
                    <a:solidFill>
                      <a:srgbClr val="FAE5E3"/>
                    </a:solidFill>
                  </a:tcPr>
                </a:tc>
                <a:tc>
                  <a:txBody>
                    <a:bodyPr wrap="square"/>
                    <a:lstStyle/>
                    <a:p>
                      <a:pPr algn="ctr">
                        <a:lnSpc>
                          <a:spcPct val="96000"/>
                        </a:lnSpc>
                      </a:pPr>
                      <a:r>
                        <a:rPr sz="1270" b="1">
                          <a:solidFill>
                            <a:srgbClr val="232323"/>
                          </a:solidFill>
                        </a:rPr>
                        <a:t>△</a:t>
                      </a:r>
                    </a:p>
                  </a:txBody>
                  <a:tcPr marL="50800" marR="50800" marT="12700" marB="12700" anchor="ctr">
                    <a:solidFill>
                      <a:srgbClr val="E7E8F8"/>
                    </a:solidFill>
                  </a:tcPr>
                </a:tc>
                <a:tc>
                  <a:txBody>
                    <a:bodyPr wrap="square"/>
                    <a:lstStyle/>
                    <a:p>
                      <a:pPr algn="l">
                        <a:lnSpc>
                          <a:spcPct val="96000"/>
                        </a:lnSpc>
                      </a:pPr>
                      <a:r>
                        <a:rPr sz="950" b="0">
                          <a:solidFill>
                            <a:srgbClr val="232323"/>
                          </a:solidFill>
                        </a:rPr>
                        <a:t>共有ファイルサーバ／固定文面の自動送信／受信トリガー不可</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人確認の要否・ファイルサーバ代替・リリース判定要件を整理</a:t>
                      </a:r>
                    </a:p>
                  </a:txBody>
                  <a:tcPr marL="50800" marR="50800" marT="12700" marB="12700" anchor="ctr">
                    <a:solidFill>
                      <a:srgbClr val="FFFFFF"/>
                    </a:solidFill>
                  </a:tcPr>
                </a:tc>
              </a:tr>
              <a:tr h="384048">
                <a:tc>
                  <a:txBody>
                    <a:bodyPr wrap="square"/>
                    <a:lstStyle/>
                    <a:p>
                      <a:pPr algn="ctr">
                        <a:lnSpc>
                          <a:spcPct val="96000"/>
                        </a:lnSpc>
                      </a:pPr>
                      <a:r>
                        <a:rPr sz="1089" b="1">
                          <a:solidFill>
                            <a:srgbClr val="1B5C80"/>
                          </a:solidFill>
                        </a:rPr>
                        <a:t>チーム10</a:t>
                      </a:r>
                    </a:p>
                  </a:txBody>
                  <a:tcPr marL="50800" marR="50800" marT="12700" marB="12700" anchor="ctr">
                    <a:solidFill>
                      <a:srgbClr val="F8FDFA"/>
                    </a:solidFill>
                  </a:tcPr>
                </a:tc>
                <a:tc>
                  <a:txBody>
                    <a:bodyPr wrap="square"/>
                    <a:lstStyle/>
                    <a:p>
                      <a:pPr algn="l">
                        <a:lnSpc>
                          <a:spcPct val="96000"/>
                        </a:lnSpc>
                      </a:pPr>
                      <a:r>
                        <a:rPr sz="950" b="1">
                          <a:solidFill>
                            <a:srgbClr val="232323"/>
                          </a:solidFill>
                        </a:rPr>
                        <a:t>文字起こしと会議資料から議事録ドラフト生成</a:t>
                      </a:r>
                    </a:p>
                  </a:txBody>
                  <a:tcPr marL="50800" marR="50800" marT="12700" marB="12700" anchor="ctr">
                    <a:solidFill>
                      <a:srgbClr val="F8FDFA"/>
                    </a:solidFill>
                  </a:tcPr>
                </a:tc>
                <a:tc>
                  <a:txBody>
                    <a:bodyPr wrap="square"/>
                    <a:lstStyle/>
                    <a:p>
                      <a:pPr algn="ctr">
                        <a:lnSpc>
                          <a:spcPct val="96000"/>
                        </a:lnSpc>
                      </a:pPr>
                      <a:r>
                        <a:rPr sz="950" b="1">
                          <a:solidFill>
                            <a:srgbClr val="1B5C80"/>
                          </a:solidFill>
                        </a:rPr>
                        <a:t>④ 設計具体化</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A</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3</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a:t>
                      </a:r>
                    </a:p>
                  </a:txBody>
                  <a:tcPr marL="50800" marR="50800" marT="12700" marB="12700" anchor="ctr">
                    <a:solidFill>
                      <a:srgbClr val="DBF1F7"/>
                    </a:solidFill>
                  </a:tcPr>
                </a:tc>
                <a:tc>
                  <a:txBody>
                    <a:bodyPr wrap="square"/>
                    <a:lstStyle/>
                    <a:p>
                      <a:pPr algn="l">
                        <a:lnSpc>
                          <a:spcPct val="96000"/>
                        </a:lnSpc>
                      </a:pPr>
                      <a:r>
                        <a:rPr sz="950" b="0">
                          <a:solidFill>
                            <a:srgbClr val="232323"/>
                          </a:solidFill>
                        </a:rPr>
                        <a:t>文字起こしの取得権限／議事録テンプレート</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サンプル素材と評価観点を準備し、実機確認で精度を担保</a:t>
                      </a:r>
                    </a:p>
                  </a:txBody>
                  <a:tcPr marL="50800" marR="50800" marT="12700" marB="12700" anchor="ctr">
                    <a:solidFill>
                      <a:srgbClr val="F8FDFA"/>
                    </a:solidFill>
                  </a:tcPr>
                </a:tc>
              </a:tr>
              <a:tr h="384048">
                <a:tc>
                  <a:txBody>
                    <a:bodyPr wrap="square"/>
                    <a:lstStyle/>
                    <a:p>
                      <a:pPr algn="ctr">
                        <a:lnSpc>
                          <a:spcPct val="96000"/>
                        </a:lnSpc>
                      </a:pPr>
                      <a:r>
                        <a:rPr sz="1089" b="1">
                          <a:solidFill>
                            <a:srgbClr val="1B5C80"/>
                          </a:solidFill>
                        </a:rPr>
                        <a:t>チーム11</a:t>
                      </a:r>
                    </a:p>
                  </a:txBody>
                  <a:tcPr marL="50800" marR="50800" marT="12700" marB="12700" anchor="ctr">
                    <a:solidFill>
                      <a:srgbClr val="FFFFFF"/>
                    </a:solidFill>
                  </a:tcPr>
                </a:tc>
                <a:tc>
                  <a:txBody>
                    <a:bodyPr wrap="square"/>
                    <a:lstStyle/>
                    <a:p>
                      <a:pPr algn="l">
                        <a:lnSpc>
                          <a:spcPct val="96000"/>
                        </a:lnSpc>
                      </a:pPr>
                      <a:r>
                        <a:rPr sz="950" b="1">
                          <a:solidFill>
                            <a:srgbClr val="232323"/>
                          </a:solidFill>
                        </a:rPr>
                        <a:t>社内LAN問い合わせの一次受付（FAQ案内）</a:t>
                      </a:r>
                    </a:p>
                  </a:txBody>
                  <a:tcPr marL="50800" marR="50800" marT="12700" marB="12700" anchor="ctr">
                    <a:solidFill>
                      <a:srgbClr val="FFFFFF"/>
                    </a:solidFill>
                  </a:tcPr>
                </a:tc>
                <a:tc>
                  <a:txBody>
                    <a:bodyPr wrap="square"/>
                    <a:lstStyle/>
                    <a:p>
                      <a:pPr algn="ctr">
                        <a:lnSpc>
                          <a:spcPct val="96000"/>
                        </a:lnSpc>
                      </a:pPr>
                      <a:r>
                        <a:rPr sz="950" b="1">
                          <a:solidFill>
                            <a:srgbClr val="1B5C80"/>
                          </a:solidFill>
                        </a:rPr>
                        <a:t>④ 設計具体化</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A</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3</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a:t>
                      </a:r>
                    </a:p>
                  </a:txBody>
                  <a:tcPr marL="50800" marR="50800" marT="12700" marB="12700" anchor="ctr">
                    <a:solidFill>
                      <a:srgbClr val="DBF1F7"/>
                    </a:solidFill>
                  </a:tcPr>
                </a:tc>
                <a:tc>
                  <a:txBody>
                    <a:bodyPr wrap="square"/>
                    <a:lstStyle/>
                    <a:p>
                      <a:pPr algn="l">
                        <a:lnSpc>
                          <a:spcPct val="96000"/>
                        </a:lnSpc>
                      </a:pPr>
                      <a:r>
                        <a:rPr sz="950" b="0">
                          <a:solidFill>
                            <a:srgbClr val="232323"/>
                          </a:solidFill>
                        </a:rPr>
                        <a:t>FAQ整備／本番移行／利用ルール・運用保守</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本番移行の申請フローと運用項目テンプレートを提示</a:t>
                      </a:r>
                    </a:p>
                  </a:txBody>
                  <a:tcPr marL="50800" marR="50800" marT="12700" marB="12700" anchor="ctr">
                    <a:solidFill>
                      <a:srgbClr val="FFFFFF"/>
                    </a:solidFill>
                  </a:tcPr>
                </a:tc>
              </a:tr>
            </a:tbl>
          </a:graphicData>
        </a:graphic>
      </p:graphicFrame>
      <p:sp>
        <p:nvSpPr>
          <p:cNvPr id="7" name="Rectangle 6"/>
          <p:cNvSpPr/>
          <p:nvPr/>
        </p:nvSpPr>
        <p:spPr>
          <a:xfrm>
            <a:off x="740664" y="6364224"/>
            <a:ext cx="10716768" cy="38404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6364224"/>
            <a:ext cx="10351008" cy="384048"/>
          </a:xfrm>
          <a:prstGeom prst="rect">
            <a:avLst/>
          </a:prstGeom>
          <a:noFill/>
        </p:spPr>
        <p:txBody>
          <a:bodyPr wrap="square" anchor="ctr" lIns="25400" rIns="25400" tIns="12700" bIns="12700">
            <a:spAutoFit/>
          </a:bodyPr>
          <a:lstStyle/>
          <a:p>
            <a:pPr algn="l">
              <a:lnSpc>
                <a:spcPct val="100000"/>
              </a:lnSpc>
            </a:pPr>
            <a:r>
              <a:rPr sz="950" b="0">
                <a:solidFill>
                  <a:srgbClr val="232323"/>
                </a:solidFill>
              </a:rPr>
              <a:t>＊ チーム6・7は第2回 事前相談会が未実施のため、第1回と企画書をもとにした暫定評価。チーム4は現行案が制約に抵触しており、難易度は新案の確定後に再評価する。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エグゼクティブサマリ：全体状況とフォロー優先順位</a:t>
            </a:r>
          </a:p>
        </p:txBody>
      </p:sp>
      <p:sp>
        <p:nvSpPr>
          <p:cNvPr id="3" name="Text Placeholder 2"/>
          <p:cNvSpPr>
            <a:spLocks noGrp="1"/>
          </p:cNvSpPr>
          <p:nvPr>
            <p:ph type="body" idx="2" sz="half"/>
          </p:nvPr>
        </p:nvSpPr>
        <p:spPr/>
        <p:txBody>
          <a:bodyPr/>
          <a:lstStyle/>
          <a:p>
            <a:r>
              <a:rPr sz="1270">
                <a:solidFill>
                  <a:srgbClr val="6E767C"/>
                </a:solidFill>
              </a:rPr>
              <a:t>10月発表に向けた見込みの分布と、事務局が判断すべき事項</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6</a:t>
            </a:r>
          </a:p>
        </p:txBody>
      </p:sp>
      <p:sp>
        <p:nvSpPr>
          <p:cNvPr id="5" name="Rectangle 4"/>
          <p:cNvSpPr/>
          <p:nvPr/>
        </p:nvSpPr>
        <p:spPr>
          <a:xfrm>
            <a:off x="740664" y="1225296"/>
            <a:ext cx="10716768" cy="60350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4" y="1225296"/>
            <a:ext cx="10168128" cy="603504"/>
          </a:xfrm>
          <a:prstGeom prst="rect">
            <a:avLst/>
          </a:prstGeom>
          <a:noFill/>
        </p:spPr>
        <p:txBody>
          <a:bodyPr wrap="square" anchor="ctr" lIns="25400" rIns="25400" tIns="12700" bIns="12700">
            <a:spAutoFit/>
          </a:bodyPr>
          <a:lstStyle/>
          <a:p>
            <a:pPr algn="l">
              <a:lnSpc>
                <a:spcPct val="100000"/>
              </a:lnSpc>
            </a:pPr>
            <a:r>
              <a:rPr sz="1452" b="1">
                <a:solidFill>
                  <a:srgbClr val="FFFFFF"/>
                </a:solidFill>
              </a:rPr>
              <a:t>多くのチームはMVP化で10月発表可能。ただし、外部Web/外部連携/通常トリガー/個人情報/ファイルサーバ/本番移行の判断が進捗を左右する。</a:t>
            </a:r>
          </a:p>
        </p:txBody>
      </p:sp>
      <p:sp>
        <p:nvSpPr>
          <p:cNvPr id="7" name="Rectangle 6"/>
          <p:cNvSpPr/>
          <p:nvPr/>
        </p:nvSpPr>
        <p:spPr>
          <a:xfrm>
            <a:off x="740664" y="1975104"/>
            <a:ext cx="2606040" cy="1298448"/>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0664" y="1975104"/>
            <a:ext cx="2606040"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975104"/>
            <a:ext cx="2606040" cy="384048"/>
          </a:xfrm>
          <a:prstGeom prst="rect">
            <a:avLst/>
          </a:prstGeom>
          <a:noFill/>
        </p:spPr>
        <p:txBody>
          <a:bodyPr wrap="square" anchor="ctr" lIns="25400" rIns="25400" tIns="12700" bIns="12700">
            <a:spAutoFit/>
          </a:bodyPr>
          <a:lstStyle/>
          <a:p>
            <a:pPr algn="ctr">
              <a:lnSpc>
                <a:spcPct val="100000"/>
              </a:lnSpc>
            </a:pPr>
            <a:r>
              <a:rPr sz="1632" b="1">
                <a:solidFill>
                  <a:srgbClr val="FFFFFF"/>
                </a:solidFill>
              </a:rPr>
              <a:t>S　1チーム</a:t>
            </a:r>
          </a:p>
        </p:txBody>
      </p:sp>
      <p:sp>
        <p:nvSpPr>
          <p:cNvPr id="10" name="TextBox 9"/>
          <p:cNvSpPr txBox="1"/>
          <p:nvPr/>
        </p:nvSpPr>
        <p:spPr>
          <a:xfrm>
            <a:off x="850392" y="2432304"/>
            <a:ext cx="2386584" cy="274320"/>
          </a:xfrm>
          <a:prstGeom prst="rect">
            <a:avLst/>
          </a:prstGeom>
          <a:noFill/>
        </p:spPr>
        <p:txBody>
          <a:bodyPr wrap="square" anchor="t" lIns="25400" rIns="25400" tIns="12700" bIns="12700">
            <a:spAutoFit/>
          </a:bodyPr>
          <a:lstStyle/>
          <a:p>
            <a:pPr algn="ctr">
              <a:lnSpc>
                <a:spcPct val="100000"/>
              </a:lnSpc>
            </a:pPr>
            <a:r>
              <a:rPr sz="1270" b="1">
                <a:solidFill>
                  <a:srgbClr val="232323"/>
                </a:solidFill>
              </a:rPr>
              <a:t>チーム7</a:t>
            </a:r>
          </a:p>
        </p:txBody>
      </p:sp>
      <p:sp>
        <p:nvSpPr>
          <p:cNvPr id="11" name="TextBox 10"/>
          <p:cNvSpPr txBox="1"/>
          <p:nvPr/>
        </p:nvSpPr>
        <p:spPr>
          <a:xfrm>
            <a:off x="868680" y="2743200"/>
            <a:ext cx="2350008" cy="457200"/>
          </a:xfrm>
          <a:prstGeom prst="rect">
            <a:avLst/>
          </a:prstGeom>
          <a:noFill/>
        </p:spPr>
        <p:txBody>
          <a:bodyPr wrap="square" anchor="t" lIns="25400" rIns="25400" tIns="12700" bIns="12700">
            <a:spAutoFit/>
          </a:bodyPr>
          <a:lstStyle/>
          <a:p>
            <a:pPr algn="ctr">
              <a:lnSpc>
                <a:spcPct val="114000"/>
              </a:lnSpc>
            </a:pPr>
            <a:r>
              <a:rPr sz="950" b="0">
                <a:solidFill>
                  <a:srgbClr val="232323"/>
                </a:solidFill>
              </a:rPr>
              <a:t>MVP範囲・入出力・デモ筋書きが明確で自走可能</a:t>
            </a:r>
          </a:p>
        </p:txBody>
      </p:sp>
      <p:sp>
        <p:nvSpPr>
          <p:cNvPr id="12" name="Rectangle 11"/>
          <p:cNvSpPr/>
          <p:nvPr/>
        </p:nvSpPr>
        <p:spPr>
          <a:xfrm>
            <a:off x="3429000" y="1975104"/>
            <a:ext cx="2606040" cy="129844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975104"/>
            <a:ext cx="2606040"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1975104"/>
            <a:ext cx="2606040" cy="384048"/>
          </a:xfrm>
          <a:prstGeom prst="rect">
            <a:avLst/>
          </a:prstGeom>
          <a:noFill/>
        </p:spPr>
        <p:txBody>
          <a:bodyPr wrap="square" anchor="ctr" lIns="25400" rIns="25400" tIns="12700" bIns="12700">
            <a:spAutoFit/>
          </a:bodyPr>
          <a:lstStyle/>
          <a:p>
            <a:pPr algn="ctr">
              <a:lnSpc>
                <a:spcPct val="100000"/>
              </a:lnSpc>
            </a:pPr>
            <a:r>
              <a:rPr sz="1632" b="1">
                <a:solidFill>
                  <a:srgbClr val="FFFFFF"/>
                </a:solidFill>
              </a:rPr>
              <a:t>A　5チーム</a:t>
            </a:r>
          </a:p>
        </p:txBody>
      </p:sp>
      <p:sp>
        <p:nvSpPr>
          <p:cNvPr id="15" name="TextBox 14"/>
          <p:cNvSpPr txBox="1"/>
          <p:nvPr/>
        </p:nvSpPr>
        <p:spPr>
          <a:xfrm>
            <a:off x="3538728" y="2432304"/>
            <a:ext cx="2386584" cy="274320"/>
          </a:xfrm>
          <a:prstGeom prst="rect">
            <a:avLst/>
          </a:prstGeom>
          <a:noFill/>
        </p:spPr>
        <p:txBody>
          <a:bodyPr wrap="square" anchor="t" lIns="25400" rIns="25400" tIns="12700" bIns="12700">
            <a:spAutoFit/>
          </a:bodyPr>
          <a:lstStyle/>
          <a:p>
            <a:pPr algn="ctr">
              <a:lnSpc>
                <a:spcPct val="100000"/>
              </a:lnSpc>
            </a:pPr>
            <a:r>
              <a:rPr sz="1270" b="1">
                <a:solidFill>
                  <a:srgbClr val="232323"/>
                </a:solidFill>
              </a:rPr>
              <a:t>チーム1・2・5・10・11</a:t>
            </a:r>
          </a:p>
        </p:txBody>
      </p:sp>
      <p:sp>
        <p:nvSpPr>
          <p:cNvPr id="16" name="TextBox 15"/>
          <p:cNvSpPr txBox="1"/>
          <p:nvPr/>
        </p:nvSpPr>
        <p:spPr>
          <a:xfrm>
            <a:off x="3557016" y="2743200"/>
            <a:ext cx="2350008" cy="457200"/>
          </a:xfrm>
          <a:prstGeom prst="rect">
            <a:avLst/>
          </a:prstGeom>
          <a:noFill/>
        </p:spPr>
        <p:txBody>
          <a:bodyPr wrap="square" anchor="t" lIns="25400" rIns="25400" tIns="12700" bIns="12700">
            <a:spAutoFit/>
          </a:bodyPr>
          <a:lstStyle/>
          <a:p>
            <a:pPr algn="ctr">
              <a:lnSpc>
                <a:spcPct val="114000"/>
              </a:lnSpc>
            </a:pPr>
            <a:r>
              <a:rPr sz="950" b="0">
                <a:solidFill>
                  <a:srgbClr val="232323"/>
                </a:solidFill>
              </a:rPr>
              <a:t>軽微な設計整理やプロンプト／ナレッジ整備でデモ化できる</a:t>
            </a:r>
          </a:p>
        </p:txBody>
      </p:sp>
      <p:sp>
        <p:nvSpPr>
          <p:cNvPr id="17" name="Rectangle 16"/>
          <p:cNvSpPr/>
          <p:nvPr/>
        </p:nvSpPr>
        <p:spPr>
          <a:xfrm>
            <a:off x="6117336" y="1975104"/>
            <a:ext cx="2606040" cy="129844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17336" y="1975104"/>
            <a:ext cx="2606040"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17336" y="1975104"/>
            <a:ext cx="2606040" cy="384048"/>
          </a:xfrm>
          <a:prstGeom prst="rect">
            <a:avLst/>
          </a:prstGeom>
          <a:noFill/>
        </p:spPr>
        <p:txBody>
          <a:bodyPr wrap="square" anchor="ctr" lIns="25400" rIns="25400" tIns="12700" bIns="12700">
            <a:spAutoFit/>
          </a:bodyPr>
          <a:lstStyle/>
          <a:p>
            <a:pPr algn="ctr">
              <a:lnSpc>
                <a:spcPct val="100000"/>
              </a:lnSpc>
            </a:pPr>
            <a:r>
              <a:rPr sz="1632" b="1">
                <a:solidFill>
                  <a:srgbClr val="FFFFFF"/>
                </a:solidFill>
              </a:rPr>
              <a:t>B　4チーム</a:t>
            </a:r>
          </a:p>
        </p:txBody>
      </p:sp>
      <p:sp>
        <p:nvSpPr>
          <p:cNvPr id="20" name="TextBox 19"/>
          <p:cNvSpPr txBox="1"/>
          <p:nvPr/>
        </p:nvSpPr>
        <p:spPr>
          <a:xfrm>
            <a:off x="6227064" y="2432304"/>
            <a:ext cx="2386584" cy="274320"/>
          </a:xfrm>
          <a:prstGeom prst="rect">
            <a:avLst/>
          </a:prstGeom>
          <a:noFill/>
        </p:spPr>
        <p:txBody>
          <a:bodyPr wrap="square" anchor="t" lIns="25400" rIns="25400" tIns="12700" bIns="12700">
            <a:spAutoFit/>
          </a:bodyPr>
          <a:lstStyle/>
          <a:p>
            <a:pPr algn="ctr">
              <a:lnSpc>
                <a:spcPct val="100000"/>
              </a:lnSpc>
            </a:pPr>
            <a:r>
              <a:rPr sz="1270" b="1">
                <a:solidFill>
                  <a:srgbClr val="232323"/>
                </a:solidFill>
              </a:rPr>
              <a:t>チーム3・6・8・9</a:t>
            </a:r>
          </a:p>
        </p:txBody>
      </p:sp>
      <p:sp>
        <p:nvSpPr>
          <p:cNvPr id="21" name="TextBox 20"/>
          <p:cNvSpPr txBox="1"/>
          <p:nvPr/>
        </p:nvSpPr>
        <p:spPr>
          <a:xfrm>
            <a:off x="6245352" y="2743200"/>
            <a:ext cx="2350008" cy="457200"/>
          </a:xfrm>
          <a:prstGeom prst="rect">
            <a:avLst/>
          </a:prstGeom>
          <a:noFill/>
        </p:spPr>
        <p:txBody>
          <a:bodyPr wrap="square" anchor="t" lIns="25400" rIns="25400" tIns="12700" bIns="12700">
            <a:spAutoFit/>
          </a:bodyPr>
          <a:lstStyle/>
          <a:p>
            <a:pPr algn="ctr">
              <a:lnSpc>
                <a:spcPct val="114000"/>
              </a:lnSpc>
            </a:pPr>
            <a:r>
              <a:rPr sz="950" b="0">
                <a:solidFill>
                  <a:srgbClr val="232323"/>
                </a:solidFill>
              </a:rPr>
              <a:t>重点フォロー。制約確認・スコープ再定義・権限／データ配置の整理が必要</a:t>
            </a:r>
          </a:p>
        </p:txBody>
      </p:sp>
      <p:sp>
        <p:nvSpPr>
          <p:cNvPr id="22" name="Rectangle 21"/>
          <p:cNvSpPr/>
          <p:nvPr/>
        </p:nvSpPr>
        <p:spPr>
          <a:xfrm>
            <a:off x="8805672" y="1975104"/>
            <a:ext cx="2606040" cy="129844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05672" y="1975104"/>
            <a:ext cx="2606040" cy="38404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05672" y="1975104"/>
            <a:ext cx="2606040" cy="384048"/>
          </a:xfrm>
          <a:prstGeom prst="rect">
            <a:avLst/>
          </a:prstGeom>
          <a:noFill/>
        </p:spPr>
        <p:txBody>
          <a:bodyPr wrap="square" anchor="ctr" lIns="25400" rIns="25400" tIns="12700" bIns="12700">
            <a:spAutoFit/>
          </a:bodyPr>
          <a:lstStyle/>
          <a:p>
            <a:pPr algn="ctr">
              <a:lnSpc>
                <a:spcPct val="100000"/>
              </a:lnSpc>
            </a:pPr>
            <a:r>
              <a:rPr sz="1632" b="1">
                <a:solidFill>
                  <a:srgbClr val="FFFFFF"/>
                </a:solidFill>
              </a:rPr>
              <a:t>C　1チーム</a:t>
            </a:r>
          </a:p>
        </p:txBody>
      </p:sp>
      <p:sp>
        <p:nvSpPr>
          <p:cNvPr id="25" name="TextBox 24"/>
          <p:cNvSpPr txBox="1"/>
          <p:nvPr/>
        </p:nvSpPr>
        <p:spPr>
          <a:xfrm>
            <a:off x="8915400" y="2432304"/>
            <a:ext cx="2386584" cy="274320"/>
          </a:xfrm>
          <a:prstGeom prst="rect">
            <a:avLst/>
          </a:prstGeom>
          <a:noFill/>
        </p:spPr>
        <p:txBody>
          <a:bodyPr wrap="square" anchor="t" lIns="25400" rIns="25400" tIns="12700" bIns="12700">
            <a:spAutoFit/>
          </a:bodyPr>
          <a:lstStyle/>
          <a:p>
            <a:pPr algn="ctr">
              <a:lnSpc>
                <a:spcPct val="100000"/>
              </a:lnSpc>
            </a:pPr>
            <a:r>
              <a:rPr sz="1270" b="1">
                <a:solidFill>
                  <a:srgbClr val="232323"/>
                </a:solidFill>
              </a:rPr>
              <a:t>チーム4</a:t>
            </a:r>
          </a:p>
        </p:txBody>
      </p:sp>
      <p:sp>
        <p:nvSpPr>
          <p:cNvPr id="26" name="TextBox 25"/>
          <p:cNvSpPr txBox="1"/>
          <p:nvPr/>
        </p:nvSpPr>
        <p:spPr>
          <a:xfrm>
            <a:off x="8933688" y="2743200"/>
            <a:ext cx="2350008" cy="457200"/>
          </a:xfrm>
          <a:prstGeom prst="rect">
            <a:avLst/>
          </a:prstGeom>
          <a:noFill/>
        </p:spPr>
        <p:txBody>
          <a:bodyPr wrap="square" anchor="t" lIns="25400" rIns="25400" tIns="12700" bIns="12700">
            <a:spAutoFit/>
          </a:bodyPr>
          <a:lstStyle/>
          <a:p>
            <a:pPr algn="ctr">
              <a:lnSpc>
                <a:spcPct val="114000"/>
              </a:lnSpc>
            </a:pPr>
            <a:r>
              <a:rPr sz="950" b="0">
                <a:solidFill>
                  <a:srgbClr val="232323"/>
                </a:solidFill>
              </a:rPr>
              <a:t>現行案のままでは難しく、再設計または別案化が必要</a:t>
            </a:r>
          </a:p>
        </p:txBody>
      </p:sp>
      <p:sp>
        <p:nvSpPr>
          <p:cNvPr id="27" name="TextBox 26"/>
          <p:cNvSpPr txBox="1"/>
          <p:nvPr/>
        </p:nvSpPr>
        <p:spPr>
          <a:xfrm>
            <a:off x="740664" y="3438144"/>
            <a:ext cx="10716768" cy="274320"/>
          </a:xfrm>
          <a:prstGeom prst="rect">
            <a:avLst/>
          </a:prstGeom>
          <a:noFill/>
        </p:spPr>
        <p:txBody>
          <a:bodyPr wrap="square" anchor="t" lIns="25400" rIns="25400" tIns="12700" bIns="12700">
            <a:spAutoFit/>
          </a:bodyPr>
          <a:lstStyle/>
          <a:p>
            <a:pPr algn="l">
              <a:lnSpc>
                <a:spcPct val="100000"/>
              </a:lnSpc>
            </a:pPr>
            <a:r>
              <a:rPr sz="1452" b="1">
                <a:solidFill>
                  <a:srgbClr val="1B5C80"/>
                </a:solidFill>
              </a:rPr>
              <a:t>フォローの優先順位</a:t>
            </a:r>
          </a:p>
        </p:txBody>
      </p:sp>
      <p:sp>
        <p:nvSpPr>
          <p:cNvPr id="28" name="Rectangle 27"/>
          <p:cNvSpPr/>
          <p:nvPr/>
        </p:nvSpPr>
        <p:spPr>
          <a:xfrm>
            <a:off x="740664" y="3767328"/>
            <a:ext cx="10716768" cy="5669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3767328"/>
            <a:ext cx="1371600" cy="566928"/>
          </a:xfrm>
          <a:prstGeom prst="rect">
            <a:avLst/>
          </a:prstGeom>
          <a:noFill/>
        </p:spPr>
        <p:txBody>
          <a:bodyPr wrap="square" anchor="ctr" lIns="25400" rIns="25400" tIns="12700" bIns="12700">
            <a:spAutoFit/>
          </a:bodyPr>
          <a:lstStyle/>
          <a:p>
            <a:pPr algn="l">
              <a:lnSpc>
                <a:spcPct val="100000"/>
              </a:lnSpc>
            </a:pPr>
            <a:r>
              <a:rPr sz="1270" b="1">
                <a:solidFill>
                  <a:srgbClr val="232323"/>
                </a:solidFill>
              </a:rPr>
              <a:t>最優先</a:t>
            </a:r>
          </a:p>
        </p:txBody>
      </p:sp>
      <p:sp>
        <p:nvSpPr>
          <p:cNvPr id="30" name="TextBox 29"/>
          <p:cNvSpPr txBox="1"/>
          <p:nvPr/>
        </p:nvSpPr>
        <p:spPr>
          <a:xfrm>
            <a:off x="2295144" y="3767328"/>
            <a:ext cx="2011680" cy="566928"/>
          </a:xfrm>
          <a:prstGeom prst="rect">
            <a:avLst/>
          </a:prstGeom>
          <a:noFill/>
        </p:spPr>
        <p:txBody>
          <a:bodyPr wrap="square" anchor="ctr" lIns="25400" rIns="25400" tIns="12700" bIns="12700">
            <a:spAutoFit/>
          </a:bodyPr>
          <a:lstStyle/>
          <a:p>
            <a:pPr algn="l">
              <a:lnSpc>
                <a:spcPct val="100000"/>
              </a:lnSpc>
            </a:pPr>
            <a:r>
              <a:rPr sz="1270" b="1">
                <a:solidFill>
                  <a:srgbClr val="1B5C80"/>
                </a:solidFill>
              </a:rPr>
              <a:t>チーム4</a:t>
            </a:r>
          </a:p>
        </p:txBody>
      </p:sp>
      <p:sp>
        <p:nvSpPr>
          <p:cNvPr id="31" name="TextBox 30"/>
          <p:cNvSpPr txBox="1"/>
          <p:nvPr/>
        </p:nvSpPr>
        <p:spPr>
          <a:xfrm>
            <a:off x="4398264" y="3767328"/>
            <a:ext cx="7680960" cy="566928"/>
          </a:xfrm>
          <a:prstGeom prst="rect">
            <a:avLst/>
          </a:prstGeom>
          <a:noFill/>
        </p:spPr>
        <p:txBody>
          <a:bodyPr wrap="square" anchor="ctr" lIns="25400" rIns="25400" tIns="12700" bIns="12700">
            <a:spAutoFit/>
          </a:bodyPr>
          <a:lstStyle/>
          <a:p>
            <a:pPr algn="l">
              <a:lnSpc>
                <a:spcPct val="114000"/>
              </a:lnSpc>
            </a:pPr>
            <a:r>
              <a:rPr sz="950" b="0">
                <a:solidFill>
                  <a:srgbClr val="232323"/>
                </a:solidFill>
              </a:rPr>
              <a:t>現行案の中核が外部Web参照に依存し制約に抵触。難易度ではなく「現行案では評価不可・再設計」として扱い、新案の確定を最優先で支援する。</a:t>
            </a:r>
          </a:p>
        </p:txBody>
      </p:sp>
      <p:sp>
        <p:nvSpPr>
          <p:cNvPr id="32" name="Rectangle 31"/>
          <p:cNvSpPr/>
          <p:nvPr/>
        </p:nvSpPr>
        <p:spPr>
          <a:xfrm>
            <a:off x="740664" y="4407408"/>
            <a:ext cx="10716768" cy="56692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 y="4407408"/>
            <a:ext cx="1371600" cy="566928"/>
          </a:xfrm>
          <a:prstGeom prst="rect">
            <a:avLst/>
          </a:prstGeom>
          <a:noFill/>
        </p:spPr>
        <p:txBody>
          <a:bodyPr wrap="square" anchor="ctr" lIns="25400" rIns="25400" tIns="12700" bIns="12700">
            <a:spAutoFit/>
          </a:bodyPr>
          <a:lstStyle/>
          <a:p>
            <a:pPr algn="l">
              <a:lnSpc>
                <a:spcPct val="100000"/>
              </a:lnSpc>
            </a:pPr>
            <a:r>
              <a:rPr sz="1270" b="1">
                <a:solidFill>
                  <a:srgbClr val="232323"/>
                </a:solidFill>
              </a:rPr>
              <a:t>重点フォロー</a:t>
            </a:r>
          </a:p>
        </p:txBody>
      </p:sp>
      <p:sp>
        <p:nvSpPr>
          <p:cNvPr id="34" name="TextBox 33"/>
          <p:cNvSpPr txBox="1"/>
          <p:nvPr/>
        </p:nvSpPr>
        <p:spPr>
          <a:xfrm>
            <a:off x="2295144" y="4407408"/>
            <a:ext cx="2011680" cy="566928"/>
          </a:xfrm>
          <a:prstGeom prst="rect">
            <a:avLst/>
          </a:prstGeom>
          <a:noFill/>
        </p:spPr>
        <p:txBody>
          <a:bodyPr wrap="square" anchor="ctr" lIns="25400" rIns="25400" tIns="12700" bIns="12700">
            <a:spAutoFit/>
          </a:bodyPr>
          <a:lstStyle/>
          <a:p>
            <a:pPr algn="l">
              <a:lnSpc>
                <a:spcPct val="100000"/>
              </a:lnSpc>
            </a:pPr>
            <a:r>
              <a:rPr sz="1270" b="1">
                <a:solidFill>
                  <a:srgbClr val="1B5C80"/>
                </a:solidFill>
              </a:rPr>
              <a:t>チーム3・6・8・9</a:t>
            </a:r>
          </a:p>
        </p:txBody>
      </p:sp>
      <p:sp>
        <p:nvSpPr>
          <p:cNvPr id="35" name="TextBox 34"/>
          <p:cNvSpPr txBox="1"/>
          <p:nvPr/>
        </p:nvSpPr>
        <p:spPr>
          <a:xfrm>
            <a:off x="4398264" y="4407408"/>
            <a:ext cx="7680960" cy="566928"/>
          </a:xfrm>
          <a:prstGeom prst="rect">
            <a:avLst/>
          </a:prstGeom>
          <a:noFill/>
        </p:spPr>
        <p:txBody>
          <a:bodyPr wrap="square" anchor="ctr" lIns="25400" rIns="25400" tIns="12700" bIns="12700">
            <a:spAutoFit/>
          </a:bodyPr>
          <a:lstStyle/>
          <a:p>
            <a:pPr algn="l">
              <a:lnSpc>
                <a:spcPct val="114000"/>
              </a:lnSpc>
            </a:pPr>
            <a:r>
              <a:rPr sz="950" b="0">
                <a:solidFill>
                  <a:srgbClr val="232323"/>
                </a:solidFill>
              </a:rPr>
              <a:t>外部データの取得可否、個人情報・権限、ファイル保管場所、通常トリガーを使わない起動方式の4点を確認し、MVP範囲を絞り込む。</a:t>
            </a:r>
          </a:p>
        </p:txBody>
      </p:sp>
      <p:sp>
        <p:nvSpPr>
          <p:cNvPr id="36" name="Rectangle 35"/>
          <p:cNvSpPr/>
          <p:nvPr/>
        </p:nvSpPr>
        <p:spPr>
          <a:xfrm>
            <a:off x="740664" y="5047488"/>
            <a:ext cx="10716768" cy="5669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968" y="5047488"/>
            <a:ext cx="1371600" cy="566928"/>
          </a:xfrm>
          <a:prstGeom prst="rect">
            <a:avLst/>
          </a:prstGeom>
          <a:noFill/>
        </p:spPr>
        <p:txBody>
          <a:bodyPr wrap="square" anchor="ctr" lIns="25400" rIns="25400" tIns="12700" bIns="12700">
            <a:spAutoFit/>
          </a:bodyPr>
          <a:lstStyle/>
          <a:p>
            <a:pPr algn="l">
              <a:lnSpc>
                <a:spcPct val="100000"/>
              </a:lnSpc>
            </a:pPr>
            <a:r>
              <a:rPr sz="1270" b="1">
                <a:solidFill>
                  <a:srgbClr val="232323"/>
                </a:solidFill>
              </a:rPr>
              <a:t>順調・伴走のみ</a:t>
            </a:r>
          </a:p>
        </p:txBody>
      </p:sp>
      <p:sp>
        <p:nvSpPr>
          <p:cNvPr id="38" name="TextBox 37"/>
          <p:cNvSpPr txBox="1"/>
          <p:nvPr/>
        </p:nvSpPr>
        <p:spPr>
          <a:xfrm>
            <a:off x="2295144" y="5047488"/>
            <a:ext cx="2011680" cy="566928"/>
          </a:xfrm>
          <a:prstGeom prst="rect">
            <a:avLst/>
          </a:prstGeom>
          <a:noFill/>
        </p:spPr>
        <p:txBody>
          <a:bodyPr wrap="square" anchor="ctr" lIns="25400" rIns="25400" tIns="12700" bIns="12700">
            <a:spAutoFit/>
          </a:bodyPr>
          <a:lstStyle/>
          <a:p>
            <a:pPr algn="l">
              <a:lnSpc>
                <a:spcPct val="100000"/>
              </a:lnSpc>
            </a:pPr>
            <a:r>
              <a:rPr sz="1270" b="1">
                <a:solidFill>
                  <a:srgbClr val="1B5C80"/>
                </a:solidFill>
              </a:rPr>
              <a:t>チーム1・2・5・7・10・11</a:t>
            </a:r>
          </a:p>
        </p:txBody>
      </p:sp>
      <p:sp>
        <p:nvSpPr>
          <p:cNvPr id="39" name="TextBox 38"/>
          <p:cNvSpPr txBox="1"/>
          <p:nvPr/>
        </p:nvSpPr>
        <p:spPr>
          <a:xfrm>
            <a:off x="4398264" y="5047488"/>
            <a:ext cx="7680960" cy="566928"/>
          </a:xfrm>
          <a:prstGeom prst="rect">
            <a:avLst/>
          </a:prstGeom>
          <a:noFill/>
        </p:spPr>
        <p:txBody>
          <a:bodyPr wrap="square" anchor="ctr" lIns="25400" rIns="25400" tIns="12700" bIns="12700">
            <a:spAutoFit/>
          </a:bodyPr>
          <a:lstStyle/>
          <a:p>
            <a:pPr algn="l">
              <a:lnSpc>
                <a:spcPct val="114000"/>
              </a:lnSpc>
            </a:pPr>
            <a:r>
              <a:rPr sz="950" b="0">
                <a:solidFill>
                  <a:srgbClr val="232323"/>
                </a:solidFill>
              </a:rPr>
              <a:t>進め方の型・プロンプト見本の共有と、8月の「一本通す」デモ化の伴走で足りる。</a:t>
            </a:r>
          </a:p>
        </p:txBody>
      </p:sp>
      <p:sp>
        <p:nvSpPr>
          <p:cNvPr id="40" name="Rectangle 39"/>
          <p:cNvSpPr/>
          <p:nvPr/>
        </p:nvSpPr>
        <p:spPr>
          <a:xfrm>
            <a:off x="740664" y="5724144"/>
            <a:ext cx="10716768" cy="530352"/>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 y="5724144"/>
            <a:ext cx="10351008" cy="530352"/>
          </a:xfrm>
          <a:prstGeom prst="rect">
            <a:avLst/>
          </a:prstGeom>
          <a:noFill/>
        </p:spPr>
        <p:txBody>
          <a:bodyPr wrap="square" anchor="ctr" lIns="25400" rIns="25400" tIns="12700" bIns="12700">
            <a:spAutoFit/>
          </a:bodyPr>
          <a:lstStyle/>
          <a:p>
            <a:pPr algn="l">
              <a:lnSpc>
                <a:spcPct val="100000"/>
              </a:lnSpc>
            </a:pPr>
            <a:r>
              <a:rPr sz="1270" b="1">
                <a:solidFill>
                  <a:srgbClr val="232323"/>
                </a:solidFill>
              </a:rPr>
              <a:t>【最重要】Power Automateのエージェントフロー呼び出しは「When an agent calls the flow」のみ。ほかのトリガーは従量課金（Copilot Credits消費）が発生する可能性があるため使用しない。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使用アプリ想定と構築ボリューム（相対値）</a:t>
            </a:r>
          </a:p>
        </p:txBody>
      </p:sp>
      <p:sp>
        <p:nvSpPr>
          <p:cNvPr id="3" name="Text Placeholder 2"/>
          <p:cNvSpPr>
            <a:spLocks noGrp="1"/>
          </p:cNvSpPr>
          <p:nvPr>
            <p:ph type="body" idx="2" sz="half"/>
          </p:nvPr>
        </p:nvSpPr>
        <p:spPr/>
        <p:txBody>
          <a:bodyPr/>
          <a:lstStyle/>
          <a:p>
            <a:r>
              <a:rPr sz="1270">
                <a:solidFill>
                  <a:srgbClr val="6E767C"/>
                </a:solidFill>
              </a:rPr>
              <a:t>アプリの数ではなく、アプリごとの構築量の相対値と合計で比較する</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7</a:t>
            </a:r>
          </a:p>
        </p:txBody>
      </p:sp>
      <p:sp>
        <p:nvSpPr>
          <p:cNvPr id="5" name="TextBox 4"/>
          <p:cNvSpPr txBox="1"/>
          <p:nvPr/>
        </p:nvSpPr>
        <p:spPr>
          <a:xfrm>
            <a:off x="740664" y="1188720"/>
            <a:ext cx="10716768" cy="237744"/>
          </a:xfrm>
          <a:prstGeom prst="rect">
            <a:avLst/>
          </a:prstGeom>
          <a:noFill/>
        </p:spPr>
        <p:txBody>
          <a:bodyPr wrap="square" anchor="t" lIns="25400" rIns="25400" tIns="12700" bIns="12700">
            <a:spAutoFit/>
          </a:bodyPr>
          <a:lstStyle/>
          <a:p>
            <a:pPr algn="l">
              <a:lnSpc>
                <a:spcPct val="100000"/>
              </a:lnSpc>
            </a:pPr>
            <a:r>
              <a:rPr sz="950" b="0">
                <a:solidFill>
                  <a:srgbClr val="232323"/>
                </a:solidFill>
              </a:rPr>
              <a:t>数値は工数ではなく、スライド比較用の相対値（各アプリ0〜40程度）。Copilot Studioは全チームが使用するため省略せず計上している。</a:t>
            </a:r>
          </a:p>
        </p:txBody>
      </p:sp>
      <p:graphicFrame>
        <p:nvGraphicFramePr>
          <p:cNvPr id="6" name="Table 5"/>
          <p:cNvGraphicFramePr>
            <a:graphicFrameLocks noGrp="1"/>
          </p:cNvGraphicFramePr>
          <p:nvPr/>
        </p:nvGraphicFramePr>
        <p:xfrm>
          <a:off x="740664" y="1517904"/>
          <a:ext cx="10716768" cy="4384548"/>
        </p:xfrm>
        <a:graphic>
          <a:graphicData uri="http://schemas.openxmlformats.org/drawingml/2006/table">
            <a:tbl>
              <a:tblPr>
                <a:tableStyleId>{5C22544A-7EE6-4342-B048-85BDC9FD1C3A}</a:tableStyleId>
              </a:tblPr>
              <a:tblGrid>
                <a:gridCol w="749808"/>
                <a:gridCol w="722376"/>
                <a:gridCol w="722376"/>
                <a:gridCol w="722376"/>
                <a:gridCol w="722376"/>
                <a:gridCol w="722376"/>
                <a:gridCol w="722376"/>
                <a:gridCol w="722376"/>
                <a:gridCol w="722376"/>
                <a:gridCol w="722376"/>
                <a:gridCol w="722376"/>
                <a:gridCol w="713232"/>
                <a:gridCol w="2029968"/>
              </a:tblGrid>
              <a:tr h="512064">
                <a:tc>
                  <a:txBody>
                    <a:bodyPr wrap="square"/>
                    <a:lstStyle/>
                    <a:p>
                      <a:pPr algn="ctr">
                        <a:lnSpc>
                          <a:spcPct val="96000"/>
                        </a:lnSpc>
                      </a:pPr>
                      <a:r>
                        <a:rPr sz="1089" b="1">
                          <a:solidFill>
                            <a:srgbClr val="FFFFFF"/>
                          </a:solidFill>
                        </a:rPr>
                        <a:t>チーム</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Copilot</a:t>
                      </a:r>
                    </a:p>
                    <a:p>
                      <a:pPr algn="ctr">
                        <a:lnSpc>
                          <a:spcPct val="96000"/>
                        </a:lnSpc>
                      </a:pPr>
                      <a:r>
                        <a:rPr sz="950" b="1">
                          <a:solidFill>
                            <a:srgbClr val="FFFFFF"/>
                          </a:solidFill>
                        </a:rPr>
                        <a:t>Studio</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Power</a:t>
                      </a:r>
                    </a:p>
                    <a:p>
                      <a:pPr algn="ctr">
                        <a:lnSpc>
                          <a:spcPct val="96000"/>
                        </a:lnSpc>
                      </a:pPr>
                      <a:r>
                        <a:rPr sz="950" b="1">
                          <a:solidFill>
                            <a:srgbClr val="FFFFFF"/>
                          </a:solidFill>
                        </a:rPr>
                        <a:t>Automate</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Share</a:t>
                      </a:r>
                    </a:p>
                    <a:p>
                      <a:pPr algn="ctr">
                        <a:lnSpc>
                          <a:spcPct val="96000"/>
                        </a:lnSpc>
                      </a:pPr>
                      <a:r>
                        <a:rPr sz="950" b="1">
                          <a:solidFill>
                            <a:srgbClr val="FFFFFF"/>
                          </a:solidFill>
                        </a:rPr>
                        <a:t>Point</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Teams</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Outlook</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Forms</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Power</a:t>
                      </a:r>
                    </a:p>
                    <a:p>
                      <a:pPr algn="ctr">
                        <a:lnSpc>
                          <a:spcPct val="96000"/>
                        </a:lnSpc>
                      </a:pPr>
                      <a:r>
                        <a:rPr sz="950" b="1">
                          <a:solidFill>
                            <a:srgbClr val="FFFFFF"/>
                          </a:solidFill>
                        </a:rPr>
                        <a:t>BI</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Excel</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Word/</a:t>
                      </a:r>
                    </a:p>
                    <a:p>
                      <a:pPr algn="ctr">
                        <a:lnSpc>
                          <a:spcPct val="96000"/>
                        </a:lnSpc>
                      </a:pPr>
                      <a:r>
                        <a:rPr sz="950" b="1">
                          <a:solidFill>
                            <a:srgbClr val="FFFFFF"/>
                          </a:solidFill>
                        </a:rPr>
                        <a:t>PPT</a:t>
                      </a:r>
                    </a:p>
                  </a:txBody>
                  <a:tcPr marL="50800" marR="50800" marT="12700" marB="12700" anchor="ctr">
                    <a:solidFill>
                      <a:srgbClr val="1B5C80"/>
                    </a:solidFill>
                  </a:tcPr>
                </a:tc>
                <a:tc>
                  <a:txBody>
                    <a:bodyPr wrap="square"/>
                    <a:lstStyle/>
                    <a:p>
                      <a:pPr algn="ctr">
                        <a:lnSpc>
                          <a:spcPct val="96000"/>
                        </a:lnSpc>
                      </a:pPr>
                      <a:r>
                        <a:rPr sz="950" b="1">
                          <a:solidFill>
                            <a:srgbClr val="FFFFFF"/>
                          </a:solidFill>
                        </a:rPr>
                        <a:t>その他</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合計</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構築ボリューム（相対）</a:t>
                      </a:r>
                    </a:p>
                  </a:txBody>
                  <a:tcPr marL="50800" marR="50800" marT="12700" marB="12700" anchor="ctr">
                    <a:solidFill>
                      <a:srgbClr val="1B5C80"/>
                    </a:solidFill>
                  </a:tcPr>
                </a:tc>
              </a:tr>
              <a:tr h="352044">
                <a:tc>
                  <a:txBody>
                    <a:bodyPr wrap="square"/>
                    <a:lstStyle/>
                    <a:p>
                      <a:pPr algn="ctr">
                        <a:lnSpc>
                          <a:spcPct val="96000"/>
                        </a:lnSpc>
                      </a:pPr>
                      <a:r>
                        <a:rPr sz="1089" b="1">
                          <a:solidFill>
                            <a:srgbClr val="1B5C80"/>
                          </a:solidFill>
                        </a:rPr>
                        <a:t>チーム1</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55</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r>
              <a:tr h="352044">
                <a:tc>
                  <a:txBody>
                    <a:bodyPr wrap="square"/>
                    <a:lstStyle/>
                    <a:p>
                      <a:pPr algn="ctr">
                        <a:lnSpc>
                          <a:spcPct val="96000"/>
                        </a:lnSpc>
                      </a:pPr>
                      <a:r>
                        <a:rPr sz="1089" b="1">
                          <a:solidFill>
                            <a:srgbClr val="1B5C80"/>
                          </a:solidFill>
                        </a:rPr>
                        <a:t>チーム2</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30</a:t>
                      </a:r>
                    </a:p>
                  </a:txBody>
                  <a:tcPr marL="50800" marR="50800" marT="12700" marB="12700" anchor="ctr">
                    <a:solidFill>
                      <a:srgbClr val="A6E2F3"/>
                    </a:solidFill>
                  </a:tcPr>
                </a:tc>
                <a:tc>
                  <a:txBody>
                    <a:bodyPr wrap="square"/>
                    <a:lstStyle/>
                    <a:p>
                      <a:pPr algn="ctr">
                        <a:lnSpc>
                          <a:spcPct val="96000"/>
                        </a:lnSpc>
                      </a:pPr>
                      <a:r>
                        <a:rPr sz="1089" b="1">
                          <a:solidFill>
                            <a:srgbClr val="232323"/>
                          </a:solidFill>
                        </a:rPr>
                        <a:t>5</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5</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5</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60</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r>
              <a:tr h="352044">
                <a:tc>
                  <a:txBody>
                    <a:bodyPr wrap="square"/>
                    <a:lstStyle/>
                    <a:p>
                      <a:pPr algn="ctr">
                        <a:lnSpc>
                          <a:spcPct val="96000"/>
                        </a:lnSpc>
                      </a:pPr>
                      <a:r>
                        <a:rPr sz="1089" b="1">
                          <a:solidFill>
                            <a:srgbClr val="1B5C80"/>
                          </a:solidFill>
                        </a:rPr>
                        <a:t>チーム3</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30</a:t>
                      </a:r>
                    </a:p>
                  </a:txBody>
                  <a:tcPr marL="50800" marR="50800" marT="12700" marB="12700" anchor="ctr">
                    <a:solidFill>
                      <a:srgbClr val="A6E2F3"/>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20</a:t>
                      </a:r>
                    </a:p>
                  </a:txBody>
                  <a:tcPr marL="50800" marR="50800" marT="12700" marB="12700" anchor="ctr">
                    <a:solidFill>
                      <a:srgbClr val="DBF1F7"/>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20</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110</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r>
              <a:tr h="352044">
                <a:tc>
                  <a:txBody>
                    <a:bodyPr wrap="square"/>
                    <a:lstStyle/>
                    <a:p>
                      <a:pPr algn="ctr">
                        <a:lnSpc>
                          <a:spcPct val="96000"/>
                        </a:lnSpc>
                      </a:pPr>
                      <a:r>
                        <a:rPr sz="1089" b="1">
                          <a:solidFill>
                            <a:srgbClr val="1B5C80"/>
                          </a:solidFill>
                        </a:rPr>
                        <a:t>チーム4</a:t>
                      </a:r>
                    </a:p>
                  </a:txBody>
                  <a:tcPr marL="50800" marR="50800" marT="12700" marB="12700" anchor="ctr">
                    <a:solidFill>
                      <a:srgbClr val="F8FDFA"/>
                    </a:solidFill>
                  </a:tcPr>
                </a:tc>
                <a:tc gridSpan="11">
                  <a:txBody>
                    <a:bodyPr wrap="square"/>
                    <a:lstStyle/>
                    <a:p>
                      <a:pPr algn="ctr">
                        <a:lnSpc>
                          <a:spcPct val="96000"/>
                        </a:lnSpc>
                      </a:pPr>
                      <a:r>
                        <a:rPr sz="950" b="0">
                          <a:solidFill>
                            <a:srgbClr val="232323"/>
                          </a:solidFill>
                        </a:rPr>
                        <a:t>現行案は制約に抵触しており再設計中のため、構築ボリュームは未評価</a:t>
                      </a:r>
                    </a:p>
                  </a:txBody>
                  <a:tcPr marL="50800" marR="50800" marT="12700" marB="12700" anchor="ctr">
                    <a:solidFill>
                      <a:srgbClr val="FAE5E3"/>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a:txBody>
                    <a:bodyPr wrap="square"/>
                    <a:lstStyle/>
                    <a:p>
                      <a:pPr algn="ctr">
                        <a:lnSpc>
                          <a:spcPct val="96000"/>
                        </a:lnSpc>
                      </a:pPr>
                      <a:r>
                        <a:rPr sz="1089" b="0">
                          <a:solidFill>
                            <a:srgbClr val="6E767C"/>
                          </a:solidFill>
                        </a:rPr>
                        <a:t>－</a:t>
                      </a:r>
                    </a:p>
                  </a:txBody>
                  <a:tcPr marL="50800" marR="50800" marT="12700" marB="12700" anchor="ctr">
                    <a:solidFill>
                      <a:srgbClr val="F8FDFA"/>
                    </a:solidFill>
                  </a:tcPr>
                </a:tc>
              </a:tr>
              <a:tr h="352044">
                <a:tc>
                  <a:txBody>
                    <a:bodyPr wrap="square"/>
                    <a:lstStyle/>
                    <a:p>
                      <a:pPr algn="ctr">
                        <a:lnSpc>
                          <a:spcPct val="96000"/>
                        </a:lnSpc>
                      </a:pPr>
                      <a:r>
                        <a:rPr sz="1089" b="1">
                          <a:solidFill>
                            <a:srgbClr val="1B5C80"/>
                          </a:solidFill>
                        </a:rPr>
                        <a:t>チーム5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90</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r>
              <a:tr h="352044">
                <a:tc>
                  <a:txBody>
                    <a:bodyPr wrap="square"/>
                    <a:lstStyle/>
                    <a:p>
                      <a:pPr algn="ctr">
                        <a:lnSpc>
                          <a:spcPct val="96000"/>
                        </a:lnSpc>
                      </a:pPr>
                      <a:r>
                        <a:rPr sz="1089" b="1">
                          <a:solidFill>
                            <a:srgbClr val="1B5C80"/>
                          </a:solidFill>
                        </a:rPr>
                        <a:t>チーム6</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30</a:t>
                      </a:r>
                    </a:p>
                  </a:txBody>
                  <a:tcPr marL="50800" marR="50800" marT="12700" marB="12700" anchor="ctr">
                    <a:solidFill>
                      <a:srgbClr val="A6E2F3"/>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30</a:t>
                      </a:r>
                    </a:p>
                  </a:txBody>
                  <a:tcPr marL="50800" marR="50800" marT="12700" marB="12700" anchor="ctr">
                    <a:solidFill>
                      <a:srgbClr val="A6E2F3"/>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145</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r>
              <a:tr h="352044">
                <a:tc>
                  <a:txBody>
                    <a:bodyPr wrap="square"/>
                    <a:lstStyle/>
                    <a:p>
                      <a:pPr algn="ctr">
                        <a:lnSpc>
                          <a:spcPct val="96000"/>
                        </a:lnSpc>
                      </a:pPr>
                      <a:r>
                        <a:rPr sz="1089" b="1">
                          <a:solidFill>
                            <a:srgbClr val="1B5C80"/>
                          </a:solidFill>
                        </a:rPr>
                        <a:t>チーム7</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75</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r>
              <a:tr h="352044">
                <a:tc>
                  <a:txBody>
                    <a:bodyPr wrap="square"/>
                    <a:lstStyle/>
                    <a:p>
                      <a:pPr algn="ctr">
                        <a:lnSpc>
                          <a:spcPct val="96000"/>
                        </a:lnSpc>
                      </a:pPr>
                      <a:r>
                        <a:rPr sz="1089" b="1">
                          <a:solidFill>
                            <a:srgbClr val="1B5C80"/>
                          </a:solidFill>
                        </a:rPr>
                        <a:t>チーム8</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30</a:t>
                      </a:r>
                    </a:p>
                  </a:txBody>
                  <a:tcPr marL="50800" marR="50800" marT="12700" marB="12700" anchor="ctr">
                    <a:solidFill>
                      <a:srgbClr val="A6E2F3"/>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5</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110</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r>
              <a:tr h="352044">
                <a:tc>
                  <a:txBody>
                    <a:bodyPr wrap="square"/>
                    <a:lstStyle/>
                    <a:p>
                      <a:pPr algn="ctr">
                        <a:lnSpc>
                          <a:spcPct val="96000"/>
                        </a:lnSpc>
                      </a:pPr>
                      <a:r>
                        <a:rPr sz="1089" b="1">
                          <a:solidFill>
                            <a:srgbClr val="1B5C80"/>
                          </a:solidFill>
                        </a:rPr>
                        <a:t>チーム9</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30</a:t>
                      </a:r>
                    </a:p>
                  </a:txBody>
                  <a:tcPr marL="50800" marR="50800" marT="12700" marB="12700" anchor="ctr">
                    <a:solidFill>
                      <a:srgbClr val="A6E2F3"/>
                    </a:solidFill>
                  </a:tcPr>
                </a:tc>
                <a:tc>
                  <a:txBody>
                    <a:bodyPr wrap="square"/>
                    <a:lstStyle/>
                    <a:p>
                      <a:pPr algn="ctr">
                        <a:lnSpc>
                          <a:spcPct val="96000"/>
                        </a:lnSpc>
                      </a:pPr>
                      <a:r>
                        <a:rPr sz="1089" b="1">
                          <a:solidFill>
                            <a:srgbClr val="232323"/>
                          </a:solidFill>
                        </a:rPr>
                        <a:t>35</a:t>
                      </a:r>
                    </a:p>
                  </a:txBody>
                  <a:tcPr marL="50800" marR="50800" marT="12700" marB="12700" anchor="ctr">
                    <a:solidFill>
                      <a:srgbClr val="A6E2F3"/>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20</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150</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r>
              <a:tr h="352044">
                <a:tc>
                  <a:txBody>
                    <a:bodyPr wrap="square"/>
                    <a:lstStyle/>
                    <a:p>
                      <a:pPr algn="ctr">
                        <a:lnSpc>
                          <a:spcPct val="96000"/>
                        </a:lnSpc>
                      </a:pPr>
                      <a:r>
                        <a:rPr sz="1089" b="1">
                          <a:solidFill>
                            <a:srgbClr val="1B5C80"/>
                          </a:solidFill>
                        </a:rPr>
                        <a:t>チーム10</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25</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5</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15</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20</a:t>
                      </a:r>
                    </a:p>
                  </a:txBody>
                  <a:tcPr marL="50800" marR="50800" marT="12700" marB="12700" anchor="ctr">
                    <a:solidFill>
                      <a:srgbClr val="DBF1F7"/>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089" b="1">
                          <a:solidFill>
                            <a:srgbClr val="232323"/>
                          </a:solidFill>
                        </a:rPr>
                        <a:t>20</a:t>
                      </a:r>
                    </a:p>
                  </a:txBody>
                  <a:tcPr marL="50800" marR="50800" marT="12700" marB="12700" anchor="ctr">
                    <a:solidFill>
                      <a:srgbClr val="DBF1F7"/>
                    </a:solidFill>
                  </a:tcPr>
                </a:tc>
                <a:tc>
                  <a:txBody>
                    <a:bodyPr wrap="square"/>
                    <a:lstStyle/>
                    <a:p>
                      <a:pPr algn="ctr">
                        <a:lnSpc>
                          <a:spcPct val="96000"/>
                        </a:lnSpc>
                      </a:pPr>
                      <a:r>
                        <a:rPr sz="1089" b="0">
                          <a:solidFill>
                            <a:srgbClr val="232323"/>
                          </a:solidFill>
                        </a:rPr>
                        <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85</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r>
              <a:tr h="352044">
                <a:tc>
                  <a:txBody>
                    <a:bodyPr wrap="square"/>
                    <a:lstStyle/>
                    <a:p>
                      <a:pPr algn="ctr">
                        <a:lnSpc>
                          <a:spcPct val="96000"/>
                        </a:lnSpc>
                      </a:pPr>
                      <a:r>
                        <a:rPr sz="1089" b="1">
                          <a:solidFill>
                            <a:srgbClr val="1B5C80"/>
                          </a:solidFill>
                        </a:rPr>
                        <a:t>チーム11</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30</a:t>
                      </a:r>
                    </a:p>
                  </a:txBody>
                  <a:tcPr marL="50800" marR="50800" marT="12700" marB="12700" anchor="ctr">
                    <a:solidFill>
                      <a:srgbClr val="A6E2F3"/>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20</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10</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0">
                          <a:solidFill>
                            <a:srgbClr val="232323"/>
                          </a:solidFill>
                        </a:rPr>
                        <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089" b="1">
                          <a:solidFill>
                            <a:srgbClr val="232323"/>
                          </a:solidFill>
                        </a:rPr>
                        <a:t>5</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75</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r>
            </a:tbl>
          </a:graphicData>
        </a:graphic>
      </p:graphicFrame>
      <p:sp>
        <p:nvSpPr>
          <p:cNvPr id="7" name="Rectangle 6"/>
          <p:cNvSpPr/>
          <p:nvPr/>
        </p:nvSpPr>
        <p:spPr>
          <a:xfrm>
            <a:off x="9537192" y="2139696"/>
            <a:ext cx="663854"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537192" y="2491740"/>
            <a:ext cx="724204"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537192" y="2843784"/>
            <a:ext cx="1327708"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37192" y="3547872"/>
            <a:ext cx="1086307"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537192" y="3899916"/>
            <a:ext cx="1750161"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537192" y="4251960"/>
            <a:ext cx="905256"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537192" y="4604004"/>
            <a:ext cx="1327708"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37192" y="4956048"/>
            <a:ext cx="1810512"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537192" y="5308092"/>
            <a:ext cx="1025956"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537192" y="5660136"/>
            <a:ext cx="905256" cy="128016"/>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0664" y="5957316"/>
            <a:ext cx="10716768" cy="36576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5957316"/>
            <a:ext cx="10351008" cy="365760"/>
          </a:xfrm>
          <a:prstGeom prst="rect">
            <a:avLst/>
          </a:prstGeom>
          <a:noFill/>
        </p:spPr>
        <p:txBody>
          <a:bodyPr wrap="square" anchor="ctr" lIns="25400" rIns="25400" tIns="12700" bIns="12700">
            <a:spAutoFit/>
          </a:bodyPr>
          <a:lstStyle/>
          <a:p>
            <a:pPr algn="l">
              <a:lnSpc>
                <a:spcPct val="100000"/>
              </a:lnSpc>
            </a:pPr>
            <a:r>
              <a:rPr sz="950" b="0">
                <a:solidFill>
                  <a:srgbClr val="232323"/>
                </a:solidFill>
              </a:rPr>
              <a:t>＊ 空欄は使用想定なし。数値が大きいアプリほど、そのアプリ上で作り込む量が多い。チーム6のOneDrive（10）はSharePointに合算している。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難易度とガイドライン適合性の分離評価</a:t>
            </a:r>
          </a:p>
        </p:txBody>
      </p:sp>
      <p:sp>
        <p:nvSpPr>
          <p:cNvPr id="3" name="Text Placeholder 2"/>
          <p:cNvSpPr>
            <a:spLocks noGrp="1"/>
          </p:cNvSpPr>
          <p:nvPr>
            <p:ph type="body" idx="2" sz="half"/>
          </p:nvPr>
        </p:nvSpPr>
        <p:spPr/>
        <p:txBody>
          <a:bodyPr/>
          <a:lstStyle/>
          <a:p>
            <a:r>
              <a:rPr sz="1270">
                <a:solidFill>
                  <a:srgbClr val="6E767C"/>
                </a:solidFill>
              </a:rPr>
              <a:t>「作る量（ボリューム）」「作り方の難しさ（難易度）」「制約適合性」を混同しない</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8</a:t>
            </a:r>
          </a:p>
        </p:txBody>
      </p:sp>
      <p:sp>
        <p:nvSpPr>
          <p:cNvPr id="5" name="TextBox 4"/>
          <p:cNvSpPr txBox="1"/>
          <p:nvPr/>
        </p:nvSpPr>
        <p:spPr>
          <a:xfrm>
            <a:off x="740664" y="1188720"/>
            <a:ext cx="5212080" cy="256032"/>
          </a:xfrm>
          <a:prstGeom prst="rect">
            <a:avLst/>
          </a:prstGeom>
          <a:noFill/>
        </p:spPr>
        <p:txBody>
          <a:bodyPr wrap="square" anchor="t" lIns="25400" rIns="25400" tIns="12700" bIns="12700">
            <a:spAutoFit/>
          </a:bodyPr>
          <a:lstStyle/>
          <a:p>
            <a:pPr algn="l">
              <a:lnSpc>
                <a:spcPct val="100000"/>
              </a:lnSpc>
            </a:pPr>
            <a:r>
              <a:rPr sz="1452" b="1">
                <a:solidFill>
                  <a:srgbClr val="1B5C80"/>
                </a:solidFill>
              </a:rPr>
              <a:t>難易度の定義</a:t>
            </a:r>
          </a:p>
        </p:txBody>
      </p:sp>
      <p:sp>
        <p:nvSpPr>
          <p:cNvPr id="6" name="Rectangle 5"/>
          <p:cNvSpPr/>
          <p:nvPr/>
        </p:nvSpPr>
        <p:spPr>
          <a:xfrm>
            <a:off x="740664" y="1481328"/>
            <a:ext cx="457200" cy="42062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4813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1</a:t>
            </a:r>
          </a:p>
        </p:txBody>
      </p:sp>
      <p:sp>
        <p:nvSpPr>
          <p:cNvPr id="8" name="TextBox 7"/>
          <p:cNvSpPr txBox="1"/>
          <p:nvPr/>
        </p:nvSpPr>
        <p:spPr>
          <a:xfrm>
            <a:off x="1289304" y="14813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Copilot Studio標準機能・SharePointナレッジ中心で成立。フローや権限設計が軽い。</a:t>
            </a:r>
          </a:p>
        </p:txBody>
      </p:sp>
      <p:sp>
        <p:nvSpPr>
          <p:cNvPr id="9" name="Rectangle 8"/>
          <p:cNvSpPr/>
          <p:nvPr/>
        </p:nvSpPr>
        <p:spPr>
          <a:xfrm>
            <a:off x="740664" y="1938528"/>
            <a:ext cx="457200" cy="42062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19385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2</a:t>
            </a:r>
          </a:p>
        </p:txBody>
      </p:sp>
      <p:sp>
        <p:nvSpPr>
          <p:cNvPr id="11" name="TextBox 10"/>
          <p:cNvSpPr txBox="1"/>
          <p:nvPr/>
        </p:nvSpPr>
        <p:spPr>
          <a:xfrm>
            <a:off x="1289304" y="19385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M365標準アプリを複数使うが、標準的な設定・単純な連携で成立。</a:t>
            </a:r>
          </a:p>
        </p:txBody>
      </p:sp>
      <p:sp>
        <p:nvSpPr>
          <p:cNvPr id="12" name="Rectangle 11"/>
          <p:cNvSpPr/>
          <p:nvPr/>
        </p:nvSpPr>
        <p:spPr>
          <a:xfrm>
            <a:off x="740664" y="2395728"/>
            <a:ext cx="457200" cy="42062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3957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3</a:t>
            </a:r>
          </a:p>
        </p:txBody>
      </p:sp>
      <p:sp>
        <p:nvSpPr>
          <p:cNvPr id="14" name="TextBox 13"/>
          <p:cNvSpPr txBox="1"/>
          <p:nvPr/>
        </p:nvSpPr>
        <p:spPr>
          <a:xfrm>
            <a:off x="1289304" y="23957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ナレッジ設計、AI判定、ファイル入出力、権限整理、人の確認設計など、設計力が必要。</a:t>
            </a:r>
          </a:p>
        </p:txBody>
      </p:sp>
      <p:sp>
        <p:nvSpPr>
          <p:cNvPr id="15" name="Rectangle 14"/>
          <p:cNvSpPr/>
          <p:nvPr/>
        </p:nvSpPr>
        <p:spPr>
          <a:xfrm>
            <a:off x="740664" y="2852928"/>
            <a:ext cx="457200" cy="42062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28529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4</a:t>
            </a:r>
          </a:p>
        </p:txBody>
      </p:sp>
      <p:sp>
        <p:nvSpPr>
          <p:cNvPr id="17" name="TextBox 16"/>
          <p:cNvSpPr txBox="1"/>
          <p:nvPr/>
        </p:nvSpPr>
        <p:spPr>
          <a:xfrm>
            <a:off x="1289304" y="28529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技術検証・運用設計・権限/情報分類判断が多い。MVPスコープを強く絞る必要がある。</a:t>
            </a:r>
          </a:p>
        </p:txBody>
      </p:sp>
      <p:sp>
        <p:nvSpPr>
          <p:cNvPr id="18" name="Rectangle 17"/>
          <p:cNvSpPr/>
          <p:nvPr/>
        </p:nvSpPr>
        <p:spPr>
          <a:xfrm>
            <a:off x="740664" y="3310128"/>
            <a:ext cx="457200" cy="420624"/>
          </a:xfrm>
          <a:prstGeom prst="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33101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a:t>
            </a:r>
          </a:p>
        </p:txBody>
      </p:sp>
      <p:sp>
        <p:nvSpPr>
          <p:cNvPr id="20" name="TextBox 19"/>
          <p:cNvSpPr txBox="1"/>
          <p:nvPr/>
        </p:nvSpPr>
        <p:spPr>
          <a:xfrm>
            <a:off x="1289304" y="33101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現行案が制約に抵触、または作るものが再設計中であり、現案の難易度評価は行わない。新案で再評価する。</a:t>
            </a:r>
          </a:p>
        </p:txBody>
      </p:sp>
      <p:sp>
        <p:nvSpPr>
          <p:cNvPr id="21" name="TextBox 20"/>
          <p:cNvSpPr txBox="1"/>
          <p:nvPr/>
        </p:nvSpPr>
        <p:spPr>
          <a:xfrm>
            <a:off x="6245352" y="1188720"/>
            <a:ext cx="5212080" cy="256032"/>
          </a:xfrm>
          <a:prstGeom prst="rect">
            <a:avLst/>
          </a:prstGeom>
          <a:noFill/>
        </p:spPr>
        <p:txBody>
          <a:bodyPr wrap="square" anchor="t" lIns="25400" rIns="25400" tIns="12700" bIns="12700">
            <a:spAutoFit/>
          </a:bodyPr>
          <a:lstStyle/>
          <a:p>
            <a:pPr algn="l">
              <a:lnSpc>
                <a:spcPct val="100000"/>
              </a:lnSpc>
            </a:pPr>
            <a:r>
              <a:rPr sz="1452" b="1">
                <a:solidFill>
                  <a:srgbClr val="1B5C80"/>
                </a:solidFill>
              </a:rPr>
              <a:t>ガイドライン適合性の定義</a:t>
            </a:r>
          </a:p>
        </p:txBody>
      </p:sp>
      <p:sp>
        <p:nvSpPr>
          <p:cNvPr id="22" name="Rectangle 21"/>
          <p:cNvSpPr/>
          <p:nvPr/>
        </p:nvSpPr>
        <p:spPr>
          <a:xfrm>
            <a:off x="6245352" y="1481328"/>
            <a:ext cx="457200" cy="42062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2" y="14813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a:t>
            </a:r>
          </a:p>
        </p:txBody>
      </p:sp>
      <p:sp>
        <p:nvSpPr>
          <p:cNvPr id="24" name="TextBox 23"/>
          <p:cNvSpPr txBox="1"/>
          <p:nvPr/>
        </p:nvSpPr>
        <p:spPr>
          <a:xfrm>
            <a:off x="6793992" y="14813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制約内で実現可能。標準コネクタ・M365内データ・エージェント呼び出しフローで構成可能。</a:t>
            </a:r>
          </a:p>
        </p:txBody>
      </p:sp>
      <p:sp>
        <p:nvSpPr>
          <p:cNvPr id="25" name="Rectangle 24"/>
          <p:cNvSpPr/>
          <p:nvPr/>
        </p:nvSpPr>
        <p:spPr>
          <a:xfrm>
            <a:off x="6245352" y="1938528"/>
            <a:ext cx="457200" cy="42062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45352" y="19385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a:t>
            </a:r>
          </a:p>
        </p:txBody>
      </p:sp>
      <p:sp>
        <p:nvSpPr>
          <p:cNvPr id="27" name="TextBox 26"/>
          <p:cNvSpPr txBox="1"/>
          <p:nvPr/>
        </p:nvSpPr>
        <p:spPr>
          <a:xfrm>
            <a:off x="6793992" y="19385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実現可能性はあるが、事務局判断または設計変更が必要。</a:t>
            </a:r>
          </a:p>
        </p:txBody>
      </p:sp>
      <p:sp>
        <p:nvSpPr>
          <p:cNvPr id="28" name="Rectangle 27"/>
          <p:cNvSpPr/>
          <p:nvPr/>
        </p:nvSpPr>
        <p:spPr>
          <a:xfrm>
            <a:off x="6245352" y="2395728"/>
            <a:ext cx="457200" cy="42062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45352" y="2395728"/>
            <a:ext cx="457200" cy="420624"/>
          </a:xfrm>
          <a:prstGeom prst="rect">
            <a:avLst/>
          </a:prstGeom>
          <a:noFill/>
        </p:spPr>
        <p:txBody>
          <a:bodyPr wrap="square" anchor="ctr" lIns="25400" rIns="25400" tIns="12700" bIns="12700">
            <a:spAutoFit/>
          </a:bodyPr>
          <a:lstStyle/>
          <a:p>
            <a:pPr algn="ctr">
              <a:lnSpc>
                <a:spcPct val="100000"/>
              </a:lnSpc>
            </a:pPr>
            <a:r>
              <a:rPr sz="1270" b="1">
                <a:solidFill>
                  <a:srgbClr val="232323"/>
                </a:solidFill>
              </a:rPr>
              <a:t>×</a:t>
            </a:r>
          </a:p>
        </p:txBody>
      </p:sp>
      <p:sp>
        <p:nvSpPr>
          <p:cNvPr id="30" name="TextBox 29"/>
          <p:cNvSpPr txBox="1"/>
          <p:nvPr/>
        </p:nvSpPr>
        <p:spPr>
          <a:xfrm>
            <a:off x="6793992" y="2395728"/>
            <a:ext cx="4663440" cy="420624"/>
          </a:xfrm>
          <a:prstGeom prst="rect">
            <a:avLst/>
          </a:prstGeom>
          <a:noFill/>
        </p:spPr>
        <p:txBody>
          <a:bodyPr wrap="square" anchor="ctr" lIns="25400" rIns="25400" tIns="12700" bIns="12700">
            <a:spAutoFit/>
          </a:bodyPr>
          <a:lstStyle/>
          <a:p>
            <a:pPr algn="l">
              <a:lnSpc>
                <a:spcPct val="112000"/>
              </a:lnSpc>
            </a:pPr>
            <a:r>
              <a:rPr sz="950" b="0">
                <a:solidFill>
                  <a:srgbClr val="232323"/>
                </a:solidFill>
              </a:rPr>
              <a:t>現行案が制約に抵触。再設計が必要。</a:t>
            </a:r>
          </a:p>
        </p:txBody>
      </p:sp>
      <p:sp>
        <p:nvSpPr>
          <p:cNvPr id="31" name="Rectangle 30"/>
          <p:cNvSpPr/>
          <p:nvPr/>
        </p:nvSpPr>
        <p:spPr>
          <a:xfrm>
            <a:off x="6245352" y="2889504"/>
            <a:ext cx="5212080" cy="78638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2889504"/>
            <a:ext cx="4882896" cy="786384"/>
          </a:xfrm>
          <a:prstGeom prst="rect">
            <a:avLst/>
          </a:prstGeom>
          <a:noFill/>
        </p:spPr>
        <p:txBody>
          <a:bodyPr wrap="square" anchor="ctr" lIns="25400" rIns="25400" tIns="12700" bIns="12700">
            <a:spAutoFit/>
          </a:bodyPr>
          <a:lstStyle/>
          <a:p>
            <a:pPr algn="l">
              <a:lnSpc>
                <a:spcPct val="114000"/>
              </a:lnSpc>
            </a:pPr>
            <a:r>
              <a:rPr sz="950" b="0">
                <a:solidFill>
                  <a:srgbClr val="232323"/>
                </a:solidFill>
              </a:rPr>
              <a:t>難易度「－」は、現行案が制約に抵触し案自体の再設計が必要なため、現案では評価しないことを示す（チーム4）。新案の確定後に再評価する。</a:t>
            </a:r>
          </a:p>
        </p:txBody>
      </p:sp>
      <p:sp>
        <p:nvSpPr>
          <p:cNvPr id="33" name="TextBox 32"/>
          <p:cNvSpPr txBox="1"/>
          <p:nvPr/>
        </p:nvSpPr>
        <p:spPr>
          <a:xfrm>
            <a:off x="740664" y="3840480"/>
            <a:ext cx="10716768" cy="256032"/>
          </a:xfrm>
          <a:prstGeom prst="rect">
            <a:avLst/>
          </a:prstGeom>
          <a:noFill/>
        </p:spPr>
        <p:txBody>
          <a:bodyPr wrap="square" anchor="t" lIns="25400" rIns="25400" tIns="12700" bIns="12700">
            <a:spAutoFit/>
          </a:bodyPr>
          <a:lstStyle/>
          <a:p>
            <a:pPr algn="l">
              <a:lnSpc>
                <a:spcPct val="100000"/>
              </a:lnSpc>
            </a:pPr>
            <a:r>
              <a:rPr sz="1452" b="1">
                <a:solidFill>
                  <a:srgbClr val="1B5C80"/>
                </a:solidFill>
              </a:rPr>
              <a:t>難易度 × ガイドライン適合性の分布</a:t>
            </a:r>
          </a:p>
        </p:txBody>
      </p:sp>
      <p:sp>
        <p:nvSpPr>
          <p:cNvPr id="34" name="Rectangle 33"/>
          <p:cNvSpPr/>
          <p:nvPr/>
        </p:nvSpPr>
        <p:spPr>
          <a:xfrm>
            <a:off x="1609344" y="4169663"/>
            <a:ext cx="1911096"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09344" y="4169663"/>
            <a:ext cx="1911096" cy="310896"/>
          </a:xfrm>
          <a:prstGeom prst="rect">
            <a:avLst/>
          </a:prstGeom>
          <a:noFill/>
        </p:spPr>
        <p:txBody>
          <a:bodyPr wrap="square" anchor="ctr" lIns="25400" rIns="25400" tIns="12700" bIns="12700">
            <a:spAutoFit/>
          </a:bodyPr>
          <a:lstStyle/>
          <a:p>
            <a:pPr algn="ctr">
              <a:lnSpc>
                <a:spcPct val="100000"/>
              </a:lnSpc>
            </a:pPr>
            <a:r>
              <a:rPr sz="950" b="1">
                <a:solidFill>
                  <a:srgbClr val="FFFFFF"/>
                </a:solidFill>
              </a:rPr>
              <a:t>難易度 1</a:t>
            </a:r>
          </a:p>
        </p:txBody>
      </p:sp>
      <p:sp>
        <p:nvSpPr>
          <p:cNvPr id="36" name="Rectangle 35"/>
          <p:cNvSpPr/>
          <p:nvPr/>
        </p:nvSpPr>
        <p:spPr>
          <a:xfrm>
            <a:off x="3566160" y="4169663"/>
            <a:ext cx="1911096"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60" y="4169663"/>
            <a:ext cx="1911096" cy="310896"/>
          </a:xfrm>
          <a:prstGeom prst="rect">
            <a:avLst/>
          </a:prstGeom>
          <a:noFill/>
        </p:spPr>
        <p:txBody>
          <a:bodyPr wrap="square" anchor="ctr" lIns="25400" rIns="25400" tIns="12700" bIns="12700">
            <a:spAutoFit/>
          </a:bodyPr>
          <a:lstStyle/>
          <a:p>
            <a:pPr algn="ctr">
              <a:lnSpc>
                <a:spcPct val="100000"/>
              </a:lnSpc>
            </a:pPr>
            <a:r>
              <a:rPr sz="950" b="1">
                <a:solidFill>
                  <a:srgbClr val="FFFFFF"/>
                </a:solidFill>
              </a:rPr>
              <a:t>難易度 2</a:t>
            </a:r>
          </a:p>
        </p:txBody>
      </p:sp>
      <p:sp>
        <p:nvSpPr>
          <p:cNvPr id="38" name="Rectangle 37"/>
          <p:cNvSpPr/>
          <p:nvPr/>
        </p:nvSpPr>
        <p:spPr>
          <a:xfrm>
            <a:off x="5522976" y="4169663"/>
            <a:ext cx="1911096"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22976" y="4169663"/>
            <a:ext cx="1911096" cy="310896"/>
          </a:xfrm>
          <a:prstGeom prst="rect">
            <a:avLst/>
          </a:prstGeom>
          <a:noFill/>
        </p:spPr>
        <p:txBody>
          <a:bodyPr wrap="square" anchor="ctr" lIns="25400" rIns="25400" tIns="12700" bIns="12700">
            <a:spAutoFit/>
          </a:bodyPr>
          <a:lstStyle/>
          <a:p>
            <a:pPr algn="ctr">
              <a:lnSpc>
                <a:spcPct val="100000"/>
              </a:lnSpc>
            </a:pPr>
            <a:r>
              <a:rPr sz="950" b="1">
                <a:solidFill>
                  <a:srgbClr val="FFFFFF"/>
                </a:solidFill>
              </a:rPr>
              <a:t>難易度 3</a:t>
            </a:r>
          </a:p>
        </p:txBody>
      </p:sp>
      <p:sp>
        <p:nvSpPr>
          <p:cNvPr id="40" name="Rectangle 39"/>
          <p:cNvSpPr/>
          <p:nvPr/>
        </p:nvSpPr>
        <p:spPr>
          <a:xfrm>
            <a:off x="7479792" y="4169663"/>
            <a:ext cx="1911096"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79792" y="4169663"/>
            <a:ext cx="1911096" cy="310896"/>
          </a:xfrm>
          <a:prstGeom prst="rect">
            <a:avLst/>
          </a:prstGeom>
          <a:noFill/>
        </p:spPr>
        <p:txBody>
          <a:bodyPr wrap="square" anchor="ctr" lIns="25400" rIns="25400" tIns="12700" bIns="12700">
            <a:spAutoFit/>
          </a:bodyPr>
          <a:lstStyle/>
          <a:p>
            <a:pPr algn="ctr">
              <a:lnSpc>
                <a:spcPct val="100000"/>
              </a:lnSpc>
            </a:pPr>
            <a:r>
              <a:rPr sz="950" b="1">
                <a:solidFill>
                  <a:srgbClr val="FFFFFF"/>
                </a:solidFill>
              </a:rPr>
              <a:t>難易度 4</a:t>
            </a:r>
          </a:p>
        </p:txBody>
      </p:sp>
      <p:sp>
        <p:nvSpPr>
          <p:cNvPr id="42" name="Rectangle 41"/>
          <p:cNvSpPr/>
          <p:nvPr/>
        </p:nvSpPr>
        <p:spPr>
          <a:xfrm>
            <a:off x="9436608" y="4169663"/>
            <a:ext cx="1911096" cy="310896"/>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36608" y="4169663"/>
            <a:ext cx="1911096" cy="310896"/>
          </a:xfrm>
          <a:prstGeom prst="rect">
            <a:avLst/>
          </a:prstGeom>
          <a:noFill/>
        </p:spPr>
        <p:txBody>
          <a:bodyPr wrap="square" anchor="ctr" lIns="25400" rIns="25400" tIns="12700" bIns="12700">
            <a:spAutoFit/>
          </a:bodyPr>
          <a:lstStyle/>
          <a:p>
            <a:pPr algn="ctr">
              <a:lnSpc>
                <a:spcPct val="100000"/>
              </a:lnSpc>
            </a:pPr>
            <a:r>
              <a:rPr sz="950" b="1">
                <a:solidFill>
                  <a:srgbClr val="FFFFFF"/>
                </a:solidFill>
              </a:rPr>
              <a:t>難易度 －</a:t>
            </a:r>
          </a:p>
        </p:txBody>
      </p:sp>
      <p:sp>
        <p:nvSpPr>
          <p:cNvPr id="44" name="Rectangle 43"/>
          <p:cNvSpPr/>
          <p:nvPr/>
        </p:nvSpPr>
        <p:spPr>
          <a:xfrm>
            <a:off x="740664" y="4517135"/>
            <a:ext cx="822960" cy="5577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0664" y="4517135"/>
            <a:ext cx="822960" cy="557784"/>
          </a:xfrm>
          <a:prstGeom prst="rect">
            <a:avLst/>
          </a:prstGeom>
          <a:noFill/>
        </p:spPr>
        <p:txBody>
          <a:bodyPr wrap="square" anchor="ctr" lIns="25400" rIns="25400" tIns="12700" bIns="12700">
            <a:spAutoFit/>
          </a:bodyPr>
          <a:lstStyle/>
          <a:p>
            <a:pPr algn="ctr">
              <a:lnSpc>
                <a:spcPct val="100000"/>
              </a:lnSpc>
            </a:pPr>
            <a:r>
              <a:rPr sz="950" b="1">
                <a:solidFill>
                  <a:srgbClr val="232323"/>
                </a:solidFill>
              </a:rPr>
              <a:t>適合性 ○</a:t>
            </a:r>
          </a:p>
        </p:txBody>
      </p:sp>
      <p:sp>
        <p:nvSpPr>
          <p:cNvPr id="46" name="Rectangle 45"/>
          <p:cNvSpPr/>
          <p:nvPr/>
        </p:nvSpPr>
        <p:spPr>
          <a:xfrm>
            <a:off x="1609344" y="4517135"/>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566160" y="4517135"/>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22976" y="4517135"/>
            <a:ext cx="1911096" cy="5577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22976" y="4517135"/>
            <a:ext cx="1911096" cy="55778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T1・T2・T7・T10・T11</a:t>
            </a:r>
          </a:p>
        </p:txBody>
      </p:sp>
      <p:sp>
        <p:nvSpPr>
          <p:cNvPr id="50" name="Rectangle 49"/>
          <p:cNvSpPr/>
          <p:nvPr/>
        </p:nvSpPr>
        <p:spPr>
          <a:xfrm>
            <a:off x="7479792" y="4517135"/>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436608" y="4517135"/>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40664" y="5120639"/>
            <a:ext cx="822960" cy="5577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0664" y="5120639"/>
            <a:ext cx="822960" cy="557784"/>
          </a:xfrm>
          <a:prstGeom prst="rect">
            <a:avLst/>
          </a:prstGeom>
          <a:noFill/>
        </p:spPr>
        <p:txBody>
          <a:bodyPr wrap="square" anchor="ctr" lIns="25400" rIns="25400" tIns="12700" bIns="12700">
            <a:spAutoFit/>
          </a:bodyPr>
          <a:lstStyle/>
          <a:p>
            <a:pPr algn="ctr">
              <a:lnSpc>
                <a:spcPct val="100000"/>
              </a:lnSpc>
            </a:pPr>
            <a:r>
              <a:rPr sz="950" b="1">
                <a:solidFill>
                  <a:srgbClr val="232323"/>
                </a:solidFill>
              </a:rPr>
              <a:t>適合性 △</a:t>
            </a:r>
          </a:p>
        </p:txBody>
      </p:sp>
      <p:sp>
        <p:nvSpPr>
          <p:cNvPr id="54" name="Rectangle 53"/>
          <p:cNvSpPr/>
          <p:nvPr/>
        </p:nvSpPr>
        <p:spPr>
          <a:xfrm>
            <a:off x="1609344" y="5120639"/>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566160" y="5120639"/>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522976" y="5120639"/>
            <a:ext cx="1911096" cy="5577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522976" y="5120639"/>
            <a:ext cx="1911096" cy="55778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T5</a:t>
            </a:r>
          </a:p>
        </p:txBody>
      </p:sp>
      <p:sp>
        <p:nvSpPr>
          <p:cNvPr id="58" name="Rectangle 57"/>
          <p:cNvSpPr/>
          <p:nvPr/>
        </p:nvSpPr>
        <p:spPr>
          <a:xfrm>
            <a:off x="7479792" y="5120639"/>
            <a:ext cx="1911096" cy="5577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79792" y="5120639"/>
            <a:ext cx="1911096" cy="55778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T3・T6・T8・T9</a:t>
            </a:r>
          </a:p>
        </p:txBody>
      </p:sp>
      <p:sp>
        <p:nvSpPr>
          <p:cNvPr id="60" name="Rectangle 59"/>
          <p:cNvSpPr/>
          <p:nvPr/>
        </p:nvSpPr>
        <p:spPr>
          <a:xfrm>
            <a:off x="9436608" y="5120639"/>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40664" y="5724143"/>
            <a:ext cx="822960" cy="55778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664" y="5724143"/>
            <a:ext cx="822960" cy="557784"/>
          </a:xfrm>
          <a:prstGeom prst="rect">
            <a:avLst/>
          </a:prstGeom>
          <a:noFill/>
        </p:spPr>
        <p:txBody>
          <a:bodyPr wrap="square" anchor="ctr" lIns="25400" rIns="25400" tIns="12700" bIns="12700">
            <a:spAutoFit/>
          </a:bodyPr>
          <a:lstStyle/>
          <a:p>
            <a:pPr algn="ctr">
              <a:lnSpc>
                <a:spcPct val="100000"/>
              </a:lnSpc>
            </a:pPr>
            <a:r>
              <a:rPr sz="950" b="1">
                <a:solidFill>
                  <a:srgbClr val="232323"/>
                </a:solidFill>
              </a:rPr>
              <a:t>適合性 ×</a:t>
            </a:r>
          </a:p>
        </p:txBody>
      </p:sp>
      <p:sp>
        <p:nvSpPr>
          <p:cNvPr id="63" name="Rectangle 62"/>
          <p:cNvSpPr/>
          <p:nvPr/>
        </p:nvSpPr>
        <p:spPr>
          <a:xfrm>
            <a:off x="1609344" y="5724143"/>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566160" y="5724143"/>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522976" y="5724143"/>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479792" y="5724143"/>
            <a:ext cx="1911096" cy="557784"/>
          </a:xfrm>
          <a:prstGeom prst="rect">
            <a:avLst/>
          </a:prstGeom>
          <a:solidFill>
            <a:srgbClr val="F8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436608" y="5724143"/>
            <a:ext cx="1911096" cy="55778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436608" y="5724143"/>
            <a:ext cx="1911096" cy="557784"/>
          </a:xfrm>
          <a:prstGeom prst="rect">
            <a:avLst/>
          </a:prstGeom>
          <a:noFill/>
        </p:spPr>
        <p:txBody>
          <a:bodyPr wrap="square" anchor="ctr" lIns="25400" rIns="25400" tIns="12700" bIns="12700">
            <a:spAutoFit/>
          </a:bodyPr>
          <a:lstStyle/>
          <a:p>
            <a:pPr algn="ctr">
              <a:lnSpc>
                <a:spcPct val="100000"/>
              </a:lnSpc>
            </a:pPr>
            <a:r>
              <a:rPr sz="1270" b="1">
                <a:solidFill>
                  <a:srgbClr val="1B5C80"/>
                </a:solidFill>
              </a:rPr>
              <a:t>T4</a:t>
            </a:r>
          </a:p>
        </p:txBody>
      </p:sp>
      <p:sp>
        <p:nvSpPr>
          <p:cNvPr id="69" name="TextBox 68"/>
          <p:cNvSpPr txBox="1"/>
          <p:nvPr/>
        </p:nvSpPr>
        <p:spPr>
          <a:xfrm>
            <a:off x="740664" y="6035040"/>
            <a:ext cx="10716768" cy="237744"/>
          </a:xfrm>
          <a:prstGeom prst="rect">
            <a:avLst/>
          </a:prstGeom>
          <a:noFill/>
        </p:spPr>
        <p:txBody>
          <a:bodyPr wrap="square" anchor="t" lIns="25400" rIns="25400" tIns="12700" bIns="12700">
            <a:spAutoFit/>
          </a:bodyPr>
          <a:lstStyle/>
          <a:p>
            <a:pPr algn="l">
              <a:lnSpc>
                <a:spcPct val="100000"/>
              </a:lnSpc>
            </a:pPr>
            <a:r>
              <a:rPr sz="950" b="0">
                <a:solidFill>
                  <a:srgbClr val="232323"/>
                </a:solidFill>
              </a:rPr>
              <a:t>※ 構築ボリューム（作る量）はスライド7を参照。ボリュームが大きくても難易度が高いとは限らない。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事務局判断待ち・横断課題一覧</a:t>
            </a:r>
          </a:p>
        </p:txBody>
      </p:sp>
      <p:sp>
        <p:nvSpPr>
          <p:cNvPr id="3" name="Text Placeholder 2"/>
          <p:cNvSpPr>
            <a:spLocks noGrp="1"/>
          </p:cNvSpPr>
          <p:nvPr>
            <p:ph type="body" idx="2" sz="half"/>
          </p:nvPr>
        </p:nvSpPr>
        <p:spPr/>
        <p:txBody>
          <a:bodyPr/>
          <a:lstStyle/>
          <a:p>
            <a:r>
              <a:rPr sz="1270">
                <a:solidFill>
                  <a:srgbClr val="6E767C"/>
                </a:solidFill>
              </a:rPr>
              <a:t>複数チームに共通し、事務局の判断・案内が必要な事項</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9</a:t>
            </a:r>
          </a:p>
        </p:txBody>
      </p:sp>
      <p:graphicFrame>
        <p:nvGraphicFramePr>
          <p:cNvPr id="5" name="Table 4"/>
          <p:cNvGraphicFramePr>
            <a:graphicFrameLocks noGrp="1"/>
          </p:cNvGraphicFramePr>
          <p:nvPr/>
        </p:nvGraphicFramePr>
        <p:xfrm>
          <a:off x="740664" y="1298448"/>
          <a:ext cx="10716768" cy="3218688"/>
        </p:xfrm>
        <a:graphic>
          <a:graphicData uri="http://schemas.openxmlformats.org/drawingml/2006/table">
            <a:tbl>
              <a:tblPr>
                <a:tableStyleId>{5C22544A-7EE6-4342-B048-85BDC9FD1C3A}</a:tableStyleId>
              </a:tblPr>
              <a:tblGrid>
                <a:gridCol w="1920240"/>
                <a:gridCol w="6675120"/>
                <a:gridCol w="2121408"/>
              </a:tblGrid>
              <a:tr h="365760">
                <a:tc>
                  <a:txBody>
                    <a:bodyPr wrap="square"/>
                    <a:lstStyle/>
                    <a:p>
                      <a:pPr algn="ctr">
                        <a:lnSpc>
                          <a:spcPct val="96000"/>
                        </a:lnSpc>
                      </a:pPr>
                      <a:r>
                        <a:rPr sz="1089" b="1">
                          <a:solidFill>
                            <a:srgbClr val="FFFFFF"/>
                          </a:solidFill>
                        </a:rPr>
                        <a:t>カテゴリ</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事務局に判断・案内いただきたい内容</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該当チーム</a:t>
                      </a:r>
                    </a:p>
                  </a:txBody>
                  <a:tcPr marL="50800" marR="50800" marT="12700" marB="12700" anchor="ctr">
                    <a:solidFill>
                      <a:srgbClr val="1B5C80"/>
                    </a:solidFill>
                  </a:tcPr>
                </a:tc>
              </a:tr>
              <a:tr h="475488">
                <a:tc>
                  <a:txBody>
                    <a:bodyPr wrap="square"/>
                    <a:lstStyle/>
                    <a:p>
                      <a:pPr algn="ctr">
                        <a:lnSpc>
                          <a:spcPct val="96000"/>
                        </a:lnSpc>
                      </a:pPr>
                      <a:r>
                        <a:rPr sz="1089" b="1">
                          <a:solidFill>
                            <a:srgbClr val="1B5C80"/>
                          </a:solidFill>
                        </a:rPr>
                        <a:t>コスト/ライセンス</a:t>
                      </a:r>
                    </a:p>
                  </a:txBody>
                  <a:tcPr marL="50800" marR="50800" marT="12700" marB="12700" anchor="ctr">
                    <a:solidFill>
                      <a:srgbClr val="FAE5E3"/>
                    </a:solidFill>
                  </a:tcPr>
                </a:tc>
                <a:tc>
                  <a:txBody>
                    <a:bodyPr wrap="square"/>
                    <a:lstStyle/>
                    <a:p>
                      <a:pPr algn="l">
                        <a:lnSpc>
                          <a:spcPct val="96000"/>
                        </a:lnSpc>
                      </a:pPr>
                      <a:r>
                        <a:rPr sz="950" b="0">
                          <a:solidFill>
                            <a:srgbClr val="232323"/>
                          </a:solidFill>
                        </a:rPr>
                        <a:t>エージェントフローの起動は「When an agent calls the flow」のみ。ほかのトリガーは従量課金が発生する可能性があるため使用しない。</a:t>
                      </a:r>
                    </a:p>
                  </a:txBody>
                  <a:tcPr marL="50800" marR="50800" marT="12700" marB="12700" anchor="ctr">
                    <a:solidFill>
                      <a:srgbClr val="FAE5E3"/>
                    </a:solidFill>
                  </a:tcPr>
                </a:tc>
                <a:tc>
                  <a:txBody>
                    <a:bodyPr wrap="square"/>
                    <a:lstStyle/>
                    <a:p>
                      <a:pPr algn="ctr">
                        <a:lnSpc>
                          <a:spcPct val="96000"/>
                        </a:lnSpc>
                      </a:pPr>
                      <a:r>
                        <a:rPr sz="950" b="0">
                          <a:solidFill>
                            <a:srgbClr val="232323"/>
                          </a:solidFill>
                        </a:rPr>
                        <a:t>全チーム、特にチーム5/チーム6/チーム8/チーム9</a:t>
                      </a:r>
                    </a:p>
                  </a:txBody>
                  <a:tcPr marL="50800" marR="50800" marT="12700" marB="12700" anchor="ctr">
                    <a:solidFill>
                      <a:srgbClr val="FAE5E3"/>
                    </a:solidFill>
                  </a:tcPr>
                </a:tc>
              </a:tr>
              <a:tr h="475488">
                <a:tc>
                  <a:txBody>
                    <a:bodyPr wrap="square"/>
                    <a:lstStyle/>
                    <a:p>
                      <a:pPr algn="ctr">
                        <a:lnSpc>
                          <a:spcPct val="96000"/>
                        </a:lnSpc>
                      </a:pPr>
                      <a:r>
                        <a:rPr sz="1089" b="1">
                          <a:solidFill>
                            <a:srgbClr val="1B5C80"/>
                          </a:solidFill>
                        </a:rPr>
                        <a:t>外部Web/外部API</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Web検索・RSS・外部API・スクレイピングは不可。必要な資料は事前に取得しSharePointに置いて参照する。</a:t>
                      </a:r>
                    </a:p>
                  </a:txBody>
                  <a:tcPr marL="50800" marR="50800" marT="12700" marB="12700" anchor="ctr">
                    <a:solidFill>
                      <a:srgbClr val="F8FDFA"/>
                    </a:solidFill>
                  </a:tcPr>
                </a:tc>
                <a:tc>
                  <a:txBody>
                    <a:bodyPr wrap="square"/>
                    <a:lstStyle/>
                    <a:p>
                      <a:pPr algn="ctr">
                        <a:lnSpc>
                          <a:spcPct val="96000"/>
                        </a:lnSpc>
                      </a:pPr>
                      <a:r>
                        <a:rPr sz="950" b="0">
                          <a:solidFill>
                            <a:srgbClr val="232323"/>
                          </a:solidFill>
                        </a:rPr>
                        <a:t>チーム3/チーム4</a:t>
                      </a:r>
                    </a:p>
                  </a:txBody>
                  <a:tcPr marL="50800" marR="50800" marT="12700" marB="12700" anchor="ctr">
                    <a:solidFill>
                      <a:srgbClr val="F8FDFA"/>
                    </a:solidFill>
                  </a:tcPr>
                </a:tc>
              </a:tr>
              <a:tr h="475488">
                <a:tc>
                  <a:txBody>
                    <a:bodyPr wrap="square"/>
                    <a:lstStyle/>
                    <a:p>
                      <a:pPr algn="ctr">
                        <a:lnSpc>
                          <a:spcPct val="96000"/>
                        </a:lnSpc>
                      </a:pPr>
                      <a:r>
                        <a:rPr sz="1089" b="1">
                          <a:solidFill>
                            <a:srgbClr val="1B5C80"/>
                          </a:solidFill>
                        </a:rPr>
                        <a:t>個人情報/権限</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社員・協力会社・ゲストの予定表、メール、Teams情報をCopilot Studio・Power Automateで利用してよいか。</a:t>
                      </a:r>
                    </a:p>
                  </a:txBody>
                  <a:tcPr marL="50800" marR="50800" marT="12700" marB="12700" anchor="ctr">
                    <a:solidFill>
                      <a:srgbClr val="FFFFFF"/>
                    </a:solidFill>
                  </a:tcPr>
                </a:tc>
                <a:tc>
                  <a:txBody>
                    <a:bodyPr wrap="square"/>
                    <a:lstStyle/>
                    <a:p>
                      <a:pPr algn="ctr">
                        <a:lnSpc>
                          <a:spcPct val="96000"/>
                        </a:lnSpc>
                      </a:pPr>
                      <a:r>
                        <a:rPr sz="950" b="0">
                          <a:solidFill>
                            <a:srgbClr val="232323"/>
                          </a:solidFill>
                        </a:rPr>
                        <a:t>チーム8/チーム9</a:t>
                      </a:r>
                    </a:p>
                  </a:txBody>
                  <a:tcPr marL="50800" marR="50800" marT="12700" marB="12700" anchor="ctr">
                    <a:solidFill>
                      <a:srgbClr val="FFFFFF"/>
                    </a:solidFill>
                  </a:tcPr>
                </a:tc>
              </a:tr>
              <a:tr h="475488">
                <a:tc>
                  <a:txBody>
                    <a:bodyPr wrap="square"/>
                    <a:lstStyle/>
                    <a:p>
                      <a:pPr algn="ctr">
                        <a:lnSpc>
                          <a:spcPct val="96000"/>
                        </a:lnSpc>
                      </a:pPr>
                      <a:r>
                        <a:rPr sz="1089" b="1">
                          <a:solidFill>
                            <a:srgbClr val="1B5C80"/>
                          </a:solidFill>
                        </a:rPr>
                        <a:t>ファイル保管</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共有ファイルサーバではなくSharePoint／OneDriveへの格納を原則化できるか。</a:t>
                      </a:r>
                    </a:p>
                  </a:txBody>
                  <a:tcPr marL="50800" marR="50800" marT="12700" marB="12700" anchor="ctr">
                    <a:solidFill>
                      <a:srgbClr val="F8FDFA"/>
                    </a:solidFill>
                  </a:tcPr>
                </a:tc>
                <a:tc>
                  <a:txBody>
                    <a:bodyPr wrap="square"/>
                    <a:lstStyle/>
                    <a:p>
                      <a:pPr algn="ctr">
                        <a:lnSpc>
                          <a:spcPct val="96000"/>
                        </a:lnSpc>
                      </a:pPr>
                      <a:r>
                        <a:rPr sz="950" b="0">
                          <a:solidFill>
                            <a:srgbClr val="232323"/>
                          </a:solidFill>
                        </a:rPr>
                        <a:t>チーム5/チーム6/チーム9</a:t>
                      </a:r>
                    </a:p>
                  </a:txBody>
                  <a:tcPr marL="50800" marR="50800" marT="12700" marB="12700" anchor="ctr">
                    <a:solidFill>
                      <a:srgbClr val="F8FDFA"/>
                    </a:solidFill>
                  </a:tcPr>
                </a:tc>
              </a:tr>
              <a:tr h="475488">
                <a:tc>
                  <a:txBody>
                    <a:bodyPr wrap="square"/>
                    <a:lstStyle/>
                    <a:p>
                      <a:pPr algn="ctr">
                        <a:lnSpc>
                          <a:spcPct val="96000"/>
                        </a:lnSpc>
                      </a:pPr>
                      <a:r>
                        <a:rPr sz="1089" b="1">
                          <a:solidFill>
                            <a:srgbClr val="1B5C80"/>
                          </a:solidFill>
                        </a:rPr>
                        <a:t>本番移行</a:t>
                      </a:r>
                    </a:p>
                  </a:txBody>
                  <a:tcPr marL="50800" marR="50800" marT="12700" marB="12700" anchor="ctr">
                    <a:solidFill>
                      <a:srgbClr val="FFFFFF"/>
                    </a:solidFill>
                  </a:tcPr>
                </a:tc>
                <a:tc>
                  <a:txBody>
                    <a:bodyPr wrap="square"/>
                    <a:lstStyle/>
                    <a:p>
                      <a:pPr algn="l">
                        <a:lnSpc>
                          <a:spcPct val="96000"/>
                        </a:lnSpc>
                      </a:pPr>
                      <a:r>
                        <a:rPr sz="950" b="0">
                          <a:solidFill>
                            <a:srgbClr val="232323"/>
                          </a:solidFill>
                        </a:rPr>
                        <a:t>開発環境から本番環境への移行、申請、承認、リリース判定の要件。</a:t>
                      </a:r>
                    </a:p>
                  </a:txBody>
                  <a:tcPr marL="50800" marR="50800" marT="12700" marB="12700" anchor="ctr">
                    <a:solidFill>
                      <a:srgbClr val="FFFFFF"/>
                    </a:solidFill>
                  </a:tcPr>
                </a:tc>
                <a:tc>
                  <a:txBody>
                    <a:bodyPr wrap="square"/>
                    <a:lstStyle/>
                    <a:p>
                      <a:pPr algn="ctr">
                        <a:lnSpc>
                          <a:spcPct val="96000"/>
                        </a:lnSpc>
                      </a:pPr>
                      <a:r>
                        <a:rPr sz="950" b="0">
                          <a:solidFill>
                            <a:srgbClr val="232323"/>
                          </a:solidFill>
                        </a:rPr>
                        <a:t>チーム11、全チーム共通</a:t>
                      </a:r>
                    </a:p>
                  </a:txBody>
                  <a:tcPr marL="50800" marR="50800" marT="12700" marB="12700" anchor="ctr">
                    <a:solidFill>
                      <a:srgbClr val="FFFFFF"/>
                    </a:solidFill>
                  </a:tcPr>
                </a:tc>
              </a:tr>
              <a:tr h="475488">
                <a:tc>
                  <a:txBody>
                    <a:bodyPr wrap="square"/>
                    <a:lstStyle/>
                    <a:p>
                      <a:pPr algn="ctr">
                        <a:lnSpc>
                          <a:spcPct val="96000"/>
                        </a:lnSpc>
                      </a:pPr>
                      <a:r>
                        <a:rPr sz="1089" b="1">
                          <a:solidFill>
                            <a:srgbClr val="1B5C80"/>
                          </a:solidFill>
                        </a:rPr>
                        <a:t>メール送信</a:t>
                      </a:r>
                    </a:p>
                  </a:txBody>
                  <a:tcPr marL="50800" marR="50800" marT="12700" marB="12700" anchor="ctr">
                    <a:solidFill>
                      <a:srgbClr val="F8FDFA"/>
                    </a:solidFill>
                  </a:tcPr>
                </a:tc>
                <a:tc>
                  <a:txBody>
                    <a:bodyPr wrap="square"/>
                    <a:lstStyle/>
                    <a:p>
                      <a:pPr algn="l">
                        <a:lnSpc>
                          <a:spcPct val="96000"/>
                        </a:lnSpc>
                      </a:pPr>
                      <a:r>
                        <a:rPr sz="950" b="0">
                          <a:solidFill>
                            <a:srgbClr val="232323"/>
                          </a:solidFill>
                        </a:rPr>
                        <a:t>固定文面のTeams／Outlook通知について、人による確認が必要となる条件。</a:t>
                      </a:r>
                    </a:p>
                  </a:txBody>
                  <a:tcPr marL="50800" marR="50800" marT="12700" marB="12700" anchor="ctr">
                    <a:solidFill>
                      <a:srgbClr val="F8FDFA"/>
                    </a:solidFill>
                  </a:tcPr>
                </a:tc>
                <a:tc>
                  <a:txBody>
                    <a:bodyPr wrap="square"/>
                    <a:lstStyle/>
                    <a:p>
                      <a:pPr algn="ctr">
                        <a:lnSpc>
                          <a:spcPct val="96000"/>
                        </a:lnSpc>
                      </a:pPr>
                      <a:r>
                        <a:rPr sz="950" b="0">
                          <a:solidFill>
                            <a:srgbClr val="232323"/>
                          </a:solidFill>
                        </a:rPr>
                        <a:t>チーム9/チーム6/チーム8</a:t>
                      </a:r>
                    </a:p>
                  </a:txBody>
                  <a:tcPr marL="50800" marR="50800" marT="12700" marB="12700" anchor="ctr">
                    <a:solidFill>
                      <a:srgbClr val="F8FDFA"/>
                    </a:solidFill>
                  </a:tcPr>
                </a:tc>
              </a:tr>
            </a:tbl>
          </a:graphicData>
        </a:graphic>
      </p:graphicFrame>
      <p:sp>
        <p:nvSpPr>
          <p:cNvPr id="6" name="Rectangle 5"/>
          <p:cNvSpPr/>
          <p:nvPr/>
        </p:nvSpPr>
        <p:spPr>
          <a:xfrm>
            <a:off x="740664" y="4626864"/>
            <a:ext cx="10716768"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 y="4626864"/>
            <a:ext cx="128016" cy="1481328"/>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4700016"/>
            <a:ext cx="10259568" cy="256032"/>
          </a:xfrm>
          <a:prstGeom prst="rect">
            <a:avLst/>
          </a:prstGeom>
          <a:noFill/>
        </p:spPr>
        <p:txBody>
          <a:bodyPr wrap="square" anchor="t" lIns="25400" rIns="25400" tIns="12700" bIns="12700">
            <a:spAutoFit/>
          </a:bodyPr>
          <a:lstStyle/>
          <a:p>
            <a:pPr algn="l">
              <a:lnSpc>
                <a:spcPct val="100000"/>
              </a:lnSpc>
            </a:pPr>
            <a:r>
              <a:rPr sz="1452" b="1">
                <a:solidFill>
                  <a:srgbClr val="232323"/>
                </a:solidFill>
              </a:rPr>
              <a:t>【最重要】Power Automate 起動ルール</a:t>
            </a:r>
          </a:p>
        </p:txBody>
      </p:sp>
      <p:sp>
        <p:nvSpPr>
          <p:cNvPr id="9" name="TextBox 8"/>
          <p:cNvSpPr txBox="1"/>
          <p:nvPr/>
        </p:nvSpPr>
        <p:spPr>
          <a:xfrm>
            <a:off x="1014984" y="4992624"/>
            <a:ext cx="6400800" cy="640080"/>
          </a:xfrm>
          <a:prstGeom prst="rect">
            <a:avLst/>
          </a:prstGeom>
          <a:noFill/>
        </p:spPr>
        <p:txBody>
          <a:bodyPr wrap="square" anchor="t" lIns="25400" rIns="25400" tIns="12700" bIns="12700">
            <a:spAutoFit/>
          </a:bodyPr>
          <a:lstStyle/>
          <a:p>
            <a:pPr algn="l">
              <a:lnSpc>
                <a:spcPct val="118000"/>
              </a:lnSpc>
            </a:pPr>
            <a:r>
              <a:rPr sz="1089" b="0">
                <a:solidFill>
                  <a:srgbClr val="232323"/>
                </a:solidFill>
              </a:rPr>
              <a:t>Power Automate側でエージェントフローを呼び出すときは、必ず「When an agent calls the flow（エージェントがフローを呼び出したとき）」のみ利用すること。ほかのトリガーでは従量課金（Copilot Credits消費）が発生する可能性があるため、必ず守ること。</a:t>
            </a:r>
          </a:p>
        </p:txBody>
      </p:sp>
      <p:sp>
        <p:nvSpPr>
          <p:cNvPr id="10" name="TextBox 9"/>
          <p:cNvSpPr txBox="1"/>
          <p:nvPr/>
        </p:nvSpPr>
        <p:spPr>
          <a:xfrm>
            <a:off x="1014984" y="5669279"/>
            <a:ext cx="6400800" cy="219456"/>
          </a:xfrm>
          <a:prstGeom prst="rect">
            <a:avLst/>
          </a:prstGeom>
          <a:noFill/>
        </p:spPr>
        <p:txBody>
          <a:bodyPr wrap="square" anchor="t" lIns="25400" rIns="25400" tIns="12700" bIns="12700">
            <a:spAutoFit/>
          </a:bodyPr>
          <a:lstStyle/>
          <a:p>
            <a:pPr algn="l">
              <a:lnSpc>
                <a:spcPct val="100000"/>
              </a:lnSpc>
            </a:pPr>
            <a:r>
              <a:rPr sz="950" b="1">
                <a:solidFill>
                  <a:srgbClr val="232323"/>
                </a:solidFill>
              </a:rPr>
              <a:t>使用禁止：スケジュール実行／Dataverse更新／Forms回答／手動ボタン／メール受信／その他の通常トリガー</a:t>
            </a:r>
          </a:p>
        </p:txBody>
      </p:sp>
      <p:sp>
        <p:nvSpPr>
          <p:cNvPr id="11" name="TextBox 10"/>
          <p:cNvSpPr txBox="1"/>
          <p:nvPr/>
        </p:nvSpPr>
        <p:spPr>
          <a:xfrm>
            <a:off x="7690104" y="4992624"/>
            <a:ext cx="3657600" cy="219456"/>
          </a:xfrm>
          <a:prstGeom prst="rect">
            <a:avLst/>
          </a:prstGeom>
          <a:noFill/>
        </p:spPr>
        <p:txBody>
          <a:bodyPr wrap="square" anchor="t" lIns="25400" rIns="25400" tIns="12700" bIns="12700">
            <a:spAutoFit/>
          </a:bodyPr>
          <a:lstStyle/>
          <a:p>
            <a:pPr algn="l">
              <a:lnSpc>
                <a:spcPct val="100000"/>
              </a:lnSpc>
            </a:pPr>
            <a:r>
              <a:rPr sz="950" b="1">
                <a:solidFill>
                  <a:srgbClr val="232323"/>
                </a:solidFill>
              </a:rPr>
              <a:t>推奨構成</a:t>
            </a:r>
          </a:p>
        </p:txBody>
      </p:sp>
      <p:sp>
        <p:nvSpPr>
          <p:cNvPr id="12" name="Chevron 11"/>
          <p:cNvSpPr/>
          <p:nvPr/>
        </p:nvSpPr>
        <p:spPr>
          <a:xfrm>
            <a:off x="7690104" y="5248656"/>
            <a:ext cx="1078992" cy="512064"/>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38100"/>
          <a:lstStyle/>
          <a:p>
            <a:pPr algn="ctr"/>
            <a:r>
              <a:rPr sz="800" b="1">
                <a:solidFill>
                  <a:srgbClr val="FFFFFF"/>
                </a:solidFill>
              </a:rPr>
              <a:t>Copilot Studio</a:t>
            </a:r>
          </a:p>
        </p:txBody>
      </p:sp>
      <p:sp>
        <p:nvSpPr>
          <p:cNvPr id="13" name="Chevron 12"/>
          <p:cNvSpPr/>
          <p:nvPr/>
        </p:nvSpPr>
        <p:spPr>
          <a:xfrm>
            <a:off x="8622792" y="5248656"/>
            <a:ext cx="1078992" cy="512064"/>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38100"/>
          <a:lstStyle/>
          <a:p>
            <a:pPr algn="ctr"/>
            <a:r>
              <a:rPr sz="800" b="1">
                <a:solidFill>
                  <a:srgbClr val="232323"/>
                </a:solidFill>
              </a:rPr>
              <a:t>When an agent</a:t>
            </a:r>
          </a:p>
          <a:p>
            <a:pPr algn="ctr"/>
            <a:r>
              <a:rPr sz="800" b="1">
                <a:solidFill>
                  <a:srgbClr val="232323"/>
                </a:solidFill>
              </a:rPr>
              <a:t>calls the flow</a:t>
            </a:r>
          </a:p>
        </p:txBody>
      </p:sp>
      <p:sp>
        <p:nvSpPr>
          <p:cNvPr id="14" name="Chevron 13"/>
          <p:cNvSpPr/>
          <p:nvPr/>
        </p:nvSpPr>
        <p:spPr>
          <a:xfrm>
            <a:off x="9555480" y="5248656"/>
            <a:ext cx="1078992" cy="512064"/>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38100"/>
          <a:lstStyle/>
          <a:p>
            <a:pPr algn="ctr"/>
            <a:r>
              <a:rPr sz="800" b="1">
                <a:solidFill>
                  <a:srgbClr val="FFFFFF"/>
                </a:solidFill>
              </a:rPr>
              <a:t>Power Automate</a:t>
            </a:r>
          </a:p>
        </p:txBody>
      </p:sp>
      <p:sp>
        <p:nvSpPr>
          <p:cNvPr id="15" name="Chevron 14"/>
          <p:cNvSpPr/>
          <p:nvPr/>
        </p:nvSpPr>
        <p:spPr>
          <a:xfrm>
            <a:off x="10488168" y="5248656"/>
            <a:ext cx="1078992" cy="512064"/>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38100"/>
          <a:lstStyle/>
          <a:p>
            <a:pPr algn="ctr"/>
            <a:r>
              <a:rPr sz="800" b="1">
                <a:solidFill>
                  <a:srgbClr val="FFFFFF"/>
                </a:solidFill>
              </a:rPr>
              <a:t>SharePoint /</a:t>
            </a:r>
          </a:p>
          <a:p>
            <a:pPr algn="ctr"/>
            <a:r>
              <a:rPr sz="800" b="1">
                <a:solidFill>
                  <a:srgbClr val="FFFFFF"/>
                </a:solidFill>
              </a:rPr>
              <a:t>Teams / Outlook</a:t>
            </a:r>
          </a:p>
        </p:txBody>
      </p:sp>
      <p:sp>
        <p:nvSpPr>
          <p:cNvPr id="16" name="TextBox 15"/>
          <p:cNvSpPr txBox="1"/>
          <p:nvPr/>
        </p:nvSpPr>
        <p:spPr>
          <a:xfrm>
            <a:off x="7690104" y="5852160"/>
            <a:ext cx="3749039" cy="201168"/>
          </a:xfrm>
          <a:prstGeom prst="rect">
            <a:avLst/>
          </a:prstGeom>
          <a:noFill/>
        </p:spPr>
        <p:txBody>
          <a:bodyPr wrap="square" anchor="t" lIns="25400" rIns="25400" tIns="12700" bIns="12700">
            <a:spAutoFit/>
          </a:bodyPr>
          <a:lstStyle/>
          <a:p>
            <a:pPr algn="l">
              <a:lnSpc>
                <a:spcPct val="100000"/>
              </a:lnSpc>
            </a:pPr>
            <a:r>
              <a:rPr sz="850" b="0">
                <a:solidFill>
                  <a:srgbClr val="232323"/>
                </a:solidFill>
              </a:rPr>
              <a:t>メンターは設計レビュー時に開始トリガーを必ず確認する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8月デモに向けた進め方の型</a:t>
            </a:r>
          </a:p>
        </p:txBody>
      </p:sp>
      <p:sp>
        <p:nvSpPr>
          <p:cNvPr id="3" name="Text Placeholder 2"/>
          <p:cNvSpPr>
            <a:spLocks noGrp="1"/>
          </p:cNvSpPr>
          <p:nvPr>
            <p:ph type="body" idx="2" sz="half"/>
          </p:nvPr>
        </p:nvSpPr>
        <p:spPr/>
        <p:txBody>
          <a:bodyPr/>
          <a:lstStyle/>
          <a:p>
            <a:r>
              <a:rPr sz="1270">
                <a:solidFill>
                  <a:srgbClr val="6E767C"/>
                </a:solidFill>
              </a:rPr>
              <a:t>各チームへの共通メッセージ：8月は範囲を絞って「一本通す」</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10</a:t>
            </a:r>
          </a:p>
        </p:txBody>
      </p:sp>
      <p:sp>
        <p:nvSpPr>
          <p:cNvPr id="5" name="Rectangle 4"/>
          <p:cNvSpPr/>
          <p:nvPr/>
        </p:nvSpPr>
        <p:spPr>
          <a:xfrm>
            <a:off x="740664" y="1225296"/>
            <a:ext cx="10716768" cy="54864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4" y="1225296"/>
            <a:ext cx="10168128" cy="548640"/>
          </a:xfrm>
          <a:prstGeom prst="rect">
            <a:avLst/>
          </a:prstGeom>
          <a:noFill/>
        </p:spPr>
        <p:txBody>
          <a:bodyPr wrap="square" anchor="ctr" lIns="25400" rIns="25400" tIns="12700" bIns="12700">
            <a:spAutoFit/>
          </a:bodyPr>
          <a:lstStyle/>
          <a:p>
            <a:pPr algn="l">
              <a:lnSpc>
                <a:spcPct val="100000"/>
              </a:lnSpc>
            </a:pPr>
            <a:r>
              <a:rPr sz="1452" b="1">
                <a:solidFill>
                  <a:srgbClr val="FFFFFF"/>
                </a:solidFill>
              </a:rPr>
              <a:t>8月は作り込みではなく、入力→処理→出力を一本通すことを最優先とする。</a:t>
            </a:r>
          </a:p>
        </p:txBody>
      </p:sp>
      <p:sp>
        <p:nvSpPr>
          <p:cNvPr id="7" name="Rectangle 6"/>
          <p:cNvSpPr/>
          <p:nvPr/>
        </p:nvSpPr>
        <p:spPr>
          <a:xfrm>
            <a:off x="740664" y="1938528"/>
            <a:ext cx="10716768" cy="621792"/>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0664" y="1938528"/>
            <a:ext cx="566928" cy="621792"/>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938528"/>
            <a:ext cx="566928" cy="621792"/>
          </a:xfrm>
          <a:prstGeom prst="rect">
            <a:avLst/>
          </a:prstGeom>
          <a:noFill/>
        </p:spPr>
        <p:txBody>
          <a:bodyPr wrap="square" anchor="ctr" lIns="25400" rIns="25400" tIns="12700" bIns="12700">
            <a:spAutoFit/>
          </a:bodyPr>
          <a:lstStyle/>
          <a:p>
            <a:pPr algn="ctr">
              <a:lnSpc>
                <a:spcPct val="100000"/>
              </a:lnSpc>
            </a:pPr>
            <a:r>
              <a:rPr sz="1814" b="1">
                <a:solidFill>
                  <a:srgbClr val="232323"/>
                </a:solidFill>
              </a:rPr>
              <a:t>1</a:t>
            </a:r>
          </a:p>
        </p:txBody>
      </p:sp>
      <p:sp>
        <p:nvSpPr>
          <p:cNvPr id="10" name="TextBox 9"/>
          <p:cNvSpPr txBox="1"/>
          <p:nvPr/>
        </p:nvSpPr>
        <p:spPr>
          <a:xfrm>
            <a:off x="1490472" y="1993392"/>
            <a:ext cx="3931920" cy="274320"/>
          </a:xfrm>
          <a:prstGeom prst="rect">
            <a:avLst/>
          </a:prstGeom>
          <a:noFill/>
        </p:spPr>
        <p:txBody>
          <a:bodyPr wrap="square" anchor="t" lIns="25400" rIns="25400" tIns="12700" bIns="12700">
            <a:spAutoFit/>
          </a:bodyPr>
          <a:lstStyle/>
          <a:p>
            <a:pPr algn="l">
              <a:lnSpc>
                <a:spcPct val="100000"/>
              </a:lnSpc>
            </a:pPr>
            <a:r>
              <a:rPr sz="1270" b="1">
                <a:solidFill>
                  <a:srgbClr val="1B5C80"/>
                </a:solidFill>
              </a:rPr>
              <a:t>MVPを1本に絞る</a:t>
            </a:r>
          </a:p>
        </p:txBody>
      </p:sp>
      <p:sp>
        <p:nvSpPr>
          <p:cNvPr id="11" name="TextBox 10"/>
          <p:cNvSpPr txBox="1"/>
          <p:nvPr/>
        </p:nvSpPr>
        <p:spPr>
          <a:xfrm>
            <a:off x="1490472" y="2267712"/>
            <a:ext cx="9692640" cy="256032"/>
          </a:xfrm>
          <a:prstGeom prst="rect">
            <a:avLst/>
          </a:prstGeom>
          <a:noFill/>
        </p:spPr>
        <p:txBody>
          <a:bodyPr wrap="square" anchor="t" lIns="25400" rIns="25400" tIns="12700" bIns="12700">
            <a:spAutoFit/>
          </a:bodyPr>
          <a:lstStyle/>
          <a:p>
            <a:pPr algn="l">
              <a:lnSpc>
                <a:spcPct val="100000"/>
              </a:lnSpc>
            </a:pPr>
            <a:r>
              <a:rPr sz="950" b="0">
                <a:solidFill>
                  <a:srgbClr val="232323"/>
                </a:solidFill>
              </a:rPr>
              <a:t>複数の機能を並行して作らず、最も効果が見えるユースケースを1つ選ぶ。</a:t>
            </a:r>
          </a:p>
        </p:txBody>
      </p:sp>
      <p:sp>
        <p:nvSpPr>
          <p:cNvPr id="12" name="Rectangle 11"/>
          <p:cNvSpPr/>
          <p:nvPr/>
        </p:nvSpPr>
        <p:spPr>
          <a:xfrm>
            <a:off x="740664" y="2651760"/>
            <a:ext cx="10716768" cy="621792"/>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 y="2651760"/>
            <a:ext cx="566928" cy="621792"/>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2651760"/>
            <a:ext cx="566928" cy="621792"/>
          </a:xfrm>
          <a:prstGeom prst="rect">
            <a:avLst/>
          </a:prstGeom>
          <a:noFill/>
        </p:spPr>
        <p:txBody>
          <a:bodyPr wrap="square" anchor="ctr" lIns="25400" rIns="25400" tIns="12700" bIns="12700">
            <a:spAutoFit/>
          </a:bodyPr>
          <a:lstStyle/>
          <a:p>
            <a:pPr algn="ctr">
              <a:lnSpc>
                <a:spcPct val="100000"/>
              </a:lnSpc>
            </a:pPr>
            <a:r>
              <a:rPr sz="1814" b="1">
                <a:solidFill>
                  <a:srgbClr val="232323"/>
                </a:solidFill>
              </a:rPr>
              <a:t>2</a:t>
            </a:r>
          </a:p>
        </p:txBody>
      </p:sp>
      <p:sp>
        <p:nvSpPr>
          <p:cNvPr id="15" name="TextBox 14"/>
          <p:cNvSpPr txBox="1"/>
          <p:nvPr/>
        </p:nvSpPr>
        <p:spPr>
          <a:xfrm>
            <a:off x="1490472" y="2706624"/>
            <a:ext cx="3931920" cy="274320"/>
          </a:xfrm>
          <a:prstGeom prst="rect">
            <a:avLst/>
          </a:prstGeom>
          <a:noFill/>
        </p:spPr>
        <p:txBody>
          <a:bodyPr wrap="square" anchor="t" lIns="25400" rIns="25400" tIns="12700" bIns="12700">
            <a:spAutoFit/>
          </a:bodyPr>
          <a:lstStyle/>
          <a:p>
            <a:pPr algn="l">
              <a:lnSpc>
                <a:spcPct val="100000"/>
              </a:lnSpc>
            </a:pPr>
            <a:r>
              <a:rPr sz="1270" b="1">
                <a:solidFill>
                  <a:srgbClr val="1B5C80"/>
                </a:solidFill>
              </a:rPr>
              <a:t>入力・処理・出力を1例で定義</a:t>
            </a:r>
          </a:p>
        </p:txBody>
      </p:sp>
      <p:sp>
        <p:nvSpPr>
          <p:cNvPr id="16" name="TextBox 15"/>
          <p:cNvSpPr txBox="1"/>
          <p:nvPr/>
        </p:nvSpPr>
        <p:spPr>
          <a:xfrm>
            <a:off x="1490472" y="2980944"/>
            <a:ext cx="9692640" cy="256032"/>
          </a:xfrm>
          <a:prstGeom prst="rect">
            <a:avLst/>
          </a:prstGeom>
          <a:noFill/>
        </p:spPr>
        <p:txBody>
          <a:bodyPr wrap="square" anchor="t" lIns="25400" rIns="25400" tIns="12700" bIns="12700">
            <a:spAutoFit/>
          </a:bodyPr>
          <a:lstStyle/>
          <a:p>
            <a:pPr algn="l">
              <a:lnSpc>
                <a:spcPct val="100000"/>
              </a:lnSpc>
            </a:pPr>
            <a:r>
              <a:rPr sz="950" b="0">
                <a:solidFill>
                  <a:srgbClr val="232323"/>
                </a:solidFill>
              </a:rPr>
              <a:t>サンプルの入力ファイルと、期待する出力の形を先に決める。</a:t>
            </a:r>
          </a:p>
        </p:txBody>
      </p:sp>
      <p:sp>
        <p:nvSpPr>
          <p:cNvPr id="17" name="Rectangle 16"/>
          <p:cNvSpPr/>
          <p:nvPr/>
        </p:nvSpPr>
        <p:spPr>
          <a:xfrm>
            <a:off x="740664" y="3364992"/>
            <a:ext cx="10716768" cy="621792"/>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 y="3364992"/>
            <a:ext cx="566928" cy="621792"/>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3364992"/>
            <a:ext cx="566928" cy="621792"/>
          </a:xfrm>
          <a:prstGeom prst="rect">
            <a:avLst/>
          </a:prstGeom>
          <a:noFill/>
        </p:spPr>
        <p:txBody>
          <a:bodyPr wrap="square" anchor="ctr" lIns="25400" rIns="25400" tIns="12700" bIns="12700">
            <a:spAutoFit/>
          </a:bodyPr>
          <a:lstStyle/>
          <a:p>
            <a:pPr algn="ctr">
              <a:lnSpc>
                <a:spcPct val="100000"/>
              </a:lnSpc>
            </a:pPr>
            <a:r>
              <a:rPr sz="1814" b="1">
                <a:solidFill>
                  <a:srgbClr val="232323"/>
                </a:solidFill>
              </a:rPr>
              <a:t>3</a:t>
            </a:r>
          </a:p>
        </p:txBody>
      </p:sp>
      <p:sp>
        <p:nvSpPr>
          <p:cNvPr id="20" name="TextBox 19"/>
          <p:cNvSpPr txBox="1"/>
          <p:nvPr/>
        </p:nvSpPr>
        <p:spPr>
          <a:xfrm>
            <a:off x="1490472" y="3419856"/>
            <a:ext cx="3931920" cy="274320"/>
          </a:xfrm>
          <a:prstGeom prst="rect">
            <a:avLst/>
          </a:prstGeom>
          <a:noFill/>
        </p:spPr>
        <p:txBody>
          <a:bodyPr wrap="square" anchor="t" lIns="25400" rIns="25400" tIns="12700" bIns="12700">
            <a:spAutoFit/>
          </a:bodyPr>
          <a:lstStyle/>
          <a:p>
            <a:pPr algn="l">
              <a:lnSpc>
                <a:spcPct val="100000"/>
              </a:lnSpc>
            </a:pPr>
            <a:r>
              <a:rPr sz="1270" b="1">
                <a:solidFill>
                  <a:srgbClr val="1B5C80"/>
                </a:solidFill>
              </a:rPr>
              <a:t>Copilot Studioから開始する</a:t>
            </a:r>
          </a:p>
        </p:txBody>
      </p:sp>
      <p:sp>
        <p:nvSpPr>
          <p:cNvPr id="21" name="TextBox 20"/>
          <p:cNvSpPr txBox="1"/>
          <p:nvPr/>
        </p:nvSpPr>
        <p:spPr>
          <a:xfrm>
            <a:off x="1490472" y="3694176"/>
            <a:ext cx="9692640" cy="256032"/>
          </a:xfrm>
          <a:prstGeom prst="rect">
            <a:avLst/>
          </a:prstGeom>
          <a:noFill/>
        </p:spPr>
        <p:txBody>
          <a:bodyPr wrap="square" anchor="t" lIns="25400" rIns="25400" tIns="12700" bIns="12700">
            <a:spAutoFit/>
          </a:bodyPr>
          <a:lstStyle/>
          <a:p>
            <a:pPr algn="l">
              <a:lnSpc>
                <a:spcPct val="100000"/>
              </a:lnSpc>
            </a:pPr>
            <a:r>
              <a:rPr sz="950" b="0">
                <a:solidFill>
                  <a:srgbClr val="232323"/>
                </a:solidFill>
              </a:rPr>
              <a:t>利用者がエージェントに依頼して動き出す、オンデマンド型の構成にする。</a:t>
            </a:r>
          </a:p>
        </p:txBody>
      </p:sp>
      <p:sp>
        <p:nvSpPr>
          <p:cNvPr id="22" name="Rectangle 21"/>
          <p:cNvSpPr/>
          <p:nvPr/>
        </p:nvSpPr>
        <p:spPr>
          <a:xfrm>
            <a:off x="740664" y="4078224"/>
            <a:ext cx="10716768" cy="621792"/>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0664" y="4078224"/>
            <a:ext cx="566928" cy="621792"/>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4078224"/>
            <a:ext cx="566928" cy="621792"/>
          </a:xfrm>
          <a:prstGeom prst="rect">
            <a:avLst/>
          </a:prstGeom>
          <a:noFill/>
        </p:spPr>
        <p:txBody>
          <a:bodyPr wrap="square" anchor="ctr" lIns="25400" rIns="25400" tIns="12700" bIns="12700">
            <a:spAutoFit/>
          </a:bodyPr>
          <a:lstStyle/>
          <a:p>
            <a:pPr algn="ctr">
              <a:lnSpc>
                <a:spcPct val="100000"/>
              </a:lnSpc>
            </a:pPr>
            <a:r>
              <a:rPr sz="1814" b="1">
                <a:solidFill>
                  <a:srgbClr val="232323"/>
                </a:solidFill>
              </a:rPr>
              <a:t>4</a:t>
            </a:r>
          </a:p>
        </p:txBody>
      </p:sp>
      <p:sp>
        <p:nvSpPr>
          <p:cNvPr id="25" name="TextBox 24"/>
          <p:cNvSpPr txBox="1"/>
          <p:nvPr/>
        </p:nvSpPr>
        <p:spPr>
          <a:xfrm>
            <a:off x="1490472" y="4133088"/>
            <a:ext cx="3931920" cy="274320"/>
          </a:xfrm>
          <a:prstGeom prst="rect">
            <a:avLst/>
          </a:prstGeom>
          <a:noFill/>
        </p:spPr>
        <p:txBody>
          <a:bodyPr wrap="square" anchor="t" lIns="25400" rIns="25400" tIns="12700" bIns="12700">
            <a:spAutoFit/>
          </a:bodyPr>
          <a:lstStyle/>
          <a:p>
            <a:pPr algn="l">
              <a:lnSpc>
                <a:spcPct val="100000"/>
              </a:lnSpc>
            </a:pPr>
            <a:r>
              <a:rPr sz="1270" b="1">
                <a:solidFill>
                  <a:srgbClr val="1B5C80"/>
                </a:solidFill>
              </a:rPr>
              <a:t>フローはエージェント呼び出しのみ</a:t>
            </a:r>
          </a:p>
        </p:txBody>
      </p:sp>
      <p:sp>
        <p:nvSpPr>
          <p:cNvPr id="26" name="TextBox 25"/>
          <p:cNvSpPr txBox="1"/>
          <p:nvPr/>
        </p:nvSpPr>
        <p:spPr>
          <a:xfrm>
            <a:off x="1490472" y="4407408"/>
            <a:ext cx="9692640" cy="256032"/>
          </a:xfrm>
          <a:prstGeom prst="rect">
            <a:avLst/>
          </a:prstGeom>
          <a:noFill/>
        </p:spPr>
        <p:txBody>
          <a:bodyPr wrap="square" anchor="t" lIns="25400" rIns="25400" tIns="12700" bIns="12700">
            <a:spAutoFit/>
          </a:bodyPr>
          <a:lstStyle/>
          <a:p>
            <a:pPr algn="l">
              <a:lnSpc>
                <a:spcPct val="100000"/>
              </a:lnSpc>
            </a:pPr>
            <a:r>
              <a:rPr sz="950" b="0">
                <a:solidFill>
                  <a:srgbClr val="232323"/>
                </a:solidFill>
              </a:rPr>
              <a:t>Power Automateは「When an agent calls the flow」でのみ起動する。</a:t>
            </a:r>
          </a:p>
        </p:txBody>
      </p:sp>
      <p:sp>
        <p:nvSpPr>
          <p:cNvPr id="27" name="Rectangle 26"/>
          <p:cNvSpPr/>
          <p:nvPr/>
        </p:nvSpPr>
        <p:spPr>
          <a:xfrm>
            <a:off x="740664" y="4791456"/>
            <a:ext cx="10716768" cy="621792"/>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0664" y="4791456"/>
            <a:ext cx="566928" cy="621792"/>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4791456"/>
            <a:ext cx="566928" cy="621792"/>
          </a:xfrm>
          <a:prstGeom prst="rect">
            <a:avLst/>
          </a:prstGeom>
          <a:noFill/>
        </p:spPr>
        <p:txBody>
          <a:bodyPr wrap="square" anchor="ctr" lIns="25400" rIns="25400" tIns="12700" bIns="12700">
            <a:spAutoFit/>
          </a:bodyPr>
          <a:lstStyle/>
          <a:p>
            <a:pPr algn="ctr">
              <a:lnSpc>
                <a:spcPct val="100000"/>
              </a:lnSpc>
            </a:pPr>
            <a:r>
              <a:rPr sz="1814" b="1">
                <a:solidFill>
                  <a:srgbClr val="232323"/>
                </a:solidFill>
              </a:rPr>
              <a:t>5</a:t>
            </a:r>
          </a:p>
        </p:txBody>
      </p:sp>
      <p:sp>
        <p:nvSpPr>
          <p:cNvPr id="30" name="TextBox 29"/>
          <p:cNvSpPr txBox="1"/>
          <p:nvPr/>
        </p:nvSpPr>
        <p:spPr>
          <a:xfrm>
            <a:off x="1490472" y="4846320"/>
            <a:ext cx="3931920" cy="274320"/>
          </a:xfrm>
          <a:prstGeom prst="rect">
            <a:avLst/>
          </a:prstGeom>
          <a:noFill/>
        </p:spPr>
        <p:txBody>
          <a:bodyPr wrap="square" anchor="t" lIns="25400" rIns="25400" tIns="12700" bIns="12700">
            <a:spAutoFit/>
          </a:bodyPr>
          <a:lstStyle/>
          <a:p>
            <a:pPr algn="l">
              <a:lnSpc>
                <a:spcPct val="100000"/>
              </a:lnSpc>
            </a:pPr>
            <a:r>
              <a:rPr sz="1270" b="1">
                <a:solidFill>
                  <a:srgbClr val="1B5C80"/>
                </a:solidFill>
              </a:rPr>
              <a:t>8月は一本通すデモ、9月は発表・運用整理</a:t>
            </a:r>
          </a:p>
        </p:txBody>
      </p:sp>
      <p:sp>
        <p:nvSpPr>
          <p:cNvPr id="31" name="TextBox 30"/>
          <p:cNvSpPr txBox="1"/>
          <p:nvPr/>
        </p:nvSpPr>
        <p:spPr>
          <a:xfrm>
            <a:off x="1490472" y="5120640"/>
            <a:ext cx="9692640" cy="256032"/>
          </a:xfrm>
          <a:prstGeom prst="rect">
            <a:avLst/>
          </a:prstGeom>
          <a:noFill/>
        </p:spPr>
        <p:txBody>
          <a:bodyPr wrap="square" anchor="t" lIns="25400" rIns="25400" tIns="12700" bIns="12700">
            <a:spAutoFit/>
          </a:bodyPr>
          <a:lstStyle/>
          <a:p>
            <a:pPr algn="l">
              <a:lnSpc>
                <a:spcPct val="100000"/>
              </a:lnSpc>
            </a:pPr>
            <a:r>
              <a:rPr sz="950" b="0">
                <a:solidFill>
                  <a:srgbClr val="232323"/>
                </a:solidFill>
              </a:rPr>
              <a:t>9月に発表資料・削減効果・運用項目・手順書の棚卸しを行う。</a:t>
            </a:r>
          </a:p>
        </p:txBody>
      </p:sp>
      <p:sp>
        <p:nvSpPr>
          <p:cNvPr id="32" name="Rectangle 31"/>
          <p:cNvSpPr/>
          <p:nvPr/>
        </p:nvSpPr>
        <p:spPr>
          <a:xfrm>
            <a:off x="740664" y="5614416"/>
            <a:ext cx="10716768" cy="56692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5614416"/>
            <a:ext cx="10351008" cy="566928"/>
          </a:xfrm>
          <a:prstGeom prst="rect">
            <a:avLst/>
          </a:prstGeom>
          <a:noFill/>
        </p:spPr>
        <p:txBody>
          <a:bodyPr wrap="square" anchor="ctr" lIns="25400" rIns="25400" tIns="12700" bIns="12700">
            <a:spAutoFit/>
          </a:bodyPr>
          <a:lstStyle/>
          <a:p>
            <a:pPr algn="l">
              <a:lnSpc>
                <a:spcPct val="116000"/>
              </a:lnSpc>
            </a:pPr>
            <a:r>
              <a:rPr sz="950" b="0">
                <a:solidFill>
                  <a:srgbClr val="232323"/>
                </a:solidFill>
              </a:rPr>
              <a:t>この型は、8月のメンター定例で各チームの進捗を確認する際の共通の観点としても使用する。Power Automateを使う構成では、開始トリガーが「When an agent calls the flow」になっているかを必ず確認する。</a:t>
            </a:r>
          </a:p>
        </p:txBody>
      </p:sp>
    </p:spTree>
  </p:cSld>
  <p:clrMapOvr>
    <a:masterClrMapping/>
  </p:clrMapOvr>
</p:sld>
</file>

<file path=ppt/theme/theme1.xml><?xml version="1.0" encoding="utf-8"?>
<a:theme xmlns:a="http://schemas.openxmlformats.org/drawingml/2006/main" name="1_Office テーマ">
  <a:themeElements>
    <a:clrScheme name="Lowcode風">
      <a:dk1>
        <a:srgbClr val="232323"/>
      </a:dk1>
      <a:lt1>
        <a:srgbClr val="F8FDFA"/>
      </a:lt1>
      <a:dk2>
        <a:srgbClr val="1B5C80"/>
      </a:dk2>
      <a:lt2>
        <a:srgbClr val="F7E2ED"/>
      </a:lt2>
      <a:accent1>
        <a:srgbClr val="EC856F"/>
      </a:accent1>
      <a:accent2>
        <a:srgbClr val="0FA4CC"/>
      </a:accent2>
      <a:accent3>
        <a:srgbClr val="A6E2F3"/>
      </a:accent3>
      <a:accent4>
        <a:srgbClr val="DBF1F7"/>
      </a:accent4>
      <a:accent5>
        <a:srgbClr val="E7E8F8"/>
      </a:accent5>
      <a:accent6>
        <a:srgbClr val="FAE5E3"/>
      </a:accent6>
      <a:hlink>
        <a:srgbClr val="0FA4CC"/>
      </a:hlink>
      <a:folHlink>
        <a:srgbClr val="D0D4D7"/>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9db976c-ad42-4e1e-bd47-02c3eaed91aa">
      <Terms xmlns="http://schemas.microsoft.com/office/infopath/2007/PartnerControls"/>
    </lcf76f155ced4ddcb4097134ff3c332f>
    <TaxCatchAll xmlns="24d54c13-2659-45b1-b3ee-c76f5ff48956" xsi:nil="true"/>
    <_x30e1__x30e2_ xmlns="b9db976c-ad42-4e1e-bd47-02c3eaed91aa" xsi:nil="true"/>
    <_Flow_SignoffStatus xmlns="b9db976c-ad42-4e1e-bd47-02c3eaed91aa" xsi:nil="true"/>
    <xxx xmlns="b9db976c-ad42-4e1e-bd47-02c3eaed91a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7ABA8F2FDE1F8C4C93AFA31F98FC7485" ma:contentTypeVersion="19" ma:contentTypeDescription="新しいドキュメントを作成します。" ma:contentTypeScope="" ma:versionID="e7edb70eb6395247be766ebad8d558bc">
  <xsd:schema xmlns:xsd="http://www.w3.org/2001/XMLSchema" xmlns:xs="http://www.w3.org/2001/XMLSchema" xmlns:p="http://schemas.microsoft.com/office/2006/metadata/properties" xmlns:ns2="b9db976c-ad42-4e1e-bd47-02c3eaed91aa" xmlns:ns3="24d54c13-2659-45b1-b3ee-c76f5ff48956" targetNamespace="http://schemas.microsoft.com/office/2006/metadata/properties" ma:root="true" ma:fieldsID="406fc9103037746a159ffb0e2078de18" ns2:_="" ns3:_="">
    <xsd:import namespace="b9db976c-ad42-4e1e-bd47-02c3eaed91aa"/>
    <xsd:import namespace="24d54c13-2659-45b1-b3ee-c76f5ff4895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3:SharedWithUsers" minOccurs="0"/>
                <xsd:element ref="ns3:SharedWithDetails" minOccurs="0"/>
                <xsd:element ref="ns2:MediaServiceLocation" minOccurs="0"/>
                <xsd:element ref="ns2:_Flow_SignoffStatus" minOccurs="0"/>
                <xsd:element ref="ns2:MediaServiceBillingMetadata" minOccurs="0"/>
                <xsd:element ref="ns2:xxx" minOccurs="0"/>
                <xsd:element ref="ns2:_x30e1__x30e2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db976c-ad42-4e1e-bd47-02c3eaed91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36beab5-4bf6-4079-a770-168c569e1b3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_Flow_SignoffStatus" ma:index="23" nillable="true" ma:displayName="承認の状態" ma:internalName="_x627f__x8a8d__x306e__x72b6__x614b_">
      <xsd:simpleType>
        <xsd:restriction base="dms:Text">
          <xsd:maxLength value="255"/>
        </xsd:restriction>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xxx" ma:index="25" nillable="true" ma:displayName="xxx" ma:internalName="xxx">
      <xsd:simpleType>
        <xsd:restriction base="dms:Text">
          <xsd:maxLength value="255"/>
        </xsd:restriction>
      </xsd:simpleType>
    </xsd:element>
    <xsd:element name="_x30e1__x30e2_" ma:index="26" nillable="true" ma:displayName="メモ" ma:format="Dropdown" ma:internalName="_x30e1__x30e2_">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d54c13-2659-45b1-b3ee-c76f5ff4895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6640db-8b27-4f75-84cb-55135c0abdf2}" ma:internalName="TaxCatchAll" ma:showField="CatchAllData" ma:web="24d54c13-2659-45b1-b3ee-c76f5ff48956">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67A143-5C6E-43D3-A017-0F3504499C9C}">
  <ds:schemaRefs>
    <ds:schemaRef ds:uri="24d54c13-2659-45b1-b3ee-c76f5ff48956"/>
    <ds:schemaRef ds:uri="b9db976c-ad42-4e1e-bd47-02c3eaed91a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7D94422-D3E2-4866-B515-6B7EEDDCD9C2}">
  <ds:schemaRefs>
    <ds:schemaRef ds:uri="http://schemas.microsoft.com/sharepoint/v3/contenttype/forms"/>
  </ds:schemaRefs>
</ds:datastoreItem>
</file>

<file path=customXml/itemProps3.xml><?xml version="1.0" encoding="utf-8"?>
<ds:datastoreItem xmlns:ds="http://schemas.openxmlformats.org/officeDocument/2006/customXml" ds:itemID="{2E39BA75-3055-4F0A-AC3E-6BEC96D3F926}">
  <ds:schemaRefs>
    <ds:schemaRef ds:uri="24d54c13-2659-45b1-b3ee-c76f5ff48956"/>
    <ds:schemaRef ds:uri="b9db976c-ad42-4e1e-bd47-02c3eaed91a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1_Office テーマ</vt:lpstr>
      <vt:lpstr>第2回 事前相談会 チームごとの状況報告</vt:lpstr>
      <vt:lpstr>本日の内容</vt:lpstr>
      <vt:lpstr>本日の目的</vt:lpstr>
      <vt:lpstr>PowerPoint Presentation</vt:lpstr>
      <vt:lpstr>各チームの状況一覧</vt:lpstr>
      <vt:lpstr>エグゼクティブサマリ</vt:lpstr>
      <vt:lpstr>使用アプリ（想定）・難易度・ボリュームの比較</vt:lpstr>
      <vt:lpstr>第2回で挙がった課題は、大きく3点</vt:lpstr>
      <vt:lpstr>PowerPoint Presentation</vt:lpstr>
      <vt:lpstr>チーム1：加盟店提出様式の自動チェック</vt:lpstr>
      <vt:lpstr>チーム2：受付Cエラーの原因案内</vt:lpstr>
      <vt:lpstr>チーム3：加盟店防衛マネジメント支援</vt:lpstr>
      <vt:lpstr>チーム4：市場・企業分析</vt:lpstr>
      <vt:lpstr>チーム5：依頼事項の自動リマインド</vt:lpstr>
      <vt:lpstr>チーム6：会議資料作成と会議招集の自動化</vt:lpstr>
      <vt:lpstr>チーム7：加盟店課金精算のチェック</vt:lpstr>
      <vt:lpstr>チーム8：会議調整・タスク整理の支援</vt:lpstr>
      <vt:lpstr>チーム9：レビュー進捗の管理</vt:lpstr>
      <vt:lpstr>チーム10：対面会議の議事録ドラフト生成</vt:lpstr>
      <vt:lpstr>チーム11：社内LAN問い合わせチャットボット</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shibata mari</dc:creator>
  <cp:revision>1</cp:revision>
  <dcterms:created xsi:type="dcterms:W3CDTF">2025-03-05T06:45:02Z</dcterms:created>
  <dcterms:modified xsi:type="dcterms:W3CDTF">2026-07-27T09:23:20Z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0x0101007ABA8F2FDE1F8C4C93AFA31F98FC7485</vt:lpwstr>
  </property>
  <property fmtid="{D5CDD505-2E9C-101B-9397-08002B2CF9AE}" pid="3" name="MediaServiceImageTags">
    <vt:lpwstr/>
  </property>
</Properties>
</file>