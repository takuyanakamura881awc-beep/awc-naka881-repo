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media/image3.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28"/>
  </p:notesMasterIdLst>
  <p:sldIdLst>
    <p:sldId id="261" r:id="rId5"/>
    <p:sldId id="268" r:id="rId6"/>
    <p:sldId id="283" r:id="rId7"/>
    <p:sldId id="284" r:id="rId8"/>
    <p:sldId id="321" r:id="rId9"/>
    <p:sldId id="322" r:id="rId10"/>
    <p:sldId id="323" r:id="rId11"/>
    <p:sldId id="324" r:id="rId12"/>
    <p:sldId id="325" r:id="rId13"/>
    <p:sldId id="326" r:id="rId14"/>
    <p:sldId id="289" r:id="rId15"/>
    <p:sldId id="290" r:id="rId16"/>
    <p:sldId id="291" r:id="rId17"/>
    <p:sldId id="293" r:id="rId18"/>
    <p:sldId id="294" r:id="rId19"/>
    <p:sldId id="295" r:id="rId20"/>
    <p:sldId id="296" r:id="rId21"/>
    <p:sldId id="297" r:id="rId22"/>
    <p:sldId id="319" r:id="rId23"/>
    <p:sldId id="320" r:id="rId24"/>
    <p:sldId id="300" r:id="rId25"/>
    <p:sldId id="301" r:id="rId26"/>
    <p:sldId id="317" r:id="rId2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37" userDrawn="1">
          <p15:clr>
            <a:srgbClr val="A4A3A4"/>
          </p15:clr>
        </p15:guide>
        <p15:guide id="2" pos="316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FDFA"/>
    <a:srgbClr val="0FA4CC"/>
    <a:srgbClr val="1A587B"/>
    <a:srgbClr val="2F2E41"/>
    <a:srgbClr val="3F3D56"/>
    <a:srgbClr val="CCCCCC"/>
    <a:srgbClr val="FFFFFF"/>
    <a:srgbClr val="FFD44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FE727FC-297F-4B4A-A424-FDF5B5103C9A}" v="1008" dt="2026-07-27T09:22:35.960"/>
    <p1510:client id="{2D98BE66-1B10-5E38-6FA0-E1357661223D}" v="8" dt="2026-07-27T00:43:14.744"/>
    <p1510:client id="{B6C01F3A-7635-26D4-F007-FD34118FA49D}" v="42" dt="2026-07-26T09:41:50.873"/>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850" y="62"/>
      </p:cViewPr>
      <p:guideLst>
        <p:guide orient="horz" pos="2137"/>
        <p:guide pos="3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microsoft.com/office/2016/11/relationships/changesInfo" Target="changesInfos/changesInfo1.xml"/><Relationship Id="rId3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kamura takuya" userId="727bb4a0-377a-4a8e-a89d-8efa14875c2f" providerId="ADAL" clId="{7D6FC31F-3357-4373-B706-004F3C0B89A4}"/>
    <pc:docChg chg="undo custSel addSld delSld modSld">
      <pc:chgData name="nakamura takuya" userId="727bb4a0-377a-4a8e-a89d-8efa14875c2f" providerId="ADAL" clId="{7D6FC31F-3357-4373-B706-004F3C0B89A4}" dt="2026-07-27T09:22:35.960" v="1007" actId="22"/>
      <pc:docMkLst>
        <pc:docMk/>
      </pc:docMkLst>
      <pc:sldChg chg="del">
        <pc:chgData name="nakamura takuya" userId="727bb4a0-377a-4a8e-a89d-8efa14875c2f" providerId="ADAL" clId="{7D6FC31F-3357-4373-B706-004F3C0B89A4}" dt="2026-07-27T09:17:50.695" v="873" actId="47"/>
        <pc:sldMkLst>
          <pc:docMk/>
          <pc:sldMk cId="0" sldId="285"/>
        </pc:sldMkLst>
      </pc:sldChg>
      <pc:sldChg chg="addSp delSp modSp mod">
        <pc:chgData name="nakamura takuya" userId="727bb4a0-377a-4a8e-a89d-8efa14875c2f" providerId="ADAL" clId="{7D6FC31F-3357-4373-B706-004F3C0B89A4}" dt="2026-07-27T01:50:40.096" v="871" actId="20577"/>
        <pc:sldMkLst>
          <pc:docMk/>
          <pc:sldMk cId="0" sldId="287"/>
        </pc:sldMkLst>
        <pc:spChg chg="mod">
          <ac:chgData name="nakamura takuya" userId="727bb4a0-377a-4a8e-a89d-8efa14875c2f" providerId="ADAL" clId="{7D6FC31F-3357-4373-B706-004F3C0B89A4}" dt="2026-07-27T00:51:46.809" v="11" actId="1036"/>
          <ac:spMkLst>
            <pc:docMk/>
            <pc:sldMk cId="0" sldId="287"/>
            <ac:spMk id="3" creationId="{00000000-0000-0000-0000-000000000000}"/>
          </ac:spMkLst>
        </pc:spChg>
        <pc:graphicFrameChg chg="modGraphic">
          <ac:chgData name="nakamura takuya" userId="727bb4a0-377a-4a8e-a89d-8efa14875c2f" providerId="ADAL" clId="{7D6FC31F-3357-4373-B706-004F3C0B89A4}" dt="2026-07-27T01:50:40.096" v="871" actId="20577"/>
          <ac:graphicFrameMkLst>
            <pc:docMk/>
            <pc:sldMk cId="0" sldId="287"/>
            <ac:graphicFrameMk id="5" creationId="{00000000-0000-0000-0000-000000000000}"/>
          </ac:graphicFrameMkLst>
        </pc:graphicFrameChg>
        <pc:picChg chg="del">
          <ac:chgData name="nakamura takuya" userId="727bb4a0-377a-4a8e-a89d-8efa14875c2f" providerId="ADAL" clId="{7D6FC31F-3357-4373-B706-004F3C0B89A4}" dt="2026-07-27T00:51:56.366" v="14" actId="478"/>
          <ac:picMkLst>
            <pc:docMk/>
            <pc:sldMk cId="0" sldId="287"/>
            <ac:picMk id="7" creationId="{F9A215B2-ADA0-323F-FAF1-F768B2876CAE}"/>
          </ac:picMkLst>
        </pc:picChg>
        <pc:picChg chg="add mod">
          <ac:chgData name="nakamura takuya" userId="727bb4a0-377a-4a8e-a89d-8efa14875c2f" providerId="ADAL" clId="{7D6FC31F-3357-4373-B706-004F3C0B89A4}" dt="2026-07-27T00:51:49.619" v="13" actId="1036"/>
          <ac:picMkLst>
            <pc:docMk/>
            <pc:sldMk cId="0" sldId="287"/>
            <ac:picMk id="8" creationId="{E2DD065E-30BF-8135-5B65-3BD4AEE72BF9}"/>
          </ac:picMkLst>
        </pc:picChg>
        <pc:picChg chg="add mod">
          <ac:chgData name="nakamura takuya" userId="727bb4a0-377a-4a8e-a89d-8efa14875c2f" providerId="ADAL" clId="{7D6FC31F-3357-4373-B706-004F3C0B89A4}" dt="2026-07-27T00:52:32.761" v="28" actId="1076"/>
          <ac:picMkLst>
            <pc:docMk/>
            <pc:sldMk cId="0" sldId="287"/>
            <ac:picMk id="10" creationId="{02D527B5-7007-0E95-DD42-C973622D42AB}"/>
          </ac:picMkLst>
        </pc:picChg>
        <pc:picChg chg="add mod">
          <ac:chgData name="nakamura takuya" userId="727bb4a0-377a-4a8e-a89d-8efa14875c2f" providerId="ADAL" clId="{7D6FC31F-3357-4373-B706-004F3C0B89A4}" dt="2026-07-27T00:53:44.064" v="35" actId="1076"/>
          <ac:picMkLst>
            <pc:docMk/>
            <pc:sldMk cId="0" sldId="287"/>
            <ac:picMk id="12" creationId="{BAFB96BC-65D4-ABC4-146E-7F55632E9B84}"/>
          </ac:picMkLst>
        </pc:picChg>
        <pc:picChg chg="del">
          <ac:chgData name="nakamura takuya" userId="727bb4a0-377a-4a8e-a89d-8efa14875c2f" providerId="ADAL" clId="{7D6FC31F-3357-4373-B706-004F3C0B89A4}" dt="2026-07-27T00:53:41.794" v="34" actId="478"/>
          <ac:picMkLst>
            <pc:docMk/>
            <pc:sldMk cId="0" sldId="287"/>
            <ac:picMk id="30" creationId="{5B4996B7-D9FD-5776-A6DE-F3ADD7B75439}"/>
          </ac:picMkLst>
        </pc:picChg>
        <pc:picChg chg="mod">
          <ac:chgData name="nakamura takuya" userId="727bb4a0-377a-4a8e-a89d-8efa14875c2f" providerId="ADAL" clId="{7D6FC31F-3357-4373-B706-004F3C0B89A4}" dt="2026-07-27T00:52:23.388" v="26" actId="14100"/>
          <ac:picMkLst>
            <pc:docMk/>
            <pc:sldMk cId="0" sldId="287"/>
            <ac:picMk id="33" creationId="{03080441-459A-E359-EEA1-4BDDDD60EF92}"/>
          </ac:picMkLst>
        </pc:picChg>
        <pc:picChg chg="mod">
          <ac:chgData name="nakamura takuya" userId="727bb4a0-377a-4a8e-a89d-8efa14875c2f" providerId="ADAL" clId="{7D6FC31F-3357-4373-B706-004F3C0B89A4}" dt="2026-07-27T00:52:20.471" v="25" actId="14100"/>
          <ac:picMkLst>
            <pc:docMk/>
            <pc:sldMk cId="0" sldId="287"/>
            <ac:picMk id="36" creationId="{D2718FAC-8BF7-D94F-AA3D-4577BB996EE8}"/>
          </ac:picMkLst>
        </pc:picChg>
        <pc:picChg chg="mod">
          <ac:chgData name="nakamura takuya" userId="727bb4a0-377a-4a8e-a89d-8efa14875c2f" providerId="ADAL" clId="{7D6FC31F-3357-4373-B706-004F3C0B89A4}" dt="2026-07-27T00:52:15.019" v="24" actId="1076"/>
          <ac:picMkLst>
            <pc:docMk/>
            <pc:sldMk cId="0" sldId="287"/>
            <ac:picMk id="178" creationId="{965D3620-FE3E-E9BE-B5D1-EC4F20D1D3A2}"/>
          </ac:picMkLst>
        </pc:picChg>
      </pc:sldChg>
      <pc:sldChg chg="addSp delSp modSp mod">
        <pc:chgData name="nakamura takuya" userId="727bb4a0-377a-4a8e-a89d-8efa14875c2f" providerId="ADAL" clId="{7D6FC31F-3357-4373-B706-004F3C0B89A4}" dt="2026-07-27T09:20:52.225" v="999" actId="1036"/>
        <pc:sldMkLst>
          <pc:docMk/>
          <pc:sldMk cId="0" sldId="288"/>
        </pc:sldMkLst>
        <pc:spChg chg="mod">
          <ac:chgData name="nakamura takuya" userId="727bb4a0-377a-4a8e-a89d-8efa14875c2f" providerId="ADAL" clId="{7D6FC31F-3357-4373-B706-004F3C0B89A4}" dt="2026-07-27T09:19:20.887" v="926" actId="1035"/>
          <ac:spMkLst>
            <pc:docMk/>
            <pc:sldMk cId="0" sldId="288"/>
            <ac:spMk id="5" creationId="{00000000-0000-0000-0000-000000000000}"/>
          </ac:spMkLst>
        </pc:spChg>
        <pc:spChg chg="mod">
          <ac:chgData name="nakamura takuya" userId="727bb4a0-377a-4a8e-a89d-8efa14875c2f" providerId="ADAL" clId="{7D6FC31F-3357-4373-B706-004F3C0B89A4}" dt="2026-07-27T09:19:32.728" v="934" actId="1035"/>
          <ac:spMkLst>
            <pc:docMk/>
            <pc:sldMk cId="0" sldId="288"/>
            <ac:spMk id="10" creationId="{00000000-0000-0000-0000-000000000000}"/>
          </ac:spMkLst>
        </pc:spChg>
        <pc:spChg chg="mod">
          <ac:chgData name="nakamura takuya" userId="727bb4a0-377a-4a8e-a89d-8efa14875c2f" providerId="ADAL" clId="{7D6FC31F-3357-4373-B706-004F3C0B89A4}" dt="2026-07-27T09:19:32.728" v="934" actId="1035"/>
          <ac:spMkLst>
            <pc:docMk/>
            <pc:sldMk cId="0" sldId="288"/>
            <ac:spMk id="11" creationId="{00000000-0000-0000-0000-000000000000}"/>
          </ac:spMkLst>
        </pc:spChg>
        <pc:spChg chg="mod">
          <ac:chgData name="nakamura takuya" userId="727bb4a0-377a-4a8e-a89d-8efa14875c2f" providerId="ADAL" clId="{7D6FC31F-3357-4373-B706-004F3C0B89A4}" dt="2026-07-27T09:19:32.728" v="934" actId="1035"/>
          <ac:spMkLst>
            <pc:docMk/>
            <pc:sldMk cId="0" sldId="288"/>
            <ac:spMk id="12" creationId="{00000000-0000-0000-0000-000000000000}"/>
          </ac:spMkLst>
        </pc:spChg>
        <pc:spChg chg="mod">
          <ac:chgData name="nakamura takuya" userId="727bb4a0-377a-4a8e-a89d-8efa14875c2f" providerId="ADAL" clId="{7D6FC31F-3357-4373-B706-004F3C0B89A4}" dt="2026-07-27T09:19:32.728" v="934" actId="1035"/>
          <ac:spMkLst>
            <pc:docMk/>
            <pc:sldMk cId="0" sldId="288"/>
            <ac:spMk id="13" creationId="{00000000-0000-0000-0000-000000000000}"/>
          </ac:spMkLst>
        </pc:spChg>
        <pc:spChg chg="mod">
          <ac:chgData name="nakamura takuya" userId="727bb4a0-377a-4a8e-a89d-8efa14875c2f" providerId="ADAL" clId="{7D6FC31F-3357-4373-B706-004F3C0B89A4}" dt="2026-07-27T09:19:36.605" v="941" actId="1036"/>
          <ac:spMkLst>
            <pc:docMk/>
            <pc:sldMk cId="0" sldId="288"/>
            <ac:spMk id="14" creationId="{00000000-0000-0000-0000-000000000000}"/>
          </ac:spMkLst>
        </pc:spChg>
        <pc:spChg chg="mod">
          <ac:chgData name="nakamura takuya" userId="727bb4a0-377a-4a8e-a89d-8efa14875c2f" providerId="ADAL" clId="{7D6FC31F-3357-4373-B706-004F3C0B89A4}" dt="2026-07-27T09:20:12.529" v="952" actId="1036"/>
          <ac:spMkLst>
            <pc:docMk/>
            <pc:sldMk cId="0" sldId="288"/>
            <ac:spMk id="21" creationId="{00000000-0000-0000-0000-000000000000}"/>
          </ac:spMkLst>
        </pc:spChg>
        <pc:spChg chg="mod">
          <ac:chgData name="nakamura takuya" userId="727bb4a0-377a-4a8e-a89d-8efa14875c2f" providerId="ADAL" clId="{7D6FC31F-3357-4373-B706-004F3C0B89A4}" dt="2026-07-27T09:20:12.529" v="952" actId="1036"/>
          <ac:spMkLst>
            <pc:docMk/>
            <pc:sldMk cId="0" sldId="288"/>
            <ac:spMk id="23" creationId="{00000000-0000-0000-0000-000000000000}"/>
          </ac:spMkLst>
        </pc:spChg>
        <pc:spChg chg="mod">
          <ac:chgData name="nakamura takuya" userId="727bb4a0-377a-4a8e-a89d-8efa14875c2f" providerId="ADAL" clId="{7D6FC31F-3357-4373-B706-004F3C0B89A4}" dt="2026-07-27T09:20:12.529" v="952" actId="1036"/>
          <ac:spMkLst>
            <pc:docMk/>
            <pc:sldMk cId="0" sldId="288"/>
            <ac:spMk id="25" creationId="{00000000-0000-0000-0000-000000000000}"/>
          </ac:spMkLst>
        </pc:spChg>
        <pc:spChg chg="mod">
          <ac:chgData name="nakamura takuya" userId="727bb4a0-377a-4a8e-a89d-8efa14875c2f" providerId="ADAL" clId="{7D6FC31F-3357-4373-B706-004F3C0B89A4}" dt="2026-07-27T09:19:02.007" v="896" actId="1036"/>
          <ac:spMkLst>
            <pc:docMk/>
            <pc:sldMk cId="0" sldId="288"/>
            <ac:spMk id="26" creationId="{00000000-0000-0000-0000-000000000000}"/>
          </ac:spMkLst>
        </pc:spChg>
        <pc:spChg chg="mod">
          <ac:chgData name="nakamura takuya" userId="727bb4a0-377a-4a8e-a89d-8efa14875c2f" providerId="ADAL" clId="{7D6FC31F-3357-4373-B706-004F3C0B89A4}" dt="2026-07-27T09:20:21.033" v="959" actId="1035"/>
          <ac:spMkLst>
            <pc:docMk/>
            <pc:sldMk cId="0" sldId="288"/>
            <ac:spMk id="32" creationId="{00000000-0000-0000-0000-000000000000}"/>
          </ac:spMkLst>
        </pc:spChg>
        <pc:spChg chg="mod">
          <ac:chgData name="nakamura takuya" userId="727bb4a0-377a-4a8e-a89d-8efa14875c2f" providerId="ADAL" clId="{7D6FC31F-3357-4373-B706-004F3C0B89A4}" dt="2026-07-27T09:20:21.033" v="959" actId="1035"/>
          <ac:spMkLst>
            <pc:docMk/>
            <pc:sldMk cId="0" sldId="288"/>
            <ac:spMk id="34" creationId="{00000000-0000-0000-0000-000000000000}"/>
          </ac:spMkLst>
        </pc:spChg>
        <pc:spChg chg="mod">
          <ac:chgData name="nakamura takuya" userId="727bb4a0-377a-4a8e-a89d-8efa14875c2f" providerId="ADAL" clId="{7D6FC31F-3357-4373-B706-004F3C0B89A4}" dt="2026-07-27T09:20:38.237" v="970" actId="552"/>
          <ac:spMkLst>
            <pc:docMk/>
            <pc:sldMk cId="0" sldId="288"/>
            <ac:spMk id="36" creationId="{00000000-0000-0000-0000-000000000000}"/>
          </ac:spMkLst>
        </pc:spChg>
        <pc:spChg chg="mod">
          <ac:chgData name="nakamura takuya" userId="727bb4a0-377a-4a8e-a89d-8efa14875c2f" providerId="ADAL" clId="{7D6FC31F-3357-4373-B706-004F3C0B89A4}" dt="2026-07-27T09:20:49.077" v="997" actId="1036"/>
          <ac:spMkLst>
            <pc:docMk/>
            <pc:sldMk cId="0" sldId="288"/>
            <ac:spMk id="38" creationId="{00000000-0000-0000-0000-000000000000}"/>
          </ac:spMkLst>
        </pc:spChg>
        <pc:spChg chg="add mod">
          <ac:chgData name="nakamura takuya" userId="727bb4a0-377a-4a8e-a89d-8efa14875c2f" providerId="ADAL" clId="{7D6FC31F-3357-4373-B706-004F3C0B89A4}" dt="2026-07-27T09:19:49.403" v="947" actId="1036"/>
          <ac:spMkLst>
            <pc:docMk/>
            <pc:sldMk cId="0" sldId="288"/>
            <ac:spMk id="40" creationId="{37A88613-7CBC-CB5B-1053-CB788A4A1086}"/>
          </ac:spMkLst>
        </pc:spChg>
        <pc:spChg chg="add mod">
          <ac:chgData name="nakamura takuya" userId="727bb4a0-377a-4a8e-a89d-8efa14875c2f" providerId="ADAL" clId="{7D6FC31F-3357-4373-B706-004F3C0B89A4}" dt="2026-07-27T09:19:49.403" v="947" actId="1036"/>
          <ac:spMkLst>
            <pc:docMk/>
            <pc:sldMk cId="0" sldId="288"/>
            <ac:spMk id="42" creationId="{B6FF4C25-D567-5B97-9840-16E008772FC0}"/>
          </ac:spMkLst>
        </pc:spChg>
        <pc:spChg chg="add mod">
          <ac:chgData name="nakamura takuya" userId="727bb4a0-377a-4a8e-a89d-8efa14875c2f" providerId="ADAL" clId="{7D6FC31F-3357-4373-B706-004F3C0B89A4}" dt="2026-07-27T09:19:49.403" v="947" actId="1036"/>
          <ac:spMkLst>
            <pc:docMk/>
            <pc:sldMk cId="0" sldId="288"/>
            <ac:spMk id="44" creationId="{437DA1FA-AB4A-0CE8-F776-264FAF2845EE}"/>
          </ac:spMkLst>
        </pc:spChg>
        <pc:spChg chg="add mod">
          <ac:chgData name="nakamura takuya" userId="727bb4a0-377a-4a8e-a89d-8efa14875c2f" providerId="ADAL" clId="{7D6FC31F-3357-4373-B706-004F3C0B89A4}" dt="2026-07-27T09:19:49.403" v="947" actId="1036"/>
          <ac:spMkLst>
            <pc:docMk/>
            <pc:sldMk cId="0" sldId="288"/>
            <ac:spMk id="46" creationId="{F1F5C365-877D-C2A7-AE5C-32D6F6DF4094}"/>
          </ac:spMkLst>
        </pc:spChg>
        <pc:spChg chg="add del mod">
          <ac:chgData name="nakamura takuya" userId="727bb4a0-377a-4a8e-a89d-8efa14875c2f" providerId="ADAL" clId="{7D6FC31F-3357-4373-B706-004F3C0B89A4}" dt="2026-07-27T09:20:31.614" v="968" actId="478"/>
          <ac:spMkLst>
            <pc:docMk/>
            <pc:sldMk cId="0" sldId="288"/>
            <ac:spMk id="48" creationId="{87BE30EE-FBFD-0482-7196-F2F8F2318A45}"/>
          </ac:spMkLst>
        </pc:spChg>
        <pc:spChg chg="add mod">
          <ac:chgData name="nakamura takuya" userId="727bb4a0-377a-4a8e-a89d-8efa14875c2f" providerId="ADAL" clId="{7D6FC31F-3357-4373-B706-004F3C0B89A4}" dt="2026-07-27T09:20:52.225" v="999" actId="1036"/>
          <ac:spMkLst>
            <pc:docMk/>
            <pc:sldMk cId="0" sldId="288"/>
            <ac:spMk id="50" creationId="{EEA4905C-4292-C419-79F8-6AA3C48CB611}"/>
          </ac:spMkLst>
        </pc:spChg>
        <pc:spChg chg="add mod">
          <ac:chgData name="nakamura takuya" userId="727bb4a0-377a-4a8e-a89d-8efa14875c2f" providerId="ADAL" clId="{7D6FC31F-3357-4373-B706-004F3C0B89A4}" dt="2026-07-27T09:20:52.225" v="999" actId="1036"/>
          <ac:spMkLst>
            <pc:docMk/>
            <pc:sldMk cId="0" sldId="288"/>
            <ac:spMk id="52" creationId="{47F378A8-EEF7-35A0-315E-0B85265BF571}"/>
          </ac:spMkLst>
        </pc:spChg>
      </pc:sldChg>
      <pc:sldChg chg="addSp delSp modSp mod">
        <pc:chgData name="nakamura takuya" userId="727bb4a0-377a-4a8e-a89d-8efa14875c2f" providerId="ADAL" clId="{7D6FC31F-3357-4373-B706-004F3C0B89A4}" dt="2026-07-27T01:17:56.605" v="346" actId="408"/>
        <pc:sldMkLst>
          <pc:docMk/>
          <pc:sldMk cId="0" sldId="290"/>
        </pc:sldMkLst>
        <pc:picChg chg="add mod">
          <ac:chgData name="nakamura takuya" userId="727bb4a0-377a-4a8e-a89d-8efa14875c2f" providerId="ADAL" clId="{7D6FC31F-3357-4373-B706-004F3C0B89A4}" dt="2026-07-27T01:17:56.605" v="346" actId="408"/>
          <ac:picMkLst>
            <pc:docMk/>
            <pc:sldMk cId="0" sldId="290"/>
            <ac:picMk id="26" creationId="{31DFB6F6-86E8-1DF0-654B-5C86C68543E2}"/>
          </ac:picMkLst>
        </pc:picChg>
        <pc:picChg chg="add mod">
          <ac:chgData name="nakamura takuya" userId="727bb4a0-377a-4a8e-a89d-8efa14875c2f" providerId="ADAL" clId="{7D6FC31F-3357-4373-B706-004F3C0B89A4}" dt="2026-07-27T01:17:56.605" v="346" actId="408"/>
          <ac:picMkLst>
            <pc:docMk/>
            <pc:sldMk cId="0" sldId="290"/>
            <ac:picMk id="28" creationId="{4CB5C5CB-D252-68C6-C531-5FCD456014A4}"/>
          </ac:picMkLst>
        </pc:picChg>
        <pc:picChg chg="del">
          <ac:chgData name="nakamura takuya" userId="727bb4a0-377a-4a8e-a89d-8efa14875c2f" providerId="ADAL" clId="{7D6FC31F-3357-4373-B706-004F3C0B89A4}" dt="2026-07-27T00:53:59.776" v="36" actId="478"/>
          <ac:picMkLst>
            <pc:docMk/>
            <pc:sldMk cId="0" sldId="290"/>
            <ac:picMk id="30" creationId="{5B4996B7-D9FD-5776-A6DE-F3ADD7B75439}"/>
          </ac:picMkLst>
        </pc:picChg>
        <pc:picChg chg="mod">
          <ac:chgData name="nakamura takuya" userId="727bb4a0-377a-4a8e-a89d-8efa14875c2f" providerId="ADAL" clId="{7D6FC31F-3357-4373-B706-004F3C0B89A4}" dt="2026-07-27T01:17:56.605" v="346" actId="408"/>
          <ac:picMkLst>
            <pc:docMk/>
            <pc:sldMk cId="0" sldId="290"/>
            <ac:picMk id="36" creationId="{D2718FAC-8BF7-D94F-AA3D-4577BB996EE8}"/>
          </ac:picMkLst>
        </pc:picChg>
        <pc:picChg chg="mod">
          <ac:chgData name="nakamura takuya" userId="727bb4a0-377a-4a8e-a89d-8efa14875c2f" providerId="ADAL" clId="{7D6FC31F-3357-4373-B706-004F3C0B89A4}" dt="2026-07-27T01:17:56.605" v="346" actId="408"/>
          <ac:picMkLst>
            <pc:docMk/>
            <pc:sldMk cId="0" sldId="290"/>
            <ac:picMk id="178" creationId="{965D3620-FE3E-E9BE-B5D1-EC4F20D1D3A2}"/>
          </ac:picMkLst>
        </pc:picChg>
      </pc:sldChg>
      <pc:sldChg chg="addSp delSp modSp mod">
        <pc:chgData name="nakamura takuya" userId="727bb4a0-377a-4a8e-a89d-8efa14875c2f" providerId="ADAL" clId="{7D6FC31F-3357-4373-B706-004F3C0B89A4}" dt="2026-07-27T01:18:54.522" v="410" actId="408"/>
        <pc:sldMkLst>
          <pc:docMk/>
          <pc:sldMk cId="0" sldId="291"/>
        </pc:sldMkLst>
        <pc:picChg chg="mod">
          <ac:chgData name="nakamura takuya" userId="727bb4a0-377a-4a8e-a89d-8efa14875c2f" providerId="ADAL" clId="{7D6FC31F-3357-4373-B706-004F3C0B89A4}" dt="2026-07-27T01:18:54.522" v="410" actId="408"/>
          <ac:picMkLst>
            <pc:docMk/>
            <pc:sldMk cId="0" sldId="291"/>
            <ac:picMk id="25" creationId="{C1E8E1E4-4F5D-99EE-55CA-92B9325A7392}"/>
          </ac:picMkLst>
        </pc:picChg>
        <pc:picChg chg="add mod">
          <ac:chgData name="nakamura takuya" userId="727bb4a0-377a-4a8e-a89d-8efa14875c2f" providerId="ADAL" clId="{7D6FC31F-3357-4373-B706-004F3C0B89A4}" dt="2026-07-27T01:18:54.522" v="410" actId="408"/>
          <ac:picMkLst>
            <pc:docMk/>
            <pc:sldMk cId="0" sldId="291"/>
            <ac:picMk id="27" creationId="{396D235C-EE2D-4C70-03D5-013AE8DFFD3C}"/>
          </ac:picMkLst>
        </pc:picChg>
        <pc:picChg chg="del">
          <ac:chgData name="nakamura takuya" userId="727bb4a0-377a-4a8e-a89d-8efa14875c2f" providerId="ADAL" clId="{7D6FC31F-3357-4373-B706-004F3C0B89A4}" dt="2026-07-27T00:55:28.545" v="66" actId="478"/>
          <ac:picMkLst>
            <pc:docMk/>
            <pc:sldMk cId="0" sldId="291"/>
            <ac:picMk id="30" creationId="{5B4996B7-D9FD-5776-A6DE-F3ADD7B75439}"/>
          </ac:picMkLst>
        </pc:picChg>
        <pc:picChg chg="mod">
          <ac:chgData name="nakamura takuya" userId="727bb4a0-377a-4a8e-a89d-8efa14875c2f" providerId="ADAL" clId="{7D6FC31F-3357-4373-B706-004F3C0B89A4}" dt="2026-07-27T01:18:54.522" v="410" actId="408"/>
          <ac:picMkLst>
            <pc:docMk/>
            <pc:sldMk cId="0" sldId="291"/>
            <ac:picMk id="33" creationId="{03080441-459A-E359-EEA1-4BDDDD60EF92}"/>
          </ac:picMkLst>
        </pc:picChg>
        <pc:picChg chg="mod">
          <ac:chgData name="nakamura takuya" userId="727bb4a0-377a-4a8e-a89d-8efa14875c2f" providerId="ADAL" clId="{7D6FC31F-3357-4373-B706-004F3C0B89A4}" dt="2026-07-27T01:18:54.522" v="410" actId="408"/>
          <ac:picMkLst>
            <pc:docMk/>
            <pc:sldMk cId="0" sldId="291"/>
            <ac:picMk id="36" creationId="{D2718FAC-8BF7-D94F-AA3D-4577BB996EE8}"/>
          </ac:picMkLst>
        </pc:picChg>
      </pc:sldChg>
      <pc:sldChg chg="addSp delSp modSp mod">
        <pc:chgData name="nakamura takuya" userId="727bb4a0-377a-4a8e-a89d-8efa14875c2f" providerId="ADAL" clId="{7D6FC31F-3357-4373-B706-004F3C0B89A4}" dt="2026-07-27T01:21:24.028" v="434" actId="12789"/>
        <pc:sldMkLst>
          <pc:docMk/>
          <pc:sldMk cId="0" sldId="293"/>
        </pc:sldMkLst>
        <pc:picChg chg="del">
          <ac:chgData name="nakamura takuya" userId="727bb4a0-377a-4a8e-a89d-8efa14875c2f" providerId="ADAL" clId="{7D6FC31F-3357-4373-B706-004F3C0B89A4}" dt="2026-07-27T00:55:58.587" v="75" actId="478"/>
          <ac:picMkLst>
            <pc:docMk/>
            <pc:sldMk cId="0" sldId="293"/>
            <ac:picMk id="25" creationId="{C1E8E1E4-4F5D-99EE-55CA-92B9325A7392}"/>
          </ac:picMkLst>
        </pc:picChg>
        <pc:picChg chg="del">
          <ac:chgData name="nakamura takuya" userId="727bb4a0-377a-4a8e-a89d-8efa14875c2f" providerId="ADAL" clId="{7D6FC31F-3357-4373-B706-004F3C0B89A4}" dt="2026-07-27T00:56:04.002" v="76" actId="478"/>
          <ac:picMkLst>
            <pc:docMk/>
            <pc:sldMk cId="0" sldId="293"/>
            <ac:picMk id="26" creationId="{F9A215B2-ADA0-323F-FAF1-F768B2876CAE}"/>
          </ac:picMkLst>
        </pc:picChg>
        <pc:picChg chg="add mod">
          <ac:chgData name="nakamura takuya" userId="727bb4a0-377a-4a8e-a89d-8efa14875c2f" providerId="ADAL" clId="{7D6FC31F-3357-4373-B706-004F3C0B89A4}" dt="2026-07-27T01:21:24.028" v="434" actId="12789"/>
          <ac:picMkLst>
            <pc:docMk/>
            <pc:sldMk cId="0" sldId="293"/>
            <ac:picMk id="28" creationId="{077344A9-AE29-EA99-E5A0-FC4F470A25C3}"/>
          </ac:picMkLst>
        </pc:picChg>
        <pc:picChg chg="del">
          <ac:chgData name="nakamura takuya" userId="727bb4a0-377a-4a8e-a89d-8efa14875c2f" providerId="ADAL" clId="{7D6FC31F-3357-4373-B706-004F3C0B89A4}" dt="2026-07-27T00:55:53.955" v="73" actId="478"/>
          <ac:picMkLst>
            <pc:docMk/>
            <pc:sldMk cId="0" sldId="293"/>
            <ac:picMk id="30" creationId="{5B4996B7-D9FD-5776-A6DE-F3ADD7B75439}"/>
          </ac:picMkLst>
        </pc:picChg>
        <pc:picChg chg="add mod">
          <ac:chgData name="nakamura takuya" userId="727bb4a0-377a-4a8e-a89d-8efa14875c2f" providerId="ADAL" clId="{7D6FC31F-3357-4373-B706-004F3C0B89A4}" dt="2026-07-27T01:21:24.028" v="434" actId="12789"/>
          <ac:picMkLst>
            <pc:docMk/>
            <pc:sldMk cId="0" sldId="293"/>
            <ac:picMk id="31" creationId="{5C2693D4-3A98-8A59-0257-0180DA2D6C3F}"/>
          </ac:picMkLst>
        </pc:picChg>
        <pc:picChg chg="add mod">
          <ac:chgData name="nakamura takuya" userId="727bb4a0-377a-4a8e-a89d-8efa14875c2f" providerId="ADAL" clId="{7D6FC31F-3357-4373-B706-004F3C0B89A4}" dt="2026-07-27T01:21:24.028" v="434" actId="12789"/>
          <ac:picMkLst>
            <pc:docMk/>
            <pc:sldMk cId="0" sldId="293"/>
            <ac:picMk id="33" creationId="{4B466895-5EED-C5B9-5EE9-756623436D65}"/>
          </ac:picMkLst>
        </pc:picChg>
        <pc:picChg chg="add del">
          <ac:chgData name="nakamura takuya" userId="727bb4a0-377a-4a8e-a89d-8efa14875c2f" providerId="ADAL" clId="{7D6FC31F-3357-4373-B706-004F3C0B89A4}" dt="2026-07-27T01:21:04.161" v="411" actId="478"/>
          <ac:picMkLst>
            <pc:docMk/>
            <pc:sldMk cId="0" sldId="293"/>
            <ac:picMk id="35" creationId="{F938B43C-D0EC-5899-FA03-6FAC8978B395}"/>
          </ac:picMkLst>
        </pc:picChg>
        <pc:picChg chg="del">
          <ac:chgData name="nakamura takuya" userId="727bb4a0-377a-4a8e-a89d-8efa14875c2f" providerId="ADAL" clId="{7D6FC31F-3357-4373-B706-004F3C0B89A4}" dt="2026-07-27T00:56:04.002" v="76" actId="478"/>
          <ac:picMkLst>
            <pc:docMk/>
            <pc:sldMk cId="0" sldId="293"/>
            <ac:picMk id="36" creationId="{D2718FAC-8BF7-D94F-AA3D-4577BB996EE8}"/>
          </ac:picMkLst>
        </pc:picChg>
        <pc:picChg chg="add mod">
          <ac:chgData name="nakamura takuya" userId="727bb4a0-377a-4a8e-a89d-8efa14875c2f" providerId="ADAL" clId="{7D6FC31F-3357-4373-B706-004F3C0B89A4}" dt="2026-07-27T01:21:24.028" v="434" actId="12789"/>
          <ac:picMkLst>
            <pc:docMk/>
            <pc:sldMk cId="0" sldId="293"/>
            <ac:picMk id="54" creationId="{30994E91-80AB-A76D-BD72-50FC47B9720C}"/>
          </ac:picMkLst>
        </pc:picChg>
      </pc:sldChg>
      <pc:sldChg chg="addSp delSp modSp mod">
        <pc:chgData name="nakamura takuya" userId="727bb4a0-377a-4a8e-a89d-8efa14875c2f" providerId="ADAL" clId="{7D6FC31F-3357-4373-B706-004F3C0B89A4}" dt="2026-07-27T00:57:10.102" v="103" actId="1076"/>
        <pc:sldMkLst>
          <pc:docMk/>
          <pc:sldMk cId="0" sldId="294"/>
        </pc:sldMkLst>
        <pc:picChg chg="del">
          <ac:chgData name="nakamura takuya" userId="727bb4a0-377a-4a8e-a89d-8efa14875c2f" providerId="ADAL" clId="{7D6FC31F-3357-4373-B706-004F3C0B89A4}" dt="2026-07-27T00:57:00.337" v="86" actId="478"/>
          <ac:picMkLst>
            <pc:docMk/>
            <pc:sldMk cId="0" sldId="294"/>
            <ac:picMk id="25" creationId="{C1E8E1E4-4F5D-99EE-55CA-92B9325A7392}"/>
          </ac:picMkLst>
        </pc:picChg>
        <pc:picChg chg="add">
          <ac:chgData name="nakamura takuya" userId="727bb4a0-377a-4a8e-a89d-8efa14875c2f" providerId="ADAL" clId="{7D6FC31F-3357-4373-B706-004F3C0B89A4}" dt="2026-07-27T00:57:07.389" v="102" actId="22"/>
          <ac:picMkLst>
            <pc:docMk/>
            <pc:sldMk cId="0" sldId="294"/>
            <ac:picMk id="27" creationId="{42860936-7BF1-E128-FA81-53AE19B55E11}"/>
          </ac:picMkLst>
        </pc:picChg>
        <pc:picChg chg="add">
          <ac:chgData name="nakamura takuya" userId="727bb4a0-377a-4a8e-a89d-8efa14875c2f" providerId="ADAL" clId="{7D6FC31F-3357-4373-B706-004F3C0B89A4}" dt="2026-07-27T00:57:07.389" v="102" actId="22"/>
          <ac:picMkLst>
            <pc:docMk/>
            <pc:sldMk cId="0" sldId="294"/>
            <ac:picMk id="29" creationId="{F98995C9-76F5-759C-3D3A-1AEE957F8584}"/>
          </ac:picMkLst>
        </pc:picChg>
        <pc:picChg chg="del">
          <ac:chgData name="nakamura takuya" userId="727bb4a0-377a-4a8e-a89d-8efa14875c2f" providerId="ADAL" clId="{7D6FC31F-3357-4373-B706-004F3C0B89A4}" dt="2026-07-27T00:57:00.337" v="86" actId="478"/>
          <ac:picMkLst>
            <pc:docMk/>
            <pc:sldMk cId="0" sldId="294"/>
            <ac:picMk id="30" creationId="{5B4996B7-D9FD-5776-A6DE-F3ADD7B75439}"/>
          </ac:picMkLst>
        </pc:picChg>
        <pc:picChg chg="add">
          <ac:chgData name="nakamura takuya" userId="727bb4a0-377a-4a8e-a89d-8efa14875c2f" providerId="ADAL" clId="{7D6FC31F-3357-4373-B706-004F3C0B89A4}" dt="2026-07-27T00:57:07.389" v="102" actId="22"/>
          <ac:picMkLst>
            <pc:docMk/>
            <pc:sldMk cId="0" sldId="294"/>
            <ac:picMk id="32" creationId="{42C1BFE8-48EA-4BC8-E1B3-F3376DA5E1B2}"/>
          </ac:picMkLst>
        </pc:picChg>
        <pc:picChg chg="del">
          <ac:chgData name="nakamura takuya" userId="727bb4a0-377a-4a8e-a89d-8efa14875c2f" providerId="ADAL" clId="{7D6FC31F-3357-4373-B706-004F3C0B89A4}" dt="2026-07-27T00:57:00.337" v="86" actId="478"/>
          <ac:picMkLst>
            <pc:docMk/>
            <pc:sldMk cId="0" sldId="294"/>
            <ac:picMk id="33" creationId="{03080441-459A-E359-EEA1-4BDDDD60EF92}"/>
          </ac:picMkLst>
        </pc:picChg>
        <pc:picChg chg="add">
          <ac:chgData name="nakamura takuya" userId="727bb4a0-377a-4a8e-a89d-8efa14875c2f" providerId="ADAL" clId="{7D6FC31F-3357-4373-B706-004F3C0B89A4}" dt="2026-07-27T00:57:07.389" v="102" actId="22"/>
          <ac:picMkLst>
            <pc:docMk/>
            <pc:sldMk cId="0" sldId="294"/>
            <ac:picMk id="35" creationId="{83DA487C-CC7B-14B3-668A-506C92CB120C}"/>
          </ac:picMkLst>
        </pc:picChg>
        <pc:picChg chg="del">
          <ac:chgData name="nakamura takuya" userId="727bb4a0-377a-4a8e-a89d-8efa14875c2f" providerId="ADAL" clId="{7D6FC31F-3357-4373-B706-004F3C0B89A4}" dt="2026-07-27T00:57:00.337" v="86" actId="478"/>
          <ac:picMkLst>
            <pc:docMk/>
            <pc:sldMk cId="0" sldId="294"/>
            <ac:picMk id="36" creationId="{D2718FAC-8BF7-D94F-AA3D-4577BB996EE8}"/>
          </ac:picMkLst>
        </pc:picChg>
        <pc:picChg chg="mod">
          <ac:chgData name="nakamura takuya" userId="727bb4a0-377a-4a8e-a89d-8efa14875c2f" providerId="ADAL" clId="{7D6FC31F-3357-4373-B706-004F3C0B89A4}" dt="2026-07-27T00:57:10.102" v="103" actId="1076"/>
          <ac:picMkLst>
            <pc:docMk/>
            <pc:sldMk cId="0" sldId="294"/>
            <ac:picMk id="179" creationId="{FCDCAA7A-5916-B3BA-9493-3B02330A2A80}"/>
          </ac:picMkLst>
        </pc:picChg>
      </pc:sldChg>
      <pc:sldChg chg="addSp delSp modSp mod">
        <pc:chgData name="nakamura takuya" userId="727bb4a0-377a-4a8e-a89d-8efa14875c2f" providerId="ADAL" clId="{7D6FC31F-3357-4373-B706-004F3C0B89A4}" dt="2026-07-27T01:24:44.226" v="565" actId="12789"/>
        <pc:sldMkLst>
          <pc:docMk/>
          <pc:sldMk cId="0" sldId="295"/>
        </pc:sldMkLst>
        <pc:picChg chg="del">
          <ac:chgData name="nakamura takuya" userId="727bb4a0-377a-4a8e-a89d-8efa14875c2f" providerId="ADAL" clId="{7D6FC31F-3357-4373-B706-004F3C0B89A4}" dt="2026-07-27T01:01:18.829" v="104" actId="478"/>
          <ac:picMkLst>
            <pc:docMk/>
            <pc:sldMk cId="0" sldId="295"/>
            <ac:picMk id="25" creationId="{C1E8E1E4-4F5D-99EE-55CA-92B9325A7392}"/>
          </ac:picMkLst>
        </pc:picChg>
        <pc:picChg chg="add mod">
          <ac:chgData name="nakamura takuya" userId="727bb4a0-377a-4a8e-a89d-8efa14875c2f" providerId="ADAL" clId="{7D6FC31F-3357-4373-B706-004F3C0B89A4}" dt="2026-07-27T01:24:44.226" v="565" actId="12789"/>
          <ac:picMkLst>
            <pc:docMk/>
            <pc:sldMk cId="0" sldId="295"/>
            <ac:picMk id="27" creationId="{C67C945A-4DBC-A51C-8CB7-C7690DEC8139}"/>
          </ac:picMkLst>
        </pc:picChg>
        <pc:picChg chg="add del mod">
          <ac:chgData name="nakamura takuya" userId="727bb4a0-377a-4a8e-a89d-8efa14875c2f" providerId="ADAL" clId="{7D6FC31F-3357-4373-B706-004F3C0B89A4}" dt="2026-07-27T01:24:26.987" v="519" actId="478"/>
          <ac:picMkLst>
            <pc:docMk/>
            <pc:sldMk cId="0" sldId="295"/>
            <ac:picMk id="29" creationId="{648CCD93-382E-B252-794A-C908090EEBD2}"/>
          </ac:picMkLst>
        </pc:picChg>
        <pc:picChg chg="del">
          <ac:chgData name="nakamura takuya" userId="727bb4a0-377a-4a8e-a89d-8efa14875c2f" providerId="ADAL" clId="{7D6FC31F-3357-4373-B706-004F3C0B89A4}" dt="2026-07-27T01:01:19.671" v="105" actId="478"/>
          <ac:picMkLst>
            <pc:docMk/>
            <pc:sldMk cId="0" sldId="295"/>
            <ac:picMk id="30" creationId="{5B4996B7-D9FD-5776-A6DE-F3ADD7B75439}"/>
          </ac:picMkLst>
        </pc:picChg>
        <pc:picChg chg="add mod">
          <ac:chgData name="nakamura takuya" userId="727bb4a0-377a-4a8e-a89d-8efa14875c2f" providerId="ADAL" clId="{7D6FC31F-3357-4373-B706-004F3C0B89A4}" dt="2026-07-27T01:24:44.226" v="565" actId="12789"/>
          <ac:picMkLst>
            <pc:docMk/>
            <pc:sldMk cId="0" sldId="295"/>
            <ac:picMk id="32" creationId="{1A86037D-82AF-629F-9BA1-0078E82ACD32}"/>
          </ac:picMkLst>
        </pc:picChg>
        <pc:picChg chg="del">
          <ac:chgData name="nakamura takuya" userId="727bb4a0-377a-4a8e-a89d-8efa14875c2f" providerId="ADAL" clId="{7D6FC31F-3357-4373-B706-004F3C0B89A4}" dt="2026-07-27T01:01:18.829" v="104" actId="478"/>
          <ac:picMkLst>
            <pc:docMk/>
            <pc:sldMk cId="0" sldId="295"/>
            <ac:picMk id="33" creationId="{03080441-459A-E359-EEA1-4BDDDD60EF92}"/>
          </ac:picMkLst>
        </pc:picChg>
        <pc:picChg chg="add mod">
          <ac:chgData name="nakamura takuya" userId="727bb4a0-377a-4a8e-a89d-8efa14875c2f" providerId="ADAL" clId="{7D6FC31F-3357-4373-B706-004F3C0B89A4}" dt="2026-07-27T01:24:44.226" v="565" actId="12789"/>
          <ac:picMkLst>
            <pc:docMk/>
            <pc:sldMk cId="0" sldId="295"/>
            <ac:picMk id="51" creationId="{0522595E-EA45-C2DE-1867-2B371B41E533}"/>
          </ac:picMkLst>
        </pc:picChg>
        <pc:picChg chg="add mod">
          <ac:chgData name="nakamura takuya" userId="727bb4a0-377a-4a8e-a89d-8efa14875c2f" providerId="ADAL" clId="{7D6FC31F-3357-4373-B706-004F3C0B89A4}" dt="2026-07-27T01:24:44.226" v="565" actId="12789"/>
          <ac:picMkLst>
            <pc:docMk/>
            <pc:sldMk cId="0" sldId="295"/>
            <ac:picMk id="53" creationId="{333EB1BC-7406-0805-4EBD-BC040D54CE17}"/>
          </ac:picMkLst>
        </pc:picChg>
      </pc:sldChg>
      <pc:sldChg chg="addSp delSp modSp mod">
        <pc:chgData name="nakamura takuya" userId="727bb4a0-377a-4a8e-a89d-8efa14875c2f" providerId="ADAL" clId="{7D6FC31F-3357-4373-B706-004F3C0B89A4}" dt="2026-07-27T01:26:41.230" v="638" actId="1037"/>
        <pc:sldMkLst>
          <pc:docMk/>
          <pc:sldMk cId="0" sldId="296"/>
        </pc:sldMkLst>
        <pc:picChg chg="del">
          <ac:chgData name="nakamura takuya" userId="727bb4a0-377a-4a8e-a89d-8efa14875c2f" providerId="ADAL" clId="{7D6FC31F-3357-4373-B706-004F3C0B89A4}" dt="2026-07-27T01:02:19.120" v="109" actId="478"/>
          <ac:picMkLst>
            <pc:docMk/>
            <pc:sldMk cId="0" sldId="296"/>
            <ac:picMk id="25" creationId="{C1E8E1E4-4F5D-99EE-55CA-92B9325A7392}"/>
          </ac:picMkLst>
        </pc:picChg>
        <pc:picChg chg="add">
          <ac:chgData name="nakamura takuya" userId="727bb4a0-377a-4a8e-a89d-8efa14875c2f" providerId="ADAL" clId="{7D6FC31F-3357-4373-B706-004F3C0B89A4}" dt="2026-07-27T01:02:24.481" v="110" actId="22"/>
          <ac:picMkLst>
            <pc:docMk/>
            <pc:sldMk cId="0" sldId="296"/>
            <ac:picMk id="27" creationId="{F7BBB759-8532-6FCC-C373-0B012E29CF5E}"/>
          </ac:picMkLst>
        </pc:picChg>
        <pc:picChg chg="add">
          <ac:chgData name="nakamura takuya" userId="727bb4a0-377a-4a8e-a89d-8efa14875c2f" providerId="ADAL" clId="{7D6FC31F-3357-4373-B706-004F3C0B89A4}" dt="2026-07-27T01:02:24.481" v="110" actId="22"/>
          <ac:picMkLst>
            <pc:docMk/>
            <pc:sldMk cId="0" sldId="296"/>
            <ac:picMk id="29" creationId="{793F888F-CC74-61D0-2BDD-ECF0ADFF6BD3}"/>
          </ac:picMkLst>
        </pc:picChg>
        <pc:picChg chg="del">
          <ac:chgData name="nakamura takuya" userId="727bb4a0-377a-4a8e-a89d-8efa14875c2f" providerId="ADAL" clId="{7D6FC31F-3357-4373-B706-004F3C0B89A4}" dt="2026-07-27T01:02:19.120" v="109" actId="478"/>
          <ac:picMkLst>
            <pc:docMk/>
            <pc:sldMk cId="0" sldId="296"/>
            <ac:picMk id="30" creationId="{5B4996B7-D9FD-5776-A6DE-F3ADD7B75439}"/>
          </ac:picMkLst>
        </pc:picChg>
        <pc:picChg chg="del">
          <ac:chgData name="nakamura takuya" userId="727bb4a0-377a-4a8e-a89d-8efa14875c2f" providerId="ADAL" clId="{7D6FC31F-3357-4373-B706-004F3C0B89A4}" dt="2026-07-27T01:02:19.120" v="109" actId="478"/>
          <ac:picMkLst>
            <pc:docMk/>
            <pc:sldMk cId="0" sldId="296"/>
            <ac:picMk id="31" creationId="{6FE74E7B-573A-01B7-97DF-C1548AB0A5A9}"/>
          </ac:picMkLst>
        </pc:picChg>
        <pc:picChg chg="del">
          <ac:chgData name="nakamura takuya" userId="727bb4a0-377a-4a8e-a89d-8efa14875c2f" providerId="ADAL" clId="{7D6FC31F-3357-4373-B706-004F3C0B89A4}" dt="2026-07-27T01:02:19.120" v="109" actId="478"/>
          <ac:picMkLst>
            <pc:docMk/>
            <pc:sldMk cId="0" sldId="296"/>
            <ac:picMk id="33" creationId="{03080441-459A-E359-EEA1-4BDDDD60EF92}"/>
          </ac:picMkLst>
        </pc:picChg>
        <pc:picChg chg="add mod">
          <ac:chgData name="nakamura takuya" userId="727bb4a0-377a-4a8e-a89d-8efa14875c2f" providerId="ADAL" clId="{7D6FC31F-3357-4373-B706-004F3C0B89A4}" dt="2026-07-27T01:26:41.230" v="638" actId="1037"/>
          <ac:picMkLst>
            <pc:docMk/>
            <pc:sldMk cId="0" sldId="296"/>
            <ac:picMk id="34" creationId="{66C6C9C2-2F7E-722C-42F7-5AA94E78292B}"/>
          </ac:picMkLst>
        </pc:picChg>
        <pc:picChg chg="del">
          <ac:chgData name="nakamura takuya" userId="727bb4a0-377a-4a8e-a89d-8efa14875c2f" providerId="ADAL" clId="{7D6FC31F-3357-4373-B706-004F3C0B89A4}" dt="2026-07-27T01:02:19.120" v="109" actId="478"/>
          <ac:picMkLst>
            <pc:docMk/>
            <pc:sldMk cId="0" sldId="296"/>
            <ac:picMk id="36" creationId="{D2718FAC-8BF7-D94F-AA3D-4577BB996EE8}"/>
          </ac:picMkLst>
        </pc:picChg>
        <pc:picChg chg="add">
          <ac:chgData name="nakamura takuya" userId="727bb4a0-377a-4a8e-a89d-8efa14875c2f" providerId="ADAL" clId="{7D6FC31F-3357-4373-B706-004F3C0B89A4}" dt="2026-07-27T01:02:24.481" v="110" actId="22"/>
          <ac:picMkLst>
            <pc:docMk/>
            <pc:sldMk cId="0" sldId="296"/>
            <ac:picMk id="37" creationId="{6D56BB05-BF01-50B7-6D9C-B07FB6D958F4}"/>
          </ac:picMkLst>
        </pc:picChg>
        <pc:picChg chg="add mod">
          <ac:chgData name="nakamura takuya" userId="727bb4a0-377a-4a8e-a89d-8efa14875c2f" providerId="ADAL" clId="{7D6FC31F-3357-4373-B706-004F3C0B89A4}" dt="2026-07-27T01:26:41.230" v="638" actId="1037"/>
          <ac:picMkLst>
            <pc:docMk/>
            <pc:sldMk cId="0" sldId="296"/>
            <ac:picMk id="39" creationId="{418ECB4C-14FD-8853-7E11-F465FCCEDFE0}"/>
          </ac:picMkLst>
        </pc:picChg>
        <pc:picChg chg="add mod">
          <ac:chgData name="nakamura takuya" userId="727bb4a0-377a-4a8e-a89d-8efa14875c2f" providerId="ADAL" clId="{7D6FC31F-3357-4373-B706-004F3C0B89A4}" dt="2026-07-27T01:26:36.361" v="619" actId="1037"/>
          <ac:picMkLst>
            <pc:docMk/>
            <pc:sldMk cId="0" sldId="296"/>
            <ac:picMk id="41" creationId="{77246181-2E0D-AEE1-DAA9-A8BB8DDD9EFE}"/>
          </ac:picMkLst>
        </pc:picChg>
        <pc:picChg chg="add mod">
          <ac:chgData name="nakamura takuya" userId="727bb4a0-377a-4a8e-a89d-8efa14875c2f" providerId="ADAL" clId="{7D6FC31F-3357-4373-B706-004F3C0B89A4}" dt="2026-07-27T01:26:36.361" v="619" actId="1037"/>
          <ac:picMkLst>
            <pc:docMk/>
            <pc:sldMk cId="0" sldId="296"/>
            <ac:picMk id="43" creationId="{06425311-17CC-48F6-529C-35F260E2C8D2}"/>
          </ac:picMkLst>
        </pc:picChg>
        <pc:picChg chg="del">
          <ac:chgData name="nakamura takuya" userId="727bb4a0-377a-4a8e-a89d-8efa14875c2f" providerId="ADAL" clId="{7D6FC31F-3357-4373-B706-004F3C0B89A4}" dt="2026-07-27T01:02:19.120" v="109" actId="478"/>
          <ac:picMkLst>
            <pc:docMk/>
            <pc:sldMk cId="0" sldId="296"/>
            <ac:picMk id="179" creationId="{FCDCAA7A-5916-B3BA-9493-3B02330A2A80}"/>
          </ac:picMkLst>
        </pc:picChg>
      </pc:sldChg>
      <pc:sldChg chg="addSp delSp modSp mod">
        <pc:chgData name="nakamura takuya" userId="727bb4a0-377a-4a8e-a89d-8efa14875c2f" providerId="ADAL" clId="{7D6FC31F-3357-4373-B706-004F3C0B89A4}" dt="2026-07-27T01:28:19.553" v="692" actId="12789"/>
        <pc:sldMkLst>
          <pc:docMk/>
          <pc:sldMk cId="0" sldId="297"/>
        </pc:sldMkLst>
        <pc:picChg chg="add del">
          <ac:chgData name="nakamura takuya" userId="727bb4a0-377a-4a8e-a89d-8efa14875c2f" providerId="ADAL" clId="{7D6FC31F-3357-4373-B706-004F3C0B89A4}" dt="2026-07-27T01:07:26.702" v="122" actId="478"/>
          <ac:picMkLst>
            <pc:docMk/>
            <pc:sldMk cId="0" sldId="297"/>
            <ac:picMk id="26" creationId="{1B76FB14-7AEF-3ABF-EA6E-0BAF0F624A5C}"/>
          </ac:picMkLst>
        </pc:picChg>
        <pc:picChg chg="add mod">
          <ac:chgData name="nakamura takuya" userId="727bb4a0-377a-4a8e-a89d-8efa14875c2f" providerId="ADAL" clId="{7D6FC31F-3357-4373-B706-004F3C0B89A4}" dt="2026-07-27T01:28:19.553" v="692" actId="12789"/>
          <ac:picMkLst>
            <pc:docMk/>
            <pc:sldMk cId="0" sldId="297"/>
            <ac:picMk id="28" creationId="{A092EE2F-6644-C2D0-7AF3-BE1C7E5EA2E0}"/>
          </ac:picMkLst>
        </pc:picChg>
        <pc:picChg chg="del">
          <ac:chgData name="nakamura takuya" userId="727bb4a0-377a-4a8e-a89d-8efa14875c2f" providerId="ADAL" clId="{7D6FC31F-3357-4373-B706-004F3C0B89A4}" dt="2026-07-27T01:07:10.892" v="120" actId="478"/>
          <ac:picMkLst>
            <pc:docMk/>
            <pc:sldMk cId="0" sldId="297"/>
            <ac:picMk id="30" creationId="{5B4996B7-D9FD-5776-A6DE-F3ADD7B75439}"/>
          </ac:picMkLst>
        </pc:picChg>
        <pc:picChg chg="add del">
          <ac:chgData name="nakamura takuya" userId="727bb4a0-377a-4a8e-a89d-8efa14875c2f" providerId="ADAL" clId="{7D6FC31F-3357-4373-B706-004F3C0B89A4}" dt="2026-07-27T01:07:30.197" v="123" actId="478"/>
          <ac:picMkLst>
            <pc:docMk/>
            <pc:sldMk cId="0" sldId="297"/>
            <ac:picMk id="31" creationId="{E209DE7E-5AAD-08BF-4CBC-2A2AD1EACB79}"/>
          </ac:picMkLst>
        </pc:picChg>
        <pc:picChg chg="add mod">
          <ac:chgData name="nakamura takuya" userId="727bb4a0-377a-4a8e-a89d-8efa14875c2f" providerId="ADAL" clId="{7D6FC31F-3357-4373-B706-004F3C0B89A4}" dt="2026-07-27T01:28:19.553" v="692" actId="12789"/>
          <ac:picMkLst>
            <pc:docMk/>
            <pc:sldMk cId="0" sldId="297"/>
            <ac:picMk id="33" creationId="{BD9468A9-56DD-D1C8-8F2C-CC7134B8B988}"/>
          </ac:picMkLst>
        </pc:picChg>
        <pc:picChg chg="add del">
          <ac:chgData name="nakamura takuya" userId="727bb4a0-377a-4a8e-a89d-8efa14875c2f" providerId="ADAL" clId="{7D6FC31F-3357-4373-B706-004F3C0B89A4}" dt="2026-07-27T01:07:31.452" v="124" actId="478"/>
          <ac:picMkLst>
            <pc:docMk/>
            <pc:sldMk cId="0" sldId="297"/>
            <ac:picMk id="35" creationId="{9901F2E2-4D1C-F612-B19D-2C9E788A4721}"/>
          </ac:picMkLst>
        </pc:picChg>
        <pc:picChg chg="del">
          <ac:chgData name="nakamura takuya" userId="727bb4a0-377a-4a8e-a89d-8efa14875c2f" providerId="ADAL" clId="{7D6FC31F-3357-4373-B706-004F3C0B89A4}" dt="2026-07-27T01:07:10.892" v="120" actId="478"/>
          <ac:picMkLst>
            <pc:docMk/>
            <pc:sldMk cId="0" sldId="297"/>
            <ac:picMk id="36" creationId="{D2718FAC-8BF7-D94F-AA3D-4577BB996EE8}"/>
          </ac:picMkLst>
        </pc:picChg>
        <pc:picChg chg="add del">
          <ac:chgData name="nakamura takuya" userId="727bb4a0-377a-4a8e-a89d-8efa14875c2f" providerId="ADAL" clId="{7D6FC31F-3357-4373-B706-004F3C0B89A4}" dt="2026-07-27T01:07:32.197" v="125" actId="478"/>
          <ac:picMkLst>
            <pc:docMk/>
            <pc:sldMk cId="0" sldId="297"/>
            <ac:picMk id="38" creationId="{FF704FED-0755-4E3D-AE6E-1333C91238C9}"/>
          </ac:picMkLst>
        </pc:picChg>
        <pc:picChg chg="add del">
          <ac:chgData name="nakamura takuya" userId="727bb4a0-377a-4a8e-a89d-8efa14875c2f" providerId="ADAL" clId="{7D6FC31F-3357-4373-B706-004F3C0B89A4}" dt="2026-07-27T01:07:33.052" v="126" actId="478"/>
          <ac:picMkLst>
            <pc:docMk/>
            <pc:sldMk cId="0" sldId="297"/>
            <ac:picMk id="40" creationId="{901DFC97-048C-0C8D-247C-FF2EBA0D7021}"/>
          </ac:picMkLst>
        </pc:picChg>
        <pc:picChg chg="add mod">
          <ac:chgData name="nakamura takuya" userId="727bb4a0-377a-4a8e-a89d-8efa14875c2f" providerId="ADAL" clId="{7D6FC31F-3357-4373-B706-004F3C0B89A4}" dt="2026-07-27T01:28:19.553" v="692" actId="12789"/>
          <ac:picMkLst>
            <pc:docMk/>
            <pc:sldMk cId="0" sldId="297"/>
            <ac:picMk id="42" creationId="{FEA43903-C59A-F9D5-D2A5-6384C938AD2E}"/>
          </ac:picMkLst>
        </pc:picChg>
        <pc:picChg chg="del">
          <ac:chgData name="nakamura takuya" userId="727bb4a0-377a-4a8e-a89d-8efa14875c2f" providerId="ADAL" clId="{7D6FC31F-3357-4373-B706-004F3C0B89A4}" dt="2026-07-27T01:07:10.892" v="120" actId="478"/>
          <ac:picMkLst>
            <pc:docMk/>
            <pc:sldMk cId="0" sldId="297"/>
            <ac:picMk id="178" creationId="{965D3620-FE3E-E9BE-B5D1-EC4F20D1D3A2}"/>
          </ac:picMkLst>
        </pc:picChg>
      </pc:sldChg>
      <pc:sldChg chg="addSp delSp modSp del mod">
        <pc:chgData name="nakamura takuya" userId="727bb4a0-377a-4a8e-a89d-8efa14875c2f" providerId="ADAL" clId="{7D6FC31F-3357-4373-B706-004F3C0B89A4}" dt="2026-07-27T09:21:24.813" v="1001" actId="47"/>
        <pc:sldMkLst>
          <pc:docMk/>
          <pc:sldMk cId="0" sldId="298"/>
        </pc:sldMkLst>
        <pc:picChg chg="mod">
          <ac:chgData name="nakamura takuya" userId="727bb4a0-377a-4a8e-a89d-8efa14875c2f" providerId="ADAL" clId="{7D6FC31F-3357-4373-B706-004F3C0B89A4}" dt="2026-07-27T01:28:47.547" v="755" actId="408"/>
          <ac:picMkLst>
            <pc:docMk/>
            <pc:sldMk cId="0" sldId="298"/>
            <ac:picMk id="25" creationId="{C1E8E1E4-4F5D-99EE-55CA-92B9325A7392}"/>
          </ac:picMkLst>
        </pc:picChg>
        <pc:picChg chg="add mod">
          <ac:chgData name="nakamura takuya" userId="727bb4a0-377a-4a8e-a89d-8efa14875c2f" providerId="ADAL" clId="{7D6FC31F-3357-4373-B706-004F3C0B89A4}" dt="2026-07-27T01:28:47.547" v="755" actId="408"/>
          <ac:picMkLst>
            <pc:docMk/>
            <pc:sldMk cId="0" sldId="298"/>
            <ac:picMk id="27" creationId="{2289A606-616B-1E30-5C8C-78983C2592BF}"/>
          </ac:picMkLst>
        </pc:picChg>
        <pc:picChg chg="del">
          <ac:chgData name="nakamura takuya" userId="727bb4a0-377a-4a8e-a89d-8efa14875c2f" providerId="ADAL" clId="{7D6FC31F-3357-4373-B706-004F3C0B89A4}" dt="2026-07-27T01:09:21.940" v="147" actId="478"/>
          <ac:picMkLst>
            <pc:docMk/>
            <pc:sldMk cId="0" sldId="298"/>
            <ac:picMk id="30" creationId="{5B4996B7-D9FD-5776-A6DE-F3ADD7B75439}"/>
          </ac:picMkLst>
        </pc:picChg>
        <pc:picChg chg="mod">
          <ac:chgData name="nakamura takuya" userId="727bb4a0-377a-4a8e-a89d-8efa14875c2f" providerId="ADAL" clId="{7D6FC31F-3357-4373-B706-004F3C0B89A4}" dt="2026-07-27T01:28:47.547" v="755" actId="408"/>
          <ac:picMkLst>
            <pc:docMk/>
            <pc:sldMk cId="0" sldId="298"/>
            <ac:picMk id="31" creationId="{6FE74E7B-573A-01B7-97DF-C1548AB0A5A9}"/>
          </ac:picMkLst>
        </pc:picChg>
        <pc:picChg chg="mod">
          <ac:chgData name="nakamura takuya" userId="727bb4a0-377a-4a8e-a89d-8efa14875c2f" providerId="ADAL" clId="{7D6FC31F-3357-4373-B706-004F3C0B89A4}" dt="2026-07-27T01:28:47.547" v="755" actId="408"/>
          <ac:picMkLst>
            <pc:docMk/>
            <pc:sldMk cId="0" sldId="298"/>
            <ac:picMk id="33" creationId="{03080441-459A-E359-EEA1-4BDDDD60EF92}"/>
          </ac:picMkLst>
        </pc:picChg>
        <pc:picChg chg="mod">
          <ac:chgData name="nakamura takuya" userId="727bb4a0-377a-4a8e-a89d-8efa14875c2f" providerId="ADAL" clId="{7D6FC31F-3357-4373-B706-004F3C0B89A4}" dt="2026-07-27T01:28:47.547" v="755" actId="408"/>
          <ac:picMkLst>
            <pc:docMk/>
            <pc:sldMk cId="0" sldId="298"/>
            <ac:picMk id="36" creationId="{D2718FAC-8BF7-D94F-AA3D-4577BB996EE8}"/>
          </ac:picMkLst>
        </pc:picChg>
      </pc:sldChg>
      <pc:sldChg chg="addSp delSp modSp del mod">
        <pc:chgData name="nakamura takuya" userId="727bb4a0-377a-4a8e-a89d-8efa14875c2f" providerId="ADAL" clId="{7D6FC31F-3357-4373-B706-004F3C0B89A4}" dt="2026-07-27T09:21:50.697" v="1003" actId="47"/>
        <pc:sldMkLst>
          <pc:docMk/>
          <pc:sldMk cId="0" sldId="299"/>
        </pc:sldMkLst>
        <pc:picChg chg="mod">
          <ac:chgData name="nakamura takuya" userId="727bb4a0-377a-4a8e-a89d-8efa14875c2f" providerId="ADAL" clId="{7D6FC31F-3357-4373-B706-004F3C0B89A4}" dt="2026-07-27T01:29:57.511" v="811" actId="12789"/>
          <ac:picMkLst>
            <pc:docMk/>
            <pc:sldMk cId="0" sldId="299"/>
            <ac:picMk id="25" creationId="{C1E8E1E4-4F5D-99EE-55CA-92B9325A7392}"/>
          </ac:picMkLst>
        </pc:picChg>
        <pc:picChg chg="add mod">
          <ac:chgData name="nakamura takuya" userId="727bb4a0-377a-4a8e-a89d-8efa14875c2f" providerId="ADAL" clId="{7D6FC31F-3357-4373-B706-004F3C0B89A4}" dt="2026-07-27T01:29:57.511" v="811" actId="12789"/>
          <ac:picMkLst>
            <pc:docMk/>
            <pc:sldMk cId="0" sldId="299"/>
            <ac:picMk id="27" creationId="{0CFDF9AA-95DE-7848-46C9-2990A3A7D2B2}"/>
          </ac:picMkLst>
        </pc:picChg>
        <pc:picChg chg="del">
          <ac:chgData name="nakamura takuya" userId="727bb4a0-377a-4a8e-a89d-8efa14875c2f" providerId="ADAL" clId="{7D6FC31F-3357-4373-B706-004F3C0B89A4}" dt="2026-07-27T01:09:29.882" v="149" actId="478"/>
          <ac:picMkLst>
            <pc:docMk/>
            <pc:sldMk cId="0" sldId="299"/>
            <ac:picMk id="30" creationId="{5B4996B7-D9FD-5776-A6DE-F3ADD7B75439}"/>
          </ac:picMkLst>
        </pc:picChg>
        <pc:picChg chg="mod">
          <ac:chgData name="nakamura takuya" userId="727bb4a0-377a-4a8e-a89d-8efa14875c2f" providerId="ADAL" clId="{7D6FC31F-3357-4373-B706-004F3C0B89A4}" dt="2026-07-27T01:29:57.511" v="811" actId="12789"/>
          <ac:picMkLst>
            <pc:docMk/>
            <pc:sldMk cId="0" sldId="299"/>
            <ac:picMk id="31" creationId="{6FE74E7B-573A-01B7-97DF-C1548AB0A5A9}"/>
          </ac:picMkLst>
        </pc:picChg>
        <pc:picChg chg="mod">
          <ac:chgData name="nakamura takuya" userId="727bb4a0-377a-4a8e-a89d-8efa14875c2f" providerId="ADAL" clId="{7D6FC31F-3357-4373-B706-004F3C0B89A4}" dt="2026-07-27T01:29:57.511" v="811" actId="12789"/>
          <ac:picMkLst>
            <pc:docMk/>
            <pc:sldMk cId="0" sldId="299"/>
            <ac:picMk id="33" creationId="{03080441-459A-E359-EEA1-4BDDDD60EF92}"/>
          </ac:picMkLst>
        </pc:picChg>
        <pc:picChg chg="del mod">
          <ac:chgData name="nakamura takuya" userId="727bb4a0-377a-4a8e-a89d-8efa14875c2f" providerId="ADAL" clId="{7D6FC31F-3357-4373-B706-004F3C0B89A4}" dt="2026-07-27T01:12:43.701" v="187" actId="478"/>
          <ac:picMkLst>
            <pc:docMk/>
            <pc:sldMk cId="0" sldId="299"/>
            <ac:picMk id="36" creationId="{D2718FAC-8BF7-D94F-AA3D-4577BB996EE8}"/>
          </ac:picMkLst>
        </pc:picChg>
        <pc:picChg chg="mod">
          <ac:chgData name="nakamura takuya" userId="727bb4a0-377a-4a8e-a89d-8efa14875c2f" providerId="ADAL" clId="{7D6FC31F-3357-4373-B706-004F3C0B89A4}" dt="2026-07-27T01:29:57.511" v="811" actId="12789"/>
          <ac:picMkLst>
            <pc:docMk/>
            <pc:sldMk cId="0" sldId="299"/>
            <ac:picMk id="178" creationId="{965D3620-FE3E-E9BE-B5D1-EC4F20D1D3A2}"/>
          </ac:picMkLst>
        </pc:picChg>
      </pc:sldChg>
      <pc:sldChg chg="addSp delSp modSp mod">
        <pc:chgData name="nakamura takuya" userId="727bb4a0-377a-4a8e-a89d-8efa14875c2f" providerId="ADAL" clId="{7D6FC31F-3357-4373-B706-004F3C0B89A4}" dt="2026-07-27T01:30:26.436" v="865" actId="12789"/>
        <pc:sldMkLst>
          <pc:docMk/>
          <pc:sldMk cId="0" sldId="300"/>
        </pc:sldMkLst>
        <pc:picChg chg="add mod">
          <ac:chgData name="nakamura takuya" userId="727bb4a0-377a-4a8e-a89d-8efa14875c2f" providerId="ADAL" clId="{7D6FC31F-3357-4373-B706-004F3C0B89A4}" dt="2026-07-27T01:30:26.436" v="865" actId="12789"/>
          <ac:picMkLst>
            <pc:docMk/>
            <pc:sldMk cId="0" sldId="300"/>
            <ac:picMk id="26" creationId="{C0596200-D811-8C3A-CEEE-77AFBB41551C}"/>
          </ac:picMkLst>
        </pc:picChg>
        <pc:picChg chg="add mod">
          <ac:chgData name="nakamura takuya" userId="727bb4a0-377a-4a8e-a89d-8efa14875c2f" providerId="ADAL" clId="{7D6FC31F-3357-4373-B706-004F3C0B89A4}" dt="2026-07-27T01:30:26.436" v="865" actId="12789"/>
          <ac:picMkLst>
            <pc:docMk/>
            <pc:sldMk cId="0" sldId="300"/>
            <ac:picMk id="28" creationId="{A65BFB81-53B1-688A-C5D8-7F09585F737F}"/>
          </ac:picMkLst>
        </pc:picChg>
        <pc:picChg chg="del">
          <ac:chgData name="nakamura takuya" userId="727bb4a0-377a-4a8e-a89d-8efa14875c2f" providerId="ADAL" clId="{7D6FC31F-3357-4373-B706-004F3C0B89A4}" dt="2026-07-27T01:12:57.820" v="212" actId="478"/>
          <ac:picMkLst>
            <pc:docMk/>
            <pc:sldMk cId="0" sldId="300"/>
            <ac:picMk id="30" creationId="{5B4996B7-D9FD-5776-A6DE-F3ADD7B75439}"/>
          </ac:picMkLst>
        </pc:picChg>
        <pc:picChg chg="mod">
          <ac:chgData name="nakamura takuya" userId="727bb4a0-377a-4a8e-a89d-8efa14875c2f" providerId="ADAL" clId="{7D6FC31F-3357-4373-B706-004F3C0B89A4}" dt="2026-07-27T01:30:26.436" v="865" actId="12789"/>
          <ac:picMkLst>
            <pc:docMk/>
            <pc:sldMk cId="0" sldId="300"/>
            <ac:picMk id="33" creationId="{03080441-459A-E359-EEA1-4BDDDD60EF92}"/>
          </ac:picMkLst>
        </pc:picChg>
        <pc:picChg chg="mod">
          <ac:chgData name="nakamura takuya" userId="727bb4a0-377a-4a8e-a89d-8efa14875c2f" providerId="ADAL" clId="{7D6FC31F-3357-4373-B706-004F3C0B89A4}" dt="2026-07-27T01:30:26.436" v="865" actId="12789"/>
          <ac:picMkLst>
            <pc:docMk/>
            <pc:sldMk cId="0" sldId="300"/>
            <ac:picMk id="36" creationId="{D2718FAC-8BF7-D94F-AA3D-4577BB996EE8}"/>
          </ac:picMkLst>
        </pc:picChg>
        <pc:picChg chg="del mod">
          <ac:chgData name="nakamura takuya" userId="727bb4a0-377a-4a8e-a89d-8efa14875c2f" providerId="ADAL" clId="{7D6FC31F-3357-4373-B706-004F3C0B89A4}" dt="2026-07-27T01:14:21.435" v="232" actId="478"/>
          <ac:picMkLst>
            <pc:docMk/>
            <pc:sldMk cId="0" sldId="300"/>
            <ac:picMk id="179" creationId="{FCDCAA7A-5916-B3BA-9493-3B02330A2A80}"/>
          </ac:picMkLst>
        </pc:picChg>
      </pc:sldChg>
      <pc:sldChg chg="addSp delSp modSp mod">
        <pc:chgData name="nakamura takuya" userId="727bb4a0-377a-4a8e-a89d-8efa14875c2f" providerId="ADAL" clId="{7D6FC31F-3357-4373-B706-004F3C0B89A4}" dt="2026-07-27T01:30:43.016" v="867" actId="12789"/>
        <pc:sldMkLst>
          <pc:docMk/>
          <pc:sldMk cId="0" sldId="301"/>
        </pc:sldMkLst>
        <pc:picChg chg="add mod">
          <ac:chgData name="nakamura takuya" userId="727bb4a0-377a-4a8e-a89d-8efa14875c2f" providerId="ADAL" clId="{7D6FC31F-3357-4373-B706-004F3C0B89A4}" dt="2026-07-27T01:30:43.016" v="867" actId="12789"/>
          <ac:picMkLst>
            <pc:docMk/>
            <pc:sldMk cId="0" sldId="301"/>
            <ac:picMk id="26" creationId="{1A97B92B-0454-8B36-4A3A-C4D4DDFE111F}"/>
          </ac:picMkLst>
        </pc:picChg>
        <pc:picChg chg="del">
          <ac:chgData name="nakamura takuya" userId="727bb4a0-377a-4a8e-a89d-8efa14875c2f" providerId="ADAL" clId="{7D6FC31F-3357-4373-B706-004F3C0B89A4}" dt="2026-07-27T01:14:37.083" v="262" actId="478"/>
          <ac:picMkLst>
            <pc:docMk/>
            <pc:sldMk cId="0" sldId="301"/>
            <ac:picMk id="30" creationId="{5B4996B7-D9FD-5776-A6DE-F3ADD7B75439}"/>
          </ac:picMkLst>
        </pc:picChg>
        <pc:picChg chg="mod">
          <ac:chgData name="nakamura takuya" userId="727bb4a0-377a-4a8e-a89d-8efa14875c2f" providerId="ADAL" clId="{7D6FC31F-3357-4373-B706-004F3C0B89A4}" dt="2026-07-27T01:30:43.016" v="867" actId="12789"/>
          <ac:picMkLst>
            <pc:docMk/>
            <pc:sldMk cId="0" sldId="301"/>
            <ac:picMk id="33" creationId="{03080441-459A-E359-EEA1-4BDDDD60EF92}"/>
          </ac:picMkLst>
        </pc:picChg>
        <pc:picChg chg="mod">
          <ac:chgData name="nakamura takuya" userId="727bb4a0-377a-4a8e-a89d-8efa14875c2f" providerId="ADAL" clId="{7D6FC31F-3357-4373-B706-004F3C0B89A4}" dt="2026-07-27T01:30:43.016" v="867" actId="12789"/>
          <ac:picMkLst>
            <pc:docMk/>
            <pc:sldMk cId="0" sldId="301"/>
            <ac:picMk id="36" creationId="{D2718FAC-8BF7-D94F-AA3D-4577BB996EE8}"/>
          </ac:picMkLst>
        </pc:picChg>
      </pc:sldChg>
      <pc:sldChg chg="add">
        <pc:chgData name="nakamura takuya" userId="727bb4a0-377a-4a8e-a89d-8efa14875c2f" providerId="ADAL" clId="{7D6FC31F-3357-4373-B706-004F3C0B89A4}" dt="2026-07-27T09:17:46.108" v="872"/>
        <pc:sldMkLst>
          <pc:docMk/>
          <pc:sldMk cId="0" sldId="318"/>
        </pc:sldMkLst>
      </pc:sldChg>
      <pc:sldChg chg="addSp delSp add mod">
        <pc:chgData name="nakamura takuya" userId="727bb4a0-377a-4a8e-a89d-8efa14875c2f" providerId="ADAL" clId="{7D6FC31F-3357-4373-B706-004F3C0B89A4}" dt="2026-07-27T09:22:35.960" v="1007" actId="22"/>
        <pc:sldMkLst>
          <pc:docMk/>
          <pc:sldMk cId="0" sldId="319"/>
        </pc:sldMkLst>
        <pc:spChg chg="del">
          <ac:chgData name="nakamura takuya" userId="727bb4a0-377a-4a8e-a89d-8efa14875c2f" providerId="ADAL" clId="{7D6FC31F-3357-4373-B706-004F3C0B89A4}" dt="2026-07-27T09:22:35.713" v="1006" actId="478"/>
          <ac:spMkLst>
            <pc:docMk/>
            <pc:sldMk cId="0" sldId="319"/>
            <ac:spMk id="15" creationId="{00000000-0000-0000-0000-000000000000}"/>
          </ac:spMkLst>
        </pc:spChg>
        <pc:spChg chg="add">
          <ac:chgData name="nakamura takuya" userId="727bb4a0-377a-4a8e-a89d-8efa14875c2f" providerId="ADAL" clId="{7D6FC31F-3357-4373-B706-004F3C0B89A4}" dt="2026-07-27T09:22:35.960" v="1007" actId="22"/>
          <ac:spMkLst>
            <pc:docMk/>
            <pc:sldMk cId="0" sldId="319"/>
            <ac:spMk id="28" creationId="{218F78B2-1047-CD7A-9E46-D0312EA70DAF}"/>
          </ac:spMkLst>
        </pc:spChg>
      </pc:sldChg>
      <pc:sldChg chg="addSp delSp add mod">
        <pc:chgData name="nakamura takuya" userId="727bb4a0-377a-4a8e-a89d-8efa14875c2f" providerId="ADAL" clId="{7D6FC31F-3357-4373-B706-004F3C0B89A4}" dt="2026-07-27T09:22:07.308" v="1005" actId="22"/>
        <pc:sldMkLst>
          <pc:docMk/>
          <pc:sldMk cId="0" sldId="320"/>
        </pc:sldMkLst>
        <pc:spChg chg="del">
          <ac:chgData name="nakamura takuya" userId="727bb4a0-377a-4a8e-a89d-8efa14875c2f" providerId="ADAL" clId="{7D6FC31F-3357-4373-B706-004F3C0B89A4}" dt="2026-07-27T09:22:06.936" v="1004" actId="478"/>
          <ac:spMkLst>
            <pc:docMk/>
            <pc:sldMk cId="0" sldId="320"/>
            <ac:spMk id="15" creationId="{00000000-0000-0000-0000-000000000000}"/>
          </ac:spMkLst>
        </pc:spChg>
        <pc:spChg chg="add">
          <ac:chgData name="nakamura takuya" userId="727bb4a0-377a-4a8e-a89d-8efa14875c2f" providerId="ADAL" clId="{7D6FC31F-3357-4373-B706-004F3C0B89A4}" dt="2026-07-27T09:22:07.308" v="1005" actId="22"/>
          <ac:spMkLst>
            <pc:docMk/>
            <pc:sldMk cId="0" sldId="320"/>
            <ac:spMk id="28" creationId="{9BC3E715-2F63-0D65-8288-7E4D05AE054E}"/>
          </ac:spMkLst>
        </pc:spChg>
      </pc:sldChg>
    </pc:docChg>
  </pc:docChgLst>
  <pc:docChgLst>
    <pc:chgData name="Chong Chi Lam" userId="S::chong.chilam@lowcode.co.jp::81382fe5-eaa4-4a9a-a65b-f1565c4c4d27" providerId="AD" clId="Web-{2D98BE66-1B10-5E38-6FA0-E1357661223D}"/>
    <pc:docChg chg="modSld">
      <pc:chgData name="Chong Chi Lam" userId="S::chong.chilam@lowcode.co.jp::81382fe5-eaa4-4a9a-a65b-f1565c4c4d27" providerId="AD" clId="Web-{2D98BE66-1B10-5E38-6FA0-E1357661223D}" dt="2026-07-27T00:43:14.744" v="7" actId="20577"/>
      <pc:docMkLst>
        <pc:docMk/>
      </pc:docMkLst>
      <pc:sldChg chg="modSp">
        <pc:chgData name="Chong Chi Lam" userId="S::chong.chilam@lowcode.co.jp::81382fe5-eaa4-4a9a-a65b-f1565c4c4d27" providerId="AD" clId="Web-{2D98BE66-1B10-5E38-6FA0-E1357661223D}" dt="2026-07-27T00:43:14.744" v="7" actId="20577"/>
        <pc:sldMkLst>
          <pc:docMk/>
          <pc:sldMk cId="0" sldId="283"/>
        </pc:sldMkLst>
        <pc:spChg chg="mod">
          <ac:chgData name="Chong Chi Lam" userId="S::chong.chilam@lowcode.co.jp::81382fe5-eaa4-4a9a-a65b-f1565c4c4d27" providerId="AD" clId="Web-{2D98BE66-1B10-5E38-6FA0-E1357661223D}" dt="2026-07-27T00:43:14.744" v="7" actId="20577"/>
          <ac:spMkLst>
            <pc:docMk/>
            <pc:sldMk cId="0" sldId="283"/>
            <ac:spMk id="31"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CEE7BBA-1A57-4CFB-883E-2D12E1B74D29}" type="datetimeFigureOut">
              <a:rPr kumimoji="1" lang="ja-JP" altLang="en-US" smtClean="0"/>
              <a:t>2026/7/29</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F38C158-C7C8-4711-9209-A02984D40B1D}" type="slidenum">
              <a:rPr kumimoji="1" lang="ja-JP" altLang="en-US" smtClean="0"/>
              <a:t>‹#›</a:t>
            </a:fld>
            <a:endParaRPr kumimoji="1" lang="ja-JP" altLang="en-US"/>
          </a:p>
        </p:txBody>
      </p:sp>
    </p:spTree>
    <p:extLst>
      <p:ext uri="{BB962C8B-B14F-4D97-AF65-F5344CB8AC3E}">
        <p14:creationId xmlns:p14="http://schemas.microsoft.com/office/powerpoint/2010/main" val="362266014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表紙">
    <p:bg>
      <p:bgPr>
        <a:solidFill>
          <a:schemeClr val="bg1"/>
        </a:solidFill>
        <a:effectLst/>
      </p:bgPr>
    </p:bg>
    <p:spTree>
      <p:nvGrpSpPr>
        <p:cNvPr id="1" name=""/>
        <p:cNvGrpSpPr/>
        <p:nvPr/>
      </p:nvGrpSpPr>
      <p:grpSpPr>
        <a:xfrm>
          <a:off x="0" y="0"/>
          <a:ext cx="0" cy="0"/>
          <a:chOff x="0" y="0"/>
          <a:chExt cx="0" cy="0"/>
        </a:xfrm>
      </p:grpSpPr>
      <p:sp>
        <p:nvSpPr>
          <p:cNvPr id="14" name="テキスト プレースホルダー 13">
            <a:extLst>
              <a:ext uri="{FF2B5EF4-FFF2-40B4-BE49-F238E27FC236}">
                <a16:creationId xmlns:a16="http://schemas.microsoft.com/office/drawing/2014/main" id="{5A29DF86-A2DE-CC98-8D90-9053B6FD6938}"/>
              </a:ext>
            </a:extLst>
          </p:cNvPr>
          <p:cNvSpPr>
            <a:spLocks noGrp="1"/>
          </p:cNvSpPr>
          <p:nvPr>
            <p:ph type="body" sz="quarter" idx="12"/>
          </p:nvPr>
        </p:nvSpPr>
        <p:spPr>
          <a:xfrm>
            <a:off x="1149211" y="3360716"/>
            <a:ext cx="9419782" cy="789800"/>
          </a:xfrm>
          <a:prstGeom prst="rect">
            <a:avLst/>
          </a:prstGeom>
        </p:spPr>
        <p:txBody>
          <a:bodyPr anchor="ctr" anchorCtr="0">
            <a:normAutofit/>
          </a:bodyPr>
          <a:lstStyle>
            <a:lvl1pPr marL="0" indent="0">
              <a:buNone/>
              <a:defRPr sz="4355"/>
            </a:lvl1pPr>
          </a:lstStyle>
          <a:p>
            <a:pPr lvl="0"/>
            <a:r>
              <a:rPr kumimoji="1" lang="ja-JP" altLang="en-US"/>
              <a:t>マスター テキストの書式設定</a:t>
            </a:r>
          </a:p>
        </p:txBody>
      </p:sp>
      <p:sp>
        <p:nvSpPr>
          <p:cNvPr id="2" name="Title 1"/>
          <p:cNvSpPr>
            <a:spLocks noGrp="1"/>
          </p:cNvSpPr>
          <p:nvPr>
            <p:ph type="ctrTitle" hasCustomPrompt="1"/>
          </p:nvPr>
        </p:nvSpPr>
        <p:spPr>
          <a:xfrm>
            <a:off x="1149699" y="2391227"/>
            <a:ext cx="9418806" cy="862077"/>
          </a:xfrm>
          <a:prstGeom prst="rect">
            <a:avLst/>
          </a:prstGeom>
        </p:spPr>
        <p:txBody>
          <a:bodyPr lIns="0" tIns="0" rIns="0" bIns="0" anchor="t">
            <a:noAutofit/>
          </a:bodyPr>
          <a:lstStyle>
            <a:lvl1pPr algn="l">
              <a:lnSpc>
                <a:spcPct val="100000"/>
              </a:lnSpc>
              <a:defRPr sz="4899" b="1" cap="none" spc="0">
                <a:ln w="0">
                  <a:noFill/>
                  <a:prstDash val="solid"/>
                </a:ln>
                <a:gradFill>
                  <a:gsLst>
                    <a:gs pos="97000">
                      <a:schemeClr val="accent5">
                        <a:lumMod val="50000"/>
                      </a:schemeClr>
                    </a:gs>
                    <a:gs pos="73000">
                      <a:srgbClr val="3CBACB"/>
                    </a:gs>
                    <a:gs pos="0">
                      <a:schemeClr val="accent5">
                        <a:lumMod val="90000"/>
                      </a:schemeClr>
                    </a:gs>
                  </a:gsLst>
                  <a:lin ang="10800000" scaled="0"/>
                </a:gradFill>
                <a:effectLst/>
                <a:latin typeface="+mn-ea"/>
                <a:ea typeface="+mn-ea"/>
              </a:defRPr>
            </a:lvl1pPr>
          </a:lstStyle>
          <a:p>
            <a:r>
              <a:rPr lang="ja-JP" altLang="en-US"/>
              <a:t>プレゼンテーションテンプレート</a:t>
            </a:r>
            <a:endParaRPr lang="en-US"/>
          </a:p>
        </p:txBody>
      </p:sp>
      <p:sp>
        <p:nvSpPr>
          <p:cNvPr id="3" name="Subtitle 2"/>
          <p:cNvSpPr>
            <a:spLocks noGrp="1"/>
          </p:cNvSpPr>
          <p:nvPr>
            <p:ph type="subTitle" idx="1"/>
          </p:nvPr>
        </p:nvSpPr>
        <p:spPr>
          <a:xfrm>
            <a:off x="1149706" y="1992752"/>
            <a:ext cx="8360289" cy="291063"/>
          </a:xfrm>
          <a:prstGeom prst="rect">
            <a:avLst/>
          </a:prstGeom>
          <a:ln>
            <a:noFill/>
          </a:ln>
        </p:spPr>
        <p:txBody>
          <a:bodyPr lIns="0" tIns="0" rIns="0" bIns="0" anchor="ctr">
            <a:noAutofit/>
          </a:bodyPr>
          <a:lstStyle>
            <a:lvl1pPr marL="0" indent="0" algn="l">
              <a:buNone/>
              <a:defRPr sz="1633" b="0" cap="none" spc="0">
                <a:ln w="0">
                  <a:noFill/>
                  <a:prstDash val="solid"/>
                </a:ln>
                <a:solidFill>
                  <a:schemeClr val="tx2"/>
                </a:solidFill>
                <a:effectLst/>
                <a:latin typeface="+mn-ea"/>
                <a:ea typeface="+mn-ea"/>
              </a:defRPr>
            </a:lvl1pPr>
            <a:lvl2pPr marL="457203" indent="0" algn="ctr">
              <a:buNone/>
              <a:defRPr sz="2000"/>
            </a:lvl2pPr>
            <a:lvl3pPr marL="914406" indent="0" algn="ctr">
              <a:buNone/>
              <a:defRPr sz="1800"/>
            </a:lvl3pPr>
            <a:lvl4pPr marL="1371609" indent="0" algn="ctr">
              <a:buNone/>
              <a:defRPr sz="1600"/>
            </a:lvl4pPr>
            <a:lvl5pPr marL="1828812" indent="0" algn="ctr">
              <a:buNone/>
              <a:defRPr sz="1600"/>
            </a:lvl5pPr>
            <a:lvl6pPr marL="2286015" indent="0" algn="ctr">
              <a:buNone/>
              <a:defRPr sz="1600"/>
            </a:lvl6pPr>
            <a:lvl7pPr marL="2743218" indent="0" algn="ctr">
              <a:buNone/>
              <a:defRPr sz="1600"/>
            </a:lvl7pPr>
            <a:lvl8pPr marL="3200421" indent="0" algn="ctr">
              <a:buNone/>
              <a:defRPr sz="1600"/>
            </a:lvl8pPr>
            <a:lvl9pPr marL="3657624" indent="0" algn="ctr">
              <a:buNone/>
              <a:defRPr sz="1600"/>
            </a:lvl9pPr>
          </a:lstStyle>
          <a:p>
            <a:r>
              <a:rPr lang="ja-JP" altLang="en-US"/>
              <a:t>マスター サブタイトルの書式設定</a:t>
            </a:r>
            <a:endParaRPr lang="en-US"/>
          </a:p>
        </p:txBody>
      </p:sp>
      <p:sp>
        <p:nvSpPr>
          <p:cNvPr id="8" name="Text Placeholder 3">
            <a:extLst>
              <a:ext uri="{FF2B5EF4-FFF2-40B4-BE49-F238E27FC236}">
                <a16:creationId xmlns:a16="http://schemas.microsoft.com/office/drawing/2014/main" id="{9649C234-A319-4CA8-B571-4E8F7ACF547B}"/>
              </a:ext>
            </a:extLst>
          </p:cNvPr>
          <p:cNvSpPr>
            <a:spLocks noGrp="1"/>
          </p:cNvSpPr>
          <p:nvPr>
            <p:ph type="body" sz="half" idx="2" hasCustomPrompt="1"/>
          </p:nvPr>
        </p:nvSpPr>
        <p:spPr>
          <a:xfrm>
            <a:off x="1149706" y="4575512"/>
            <a:ext cx="1600953" cy="291063"/>
          </a:xfrm>
          <a:prstGeom prst="rect">
            <a:avLst/>
          </a:prstGeom>
          <a:solidFill>
            <a:schemeClr val="accent1"/>
          </a:solidFill>
        </p:spPr>
        <p:txBody>
          <a:bodyPr tIns="18000" bIns="0" anchor="ctr">
            <a:normAutofit/>
          </a:bodyPr>
          <a:lstStyle>
            <a:lvl1pPr marL="0" indent="0" algn="ctr">
              <a:buNone/>
              <a:defRPr sz="1452" spc="91" baseline="0">
                <a:solidFill>
                  <a:schemeClr val="bg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lvl="0"/>
            <a:r>
              <a:rPr lang="en-US" altLang="ja-JP"/>
              <a:t>2020.10.01</a:t>
            </a:r>
            <a:endParaRPr lang="ja-JP" altLang="en-US"/>
          </a:p>
        </p:txBody>
      </p:sp>
      <p:sp>
        <p:nvSpPr>
          <p:cNvPr id="4" name="正方形/長方形 3">
            <a:extLst>
              <a:ext uri="{FF2B5EF4-FFF2-40B4-BE49-F238E27FC236}">
                <a16:creationId xmlns:a16="http://schemas.microsoft.com/office/drawing/2014/main" id="{1D3A9960-2BBC-1A7F-6AAF-9F051165E927}"/>
              </a:ext>
            </a:extLst>
          </p:cNvPr>
          <p:cNvSpPr/>
          <p:nvPr userDrawn="1"/>
        </p:nvSpPr>
        <p:spPr>
          <a:xfrm>
            <a:off x="760380" y="1825900"/>
            <a:ext cx="209297" cy="318347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spc="100">
              <a:solidFill>
                <a:schemeClr val="tx2"/>
              </a:solidFill>
              <a:latin typeface="+mn-ea"/>
            </a:endParaRPr>
          </a:p>
        </p:txBody>
      </p:sp>
      <p:sp>
        <p:nvSpPr>
          <p:cNvPr id="7" name="テキスト プレースホルダー 9">
            <a:extLst>
              <a:ext uri="{FF2B5EF4-FFF2-40B4-BE49-F238E27FC236}">
                <a16:creationId xmlns:a16="http://schemas.microsoft.com/office/drawing/2014/main" id="{8FB24792-959A-16B7-4899-5AAC1A2D7F79}"/>
              </a:ext>
            </a:extLst>
          </p:cNvPr>
          <p:cNvSpPr>
            <a:spLocks noGrp="1"/>
          </p:cNvSpPr>
          <p:nvPr>
            <p:ph type="body" sz="half" idx="10" hasCustomPrompt="1"/>
          </p:nvPr>
        </p:nvSpPr>
        <p:spPr>
          <a:xfrm>
            <a:off x="1149706" y="4575512"/>
            <a:ext cx="1600953" cy="291063"/>
          </a:xfrm>
          <a:prstGeom prst="rect">
            <a:avLst/>
          </a:prstGeom>
          <a:solidFill>
            <a:schemeClr val="accent1"/>
          </a:solidFill>
        </p:spPr>
        <p:txBody>
          <a:bodyPr anchor="ctr" anchorCtr="0">
            <a:normAutofit/>
          </a:bodyPr>
          <a:lstStyle>
            <a:lvl1pPr marL="0" indent="0" algn="ctr">
              <a:buNone/>
              <a:defRPr sz="1452">
                <a:solidFill>
                  <a:schemeClr val="bg1"/>
                </a:solidFill>
              </a:defRPr>
            </a:lvl1pPr>
          </a:lstStyle>
          <a:p>
            <a:r>
              <a:rPr lang="en-US" altLang="ja-JP" spc="100"/>
              <a:t>2024.07.08</a:t>
            </a:r>
            <a:endParaRPr lang="ja-JP" altLang="en-US" spc="100"/>
          </a:p>
        </p:txBody>
      </p:sp>
    </p:spTree>
    <p:extLst>
      <p:ext uri="{BB962C8B-B14F-4D97-AF65-F5344CB8AC3E}">
        <p14:creationId xmlns:p14="http://schemas.microsoft.com/office/powerpoint/2010/main" val="27198022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目次">
    <p:bg>
      <p:bgPr>
        <a:solidFill>
          <a:schemeClr val="tx2"/>
        </a:solidFill>
        <a:effectLst/>
      </p:bgPr>
    </p:bg>
    <p:spTree>
      <p:nvGrpSpPr>
        <p:cNvPr id="1" name=""/>
        <p:cNvGrpSpPr/>
        <p:nvPr/>
      </p:nvGrpSpPr>
      <p:grpSpPr>
        <a:xfrm>
          <a:off x="0" y="0"/>
          <a:ext cx="0" cy="0"/>
          <a:chOff x="0" y="0"/>
          <a:chExt cx="0" cy="0"/>
        </a:xfrm>
      </p:grpSpPr>
      <p:sp>
        <p:nvSpPr>
          <p:cNvPr id="8" name="Slide Number Placeholder 4">
            <a:extLst>
              <a:ext uri="{FF2B5EF4-FFF2-40B4-BE49-F238E27FC236}">
                <a16:creationId xmlns:a16="http://schemas.microsoft.com/office/drawing/2014/main" id="{F72A3028-8B63-5839-5C17-9FEE3D5EEA41}"/>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bg2"/>
                </a:solidFill>
              </a:defRPr>
            </a:lvl1pPr>
          </a:lstStyle>
          <a:p>
            <a:fld id="{14EC724F-F4C9-4616-8530-5BC5097559BB}" type="slidenum">
              <a:rPr lang="ja-JP" altLang="en-US" smtClean="0"/>
              <a:pPr/>
              <a:t>‹#›</a:t>
            </a:fld>
            <a:endParaRPr lang="ja-JP" altLang="en-US"/>
          </a:p>
        </p:txBody>
      </p:sp>
      <p:sp>
        <p:nvSpPr>
          <p:cNvPr id="10" name="Title 1">
            <a:extLst>
              <a:ext uri="{FF2B5EF4-FFF2-40B4-BE49-F238E27FC236}">
                <a16:creationId xmlns:a16="http://schemas.microsoft.com/office/drawing/2014/main" id="{6EE881AC-9F0B-8A67-2800-BA379A144F6C}"/>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defRPr sz="2540" b="0">
                <a:solidFill>
                  <a:schemeClr val="bg1"/>
                </a:solidFill>
                <a:latin typeface="+mj-ea"/>
                <a:ea typeface="+mj-ea"/>
              </a:defRPr>
            </a:lvl1pPr>
          </a:lstStyle>
          <a:p>
            <a:r>
              <a:rPr lang="ja-JP" altLang="en-US"/>
              <a:t>タイトルが入ります</a:t>
            </a:r>
            <a:endParaRPr lang="en-US"/>
          </a:p>
        </p:txBody>
      </p:sp>
      <p:sp>
        <p:nvSpPr>
          <p:cNvPr id="11" name="正方形/長方形 10">
            <a:extLst>
              <a:ext uri="{FF2B5EF4-FFF2-40B4-BE49-F238E27FC236}">
                <a16:creationId xmlns:a16="http://schemas.microsoft.com/office/drawing/2014/main" id="{2E03C316-8F5D-4D06-0CEA-3CBFA4DDAEE5}"/>
              </a:ext>
            </a:extLst>
          </p:cNvPr>
          <p:cNvSpPr/>
          <p:nvPr userDrawn="1"/>
        </p:nvSpPr>
        <p:spPr>
          <a:xfrm flipV="1">
            <a:off x="723630" y="734794"/>
            <a:ext cx="10729319" cy="8108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3" name="Text Placeholder 3">
            <a:extLst>
              <a:ext uri="{FF2B5EF4-FFF2-40B4-BE49-F238E27FC236}">
                <a16:creationId xmlns:a16="http://schemas.microsoft.com/office/drawing/2014/main" id="{A75236A4-19FE-66B8-28AB-FE24B4935AA7}"/>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1">
                <a:solidFill>
                  <a:schemeClr val="bg1"/>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2" name="テキスト ボックス 1">
            <a:extLst>
              <a:ext uri="{FF2B5EF4-FFF2-40B4-BE49-F238E27FC236}">
                <a16:creationId xmlns:a16="http://schemas.microsoft.com/office/drawing/2014/main" id="{57118DB0-D694-263A-335C-6D6B33275B18}"/>
              </a:ext>
            </a:extLst>
          </p:cNvPr>
          <p:cNvSpPr txBox="1"/>
          <p:nvPr userDrawn="1"/>
        </p:nvSpPr>
        <p:spPr>
          <a:xfrm>
            <a:off x="-1925" y="6598271"/>
            <a:ext cx="3345200" cy="261610"/>
          </a:xfrm>
          <a:prstGeom prst="rect">
            <a:avLst/>
          </a:prstGeom>
          <a:noFill/>
        </p:spPr>
        <p:txBody>
          <a:bodyPr wrap="square">
            <a:spAutoFit/>
          </a:bodyPr>
          <a:lstStyle/>
          <a:p>
            <a:r>
              <a:rPr lang="en-US" altLang="ja-JP" sz="1050">
                <a:solidFill>
                  <a:schemeClr val="bg1"/>
                </a:solidFill>
              </a:rPr>
              <a:t>© 2025 Low Code Inc. All rights reserved.</a:t>
            </a:r>
            <a:endParaRPr lang="ja-JP" altLang="en-US" sz="1050">
              <a:solidFill>
                <a:schemeClr val="bg1"/>
              </a:solidFill>
            </a:endParaRPr>
          </a:p>
        </p:txBody>
      </p:sp>
    </p:spTree>
    <p:extLst>
      <p:ext uri="{BB962C8B-B14F-4D97-AF65-F5344CB8AC3E}">
        <p14:creationId xmlns:p14="http://schemas.microsoft.com/office/powerpoint/2010/main" val="26222150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p:bg>
      <p:bgPr>
        <a:solidFill>
          <a:schemeClr val="tx2"/>
        </a:solidFill>
        <a:effectLst/>
      </p:bgPr>
    </p:bg>
    <p:spTree>
      <p:nvGrpSpPr>
        <p:cNvPr id="1" name=""/>
        <p:cNvGrpSpPr/>
        <p:nvPr/>
      </p:nvGrpSpPr>
      <p:grpSpPr>
        <a:xfrm>
          <a:off x="0" y="0"/>
          <a:ext cx="0" cy="0"/>
          <a:chOff x="0" y="0"/>
          <a:chExt cx="0" cy="0"/>
        </a:xfrm>
      </p:grpSpPr>
      <p:sp>
        <p:nvSpPr>
          <p:cNvPr id="13" name="テキスト プレースホルダー 12">
            <a:extLst>
              <a:ext uri="{FF2B5EF4-FFF2-40B4-BE49-F238E27FC236}">
                <a16:creationId xmlns:a16="http://schemas.microsoft.com/office/drawing/2014/main" id="{486585F4-B4A4-7E2B-5A9B-E0D9D6AF55BF}"/>
              </a:ext>
            </a:extLst>
          </p:cNvPr>
          <p:cNvSpPr>
            <a:spLocks noGrp="1"/>
          </p:cNvSpPr>
          <p:nvPr>
            <p:ph type="body" sz="quarter" idx="13" hasCustomPrompt="1"/>
          </p:nvPr>
        </p:nvSpPr>
        <p:spPr>
          <a:xfrm>
            <a:off x="838202" y="3083902"/>
            <a:ext cx="2102772" cy="1488294"/>
          </a:xfrm>
          <a:prstGeom prst="rect">
            <a:avLst/>
          </a:prstGeom>
        </p:spPr>
        <p:txBody>
          <a:bodyPr>
            <a:noAutofit/>
          </a:bodyPr>
          <a:lstStyle>
            <a:lvl1pPr marL="0" indent="0" algn="ctr">
              <a:buNone/>
              <a:defRPr sz="12701" b="1">
                <a:solidFill>
                  <a:schemeClr val="bg1"/>
                </a:solidFill>
                <a:latin typeface="+mn-lt"/>
                <a:ea typeface="+mj-ea"/>
              </a:defRPr>
            </a:lvl1pPr>
          </a:lstStyle>
          <a:p>
            <a:pPr lvl="0"/>
            <a:r>
              <a:rPr kumimoji="1" lang="en-US" altLang="ja-JP"/>
              <a:t>01</a:t>
            </a:r>
            <a:endParaRPr kumimoji="1" lang="ja-JP" altLang="en-US"/>
          </a:p>
        </p:txBody>
      </p:sp>
      <p:sp>
        <p:nvSpPr>
          <p:cNvPr id="6" name="正方形/長方形 5">
            <a:extLst>
              <a:ext uri="{FF2B5EF4-FFF2-40B4-BE49-F238E27FC236}">
                <a16:creationId xmlns:a16="http://schemas.microsoft.com/office/drawing/2014/main" id="{8A26D1C4-164F-4322-A4D6-2E3981258678}"/>
              </a:ext>
            </a:extLst>
          </p:cNvPr>
          <p:cNvSpPr/>
          <p:nvPr userDrawn="1"/>
        </p:nvSpPr>
        <p:spPr>
          <a:xfrm>
            <a:off x="0" y="4572196"/>
            <a:ext cx="12192213" cy="228609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7" name="Title 1">
            <a:extLst>
              <a:ext uri="{FF2B5EF4-FFF2-40B4-BE49-F238E27FC236}">
                <a16:creationId xmlns:a16="http://schemas.microsoft.com/office/drawing/2014/main" id="{B79C810F-C10A-4F50-B56E-13AAF759F028}"/>
              </a:ext>
            </a:extLst>
          </p:cNvPr>
          <p:cNvSpPr>
            <a:spLocks noGrp="1"/>
          </p:cNvSpPr>
          <p:nvPr>
            <p:ph type="title" hasCustomPrompt="1"/>
          </p:nvPr>
        </p:nvSpPr>
        <p:spPr>
          <a:xfrm>
            <a:off x="838200" y="5052463"/>
            <a:ext cx="10515600" cy="1325563"/>
          </a:xfrm>
          <a:prstGeom prst="rect">
            <a:avLst/>
          </a:prstGeom>
        </p:spPr>
        <p:txBody>
          <a:bodyPr/>
          <a:lstStyle>
            <a:lvl1pPr>
              <a:defRPr>
                <a:latin typeface="+mn-ea"/>
                <a:ea typeface="+mn-ea"/>
              </a:defRPr>
            </a:lvl1pPr>
          </a:lstStyle>
          <a:p>
            <a:r>
              <a:rPr lang="ja-JP" altLang="en-US"/>
              <a:t>大見出しが入ります</a:t>
            </a:r>
            <a:endParaRPr lang="en-US"/>
          </a:p>
        </p:txBody>
      </p:sp>
      <p:sp>
        <p:nvSpPr>
          <p:cNvPr id="2" name="テキスト ボックス 1">
            <a:extLst>
              <a:ext uri="{FF2B5EF4-FFF2-40B4-BE49-F238E27FC236}">
                <a16:creationId xmlns:a16="http://schemas.microsoft.com/office/drawing/2014/main" id="{C5BDC495-5B43-81E7-C3A6-F1843E74FD46}"/>
              </a:ext>
            </a:extLst>
          </p:cNvPr>
          <p:cNvSpPr txBox="1"/>
          <p:nvPr userDrawn="1"/>
        </p:nvSpPr>
        <p:spPr>
          <a:xfrm>
            <a:off x="-1925" y="6596390"/>
            <a:ext cx="3345200" cy="261610"/>
          </a:xfrm>
          <a:prstGeom prst="rect">
            <a:avLst/>
          </a:prstGeom>
          <a:noFill/>
        </p:spPr>
        <p:txBody>
          <a:bodyPr wrap="square">
            <a:spAutoFit/>
          </a:bodyPr>
          <a:lstStyle/>
          <a:p>
            <a:r>
              <a:rPr lang="en-US" altLang="ja-JP" sz="1050">
                <a:solidFill>
                  <a:schemeClr val="tx1">
                    <a:lumMod val="50000"/>
                    <a:lumOff val="50000"/>
                  </a:schemeClr>
                </a:solidFill>
              </a:rPr>
              <a:t>© 2025 Low Code Inc. All rights reserved.</a:t>
            </a:r>
            <a:endParaRPr lang="ja-JP" altLang="en-US" sz="1050">
              <a:solidFill>
                <a:schemeClr val="tx1">
                  <a:lumMod val="50000"/>
                  <a:lumOff val="50000"/>
                </a:schemeClr>
              </a:solidFill>
            </a:endParaRPr>
          </a:p>
        </p:txBody>
      </p:sp>
    </p:spTree>
    <p:extLst>
      <p:ext uri="{BB962C8B-B14F-4D97-AF65-F5344CB8AC3E}">
        <p14:creationId xmlns:p14="http://schemas.microsoft.com/office/powerpoint/2010/main" val="27377343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白紙">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Tree>
    <p:extLst>
      <p:ext uri="{BB962C8B-B14F-4D97-AF65-F5344CB8AC3E}">
        <p14:creationId xmlns:p14="http://schemas.microsoft.com/office/powerpoint/2010/main" val="40169152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タイトル＋見出し">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defRPr sz="254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2" name="Text Placeholder 3">
            <a:extLst>
              <a:ext uri="{FF2B5EF4-FFF2-40B4-BE49-F238E27FC236}">
                <a16:creationId xmlns:a16="http://schemas.microsoft.com/office/drawing/2014/main" id="{BB831D4F-A61C-0594-1F98-E06D1279B73C}"/>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25460557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タイトルのみ">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defRPr sz="254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Tree>
    <p:extLst>
      <p:ext uri="{BB962C8B-B14F-4D97-AF65-F5344CB8AC3E}">
        <p14:creationId xmlns:p14="http://schemas.microsoft.com/office/powerpoint/2010/main" val="39542994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タイトル＋見出し＋本文">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738580" y="943691"/>
            <a:ext cx="10714369" cy="689877"/>
          </a:xfrm>
          <a:prstGeom prst="rect">
            <a:avLst/>
          </a:prstGeom>
        </p:spPr>
        <p:txBody>
          <a:bodyPr lIns="0" tIns="0" rIns="0" bIns="0">
            <a:noAutofit/>
          </a:bodyPr>
          <a:lstStyle>
            <a:lvl1pPr algn="ctr">
              <a:defRPr sz="3992" b="1">
                <a:solidFill>
                  <a:schemeClr val="accent1"/>
                </a:solidFill>
                <a:latin typeface="+mn-ea"/>
                <a:ea typeface="+mn-ea"/>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2" name="Text Placeholder 3">
            <a:extLst>
              <a:ext uri="{FF2B5EF4-FFF2-40B4-BE49-F238E27FC236}">
                <a16:creationId xmlns:a16="http://schemas.microsoft.com/office/drawing/2014/main" id="{6DD37CF5-7C7F-3337-6675-B8C0883DE6AE}"/>
              </a:ext>
            </a:extLst>
          </p:cNvPr>
          <p:cNvSpPr>
            <a:spLocks noGrp="1"/>
          </p:cNvSpPr>
          <p:nvPr>
            <p:ph type="body" sz="half" idx="13" hasCustomPrompt="1"/>
          </p:nvPr>
        </p:nvSpPr>
        <p:spPr>
          <a:xfrm>
            <a:off x="738238" y="532239"/>
            <a:ext cx="10714369" cy="222492"/>
          </a:xfrm>
          <a:prstGeom prst="rect">
            <a:avLst/>
          </a:prstGeom>
        </p:spPr>
        <p:txBody>
          <a:bodyPr lIns="0" tIns="0" rIns="0" bIns="0">
            <a:noAutofit/>
          </a:bodyPr>
          <a:lstStyle>
            <a:lvl1pPr marL="0" indent="0" algn="l">
              <a:buNone/>
              <a:defRPr sz="1814"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5" name="Text Placeholder 3">
            <a:extLst>
              <a:ext uri="{FF2B5EF4-FFF2-40B4-BE49-F238E27FC236}">
                <a16:creationId xmlns:a16="http://schemas.microsoft.com/office/drawing/2014/main" id="{A6F2A11C-217B-3933-B175-8675779FAA7D}"/>
              </a:ext>
            </a:extLst>
          </p:cNvPr>
          <p:cNvSpPr>
            <a:spLocks noGrp="1"/>
          </p:cNvSpPr>
          <p:nvPr>
            <p:ph type="body" sz="half" idx="14" hasCustomPrompt="1"/>
          </p:nvPr>
        </p:nvSpPr>
        <p:spPr>
          <a:xfrm>
            <a:off x="738580" y="1796220"/>
            <a:ext cx="10714369" cy="954702"/>
          </a:xfrm>
          <a:prstGeom prst="rect">
            <a:avLst/>
          </a:prstGeom>
        </p:spPr>
        <p:txBody>
          <a:bodyPr lIns="0" tIns="0" rIns="0" bIns="0">
            <a:noAutofit/>
          </a:bodyPr>
          <a:lstStyle>
            <a:lvl1pPr marL="0" marR="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sz="1633"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Tree>
    <p:extLst>
      <p:ext uri="{BB962C8B-B14F-4D97-AF65-F5344CB8AC3E}">
        <p14:creationId xmlns:p14="http://schemas.microsoft.com/office/powerpoint/2010/main" val="19516236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大タイトルのみ">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738580" y="943691"/>
            <a:ext cx="10714369" cy="689877"/>
          </a:xfrm>
          <a:prstGeom prst="rect">
            <a:avLst/>
          </a:prstGeom>
        </p:spPr>
        <p:txBody>
          <a:bodyPr lIns="0" tIns="0" rIns="0" bIns="0">
            <a:noAutofit/>
          </a:bodyPr>
          <a:lstStyle>
            <a:lvl1pPr algn="ctr">
              <a:defRPr sz="3992" b="1">
                <a:solidFill>
                  <a:schemeClr val="accent1"/>
                </a:solidFill>
                <a:latin typeface="+mn-ea"/>
                <a:ea typeface="+mn-ea"/>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Tree>
    <p:extLst>
      <p:ext uri="{BB962C8B-B14F-4D97-AF65-F5344CB8AC3E}">
        <p14:creationId xmlns:p14="http://schemas.microsoft.com/office/powerpoint/2010/main" val="30044305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5_タイトルのみ">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738922" y="260550"/>
            <a:ext cx="10714369" cy="365125"/>
          </a:xfrm>
          <a:prstGeom prst="rect">
            <a:avLst/>
          </a:prstGeom>
        </p:spPr>
        <p:txBody>
          <a:bodyPr lIns="0" tIns="0" rIns="0" bIns="0">
            <a:noAutofit/>
          </a:bodyPr>
          <a:lstStyle>
            <a:lvl1pPr algn="l" defTabSz="914406" rtl="0" eaLnBrk="1" latinLnBrk="0" hangingPunct="1">
              <a:lnSpc>
                <a:spcPct val="90000"/>
              </a:lnSpc>
              <a:spcBef>
                <a:spcPct val="0"/>
              </a:spcBef>
              <a:buNone/>
              <a:defRPr kumimoji="1" lang="en-US" sz="2540" b="1" kern="1200" spc="109" baseline="0" dirty="0">
                <a:solidFill>
                  <a:schemeClr val="tx1"/>
                </a:solidFill>
                <a:latin typeface="+mn-ea"/>
                <a:ea typeface="+mn-ea"/>
                <a:cs typeface="+mj-cs"/>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7" name="Text Placeholder 3">
            <a:extLst>
              <a:ext uri="{FF2B5EF4-FFF2-40B4-BE49-F238E27FC236}">
                <a16:creationId xmlns:a16="http://schemas.microsoft.com/office/drawing/2014/main" id="{82F3A894-26DD-135E-5E9C-9F62E01F9C79}"/>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1">
                <a:solidFill>
                  <a:schemeClr val="tx1"/>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36018271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白紙">
    <p:bg>
      <p:bgPr>
        <a:solidFill>
          <a:schemeClr val="bg1"/>
        </a:solidFill>
        <a:effectLst/>
      </p:bgPr>
    </p:bg>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AE0389F4-2693-4DD2-9AC4-AD38CDAB2760}"/>
              </a:ext>
            </a:extLst>
          </p:cNvPr>
          <p:cNvSpPr/>
          <p:nvPr userDrawn="1"/>
        </p:nvSpPr>
        <p:spPr>
          <a:xfrm>
            <a:off x="0" y="1933337"/>
            <a:ext cx="12192213" cy="2991325"/>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2" name="Slide Number Placeholder 4">
            <a:extLst>
              <a:ext uri="{FF2B5EF4-FFF2-40B4-BE49-F238E27FC236}">
                <a16:creationId xmlns:a16="http://schemas.microsoft.com/office/drawing/2014/main" id="{95ACA8CC-1D43-2551-ADCC-C8E8E84BDC1A}"/>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4" name="テキスト プレースホルダー 3">
            <a:extLst>
              <a:ext uri="{FF2B5EF4-FFF2-40B4-BE49-F238E27FC236}">
                <a16:creationId xmlns:a16="http://schemas.microsoft.com/office/drawing/2014/main" id="{8B30B518-6AE0-61F2-C4EA-DED785410EC1}"/>
              </a:ext>
            </a:extLst>
          </p:cNvPr>
          <p:cNvSpPr>
            <a:spLocks noGrp="1"/>
          </p:cNvSpPr>
          <p:nvPr>
            <p:ph type="body" sz="quarter" idx="13" hasCustomPrompt="1"/>
          </p:nvPr>
        </p:nvSpPr>
        <p:spPr>
          <a:xfrm>
            <a:off x="1" y="1932683"/>
            <a:ext cx="7926384" cy="2992634"/>
          </a:xfrm>
          <a:prstGeom prst="rect">
            <a:avLst/>
          </a:prstGeom>
        </p:spPr>
        <p:txBody>
          <a:bodyPr anchor="ctr"/>
          <a:lstStyle>
            <a:lvl1pPr marL="0" indent="0" algn="l">
              <a:lnSpc>
                <a:spcPct val="110000"/>
              </a:lnSpc>
              <a:buNone/>
              <a:defRPr sz="3266" b="1">
                <a:solidFill>
                  <a:schemeClr val="bg1"/>
                </a:solidFill>
                <a:latin typeface="+mn-ea"/>
                <a:ea typeface="+mn-ea"/>
              </a:defRPr>
            </a:lvl1pPr>
            <a:lvl2pPr>
              <a:defRPr>
                <a:latin typeface="+mn-ea"/>
                <a:ea typeface="+mn-ea"/>
              </a:defRPr>
            </a:lvl2pPr>
            <a:lvl3pPr>
              <a:defRPr>
                <a:latin typeface="+mn-ea"/>
                <a:ea typeface="+mn-ea"/>
              </a:defRPr>
            </a:lvl3pPr>
            <a:lvl4pPr>
              <a:defRPr>
                <a:latin typeface="+mn-ea"/>
                <a:ea typeface="+mn-ea"/>
              </a:defRPr>
            </a:lvl4pPr>
            <a:lvl5pPr>
              <a:defRPr>
                <a:latin typeface="+mn-ea"/>
                <a:ea typeface="+mn-ea"/>
              </a:defRPr>
            </a:lvl5pPr>
          </a:lstStyle>
          <a:p>
            <a:pPr lvl="0"/>
            <a:r>
              <a:rPr kumimoji="1" lang="ja-JP" altLang="en-US"/>
              <a:t>タイトルが入ります</a:t>
            </a:r>
          </a:p>
        </p:txBody>
      </p:sp>
    </p:spTree>
    <p:extLst>
      <p:ext uri="{BB962C8B-B14F-4D97-AF65-F5344CB8AC3E}">
        <p14:creationId xmlns:p14="http://schemas.microsoft.com/office/powerpoint/2010/main" val="25175534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7_タイトルのみ">
    <p:spTree>
      <p:nvGrpSpPr>
        <p:cNvPr id="1" name=""/>
        <p:cNvGrpSpPr/>
        <p:nvPr/>
      </p:nvGrpSpPr>
      <p:grpSpPr>
        <a:xfrm>
          <a:off x="0" y="0"/>
          <a:ext cx="0" cy="0"/>
          <a:chOff x="0" y="0"/>
          <a:chExt cx="0" cy="0"/>
        </a:xfrm>
      </p:grpSpPr>
      <p:sp>
        <p:nvSpPr>
          <p:cNvPr id="9" name="Text Placeholder 3">
            <a:extLst>
              <a:ext uri="{FF2B5EF4-FFF2-40B4-BE49-F238E27FC236}">
                <a16:creationId xmlns:a16="http://schemas.microsoft.com/office/drawing/2014/main" id="{B5E2D3D2-2274-E408-BE20-FFD2DD9DC589}"/>
              </a:ext>
            </a:extLst>
          </p:cNvPr>
          <p:cNvSpPr>
            <a:spLocks noGrp="1"/>
          </p:cNvSpPr>
          <p:nvPr>
            <p:ph type="body" sz="half" idx="23" hasCustomPrompt="1"/>
          </p:nvPr>
        </p:nvSpPr>
        <p:spPr>
          <a:xfrm>
            <a:off x="8045051" y="2216382"/>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3</a:t>
            </a:r>
            <a:endParaRPr kumimoji="1" lang="ja-JP" altLang="en-US"/>
          </a:p>
        </p:txBody>
      </p:sp>
      <p:sp>
        <p:nvSpPr>
          <p:cNvPr id="8" name="Text Placeholder 3">
            <a:extLst>
              <a:ext uri="{FF2B5EF4-FFF2-40B4-BE49-F238E27FC236}">
                <a16:creationId xmlns:a16="http://schemas.microsoft.com/office/drawing/2014/main" id="{86697598-81C6-D556-9ADC-4E90B5091447}"/>
              </a:ext>
            </a:extLst>
          </p:cNvPr>
          <p:cNvSpPr>
            <a:spLocks noGrp="1"/>
          </p:cNvSpPr>
          <p:nvPr>
            <p:ph type="body" sz="half" idx="22" hasCustomPrompt="1"/>
          </p:nvPr>
        </p:nvSpPr>
        <p:spPr>
          <a:xfrm>
            <a:off x="5370619" y="2218833"/>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2</a:t>
            </a:r>
            <a:endParaRPr kumimoji="1" lang="ja-JP" altLang="en-US"/>
          </a:p>
        </p:txBody>
      </p:sp>
      <p:sp>
        <p:nvSpPr>
          <p:cNvPr id="7" name="Text Placeholder 3">
            <a:extLst>
              <a:ext uri="{FF2B5EF4-FFF2-40B4-BE49-F238E27FC236}">
                <a16:creationId xmlns:a16="http://schemas.microsoft.com/office/drawing/2014/main" id="{6482A0C8-D5C3-9AAF-6EE0-EDDAD5D45103}"/>
              </a:ext>
            </a:extLst>
          </p:cNvPr>
          <p:cNvSpPr>
            <a:spLocks noGrp="1"/>
          </p:cNvSpPr>
          <p:nvPr>
            <p:ph type="body" sz="half" idx="21" hasCustomPrompt="1"/>
          </p:nvPr>
        </p:nvSpPr>
        <p:spPr>
          <a:xfrm>
            <a:off x="2664334" y="2219733"/>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4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1</a:t>
            </a:r>
            <a:endParaRPr kumimoji="1" lang="ja-JP" altLang="en-US"/>
          </a:p>
        </p:txBody>
      </p:sp>
      <p:sp>
        <p:nvSpPr>
          <p:cNvPr id="3" name="Text Placeholder 3">
            <a:extLst>
              <a:ext uri="{FF2B5EF4-FFF2-40B4-BE49-F238E27FC236}">
                <a16:creationId xmlns:a16="http://schemas.microsoft.com/office/drawing/2014/main" id="{81770D32-DE95-2AB1-672B-637E4C000F01}"/>
              </a:ext>
            </a:extLst>
          </p:cNvPr>
          <p:cNvSpPr>
            <a:spLocks noGrp="1"/>
          </p:cNvSpPr>
          <p:nvPr>
            <p:ph type="body" sz="half" idx="17" hasCustomPrompt="1"/>
          </p:nvPr>
        </p:nvSpPr>
        <p:spPr>
          <a:xfrm>
            <a:off x="906515" y="2950543"/>
            <a:ext cx="1108909"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grpSp>
        <p:nvGrpSpPr>
          <p:cNvPr id="84" name="グループ化 83">
            <a:extLst>
              <a:ext uri="{FF2B5EF4-FFF2-40B4-BE49-F238E27FC236}">
                <a16:creationId xmlns:a16="http://schemas.microsoft.com/office/drawing/2014/main" id="{F1BCF46B-65B4-214A-25C4-A4B14A484C6A}"/>
              </a:ext>
            </a:extLst>
          </p:cNvPr>
          <p:cNvGrpSpPr/>
          <p:nvPr userDrawn="1"/>
        </p:nvGrpSpPr>
        <p:grpSpPr>
          <a:xfrm>
            <a:off x="8825582" y="2219733"/>
            <a:ext cx="190132" cy="3951134"/>
            <a:chOff x="3779235" y="2382999"/>
            <a:chExt cx="209591" cy="4378192"/>
          </a:xfrm>
        </p:grpSpPr>
        <p:grpSp>
          <p:nvGrpSpPr>
            <p:cNvPr id="85" name="グループ化 84">
              <a:extLst>
                <a:ext uri="{FF2B5EF4-FFF2-40B4-BE49-F238E27FC236}">
                  <a16:creationId xmlns:a16="http://schemas.microsoft.com/office/drawing/2014/main" id="{792DEC4C-0FB0-19E3-5AB2-2BCF152EB512}"/>
                </a:ext>
              </a:extLst>
            </p:cNvPr>
            <p:cNvGrpSpPr/>
            <p:nvPr userDrawn="1"/>
          </p:nvGrpSpPr>
          <p:grpSpPr>
            <a:xfrm>
              <a:off x="3779235" y="2382999"/>
              <a:ext cx="209107" cy="2184968"/>
              <a:chOff x="919218" y="2399232"/>
              <a:chExt cx="206847" cy="2167379"/>
            </a:xfrm>
          </p:grpSpPr>
          <p:cxnSp>
            <p:nvCxnSpPr>
              <p:cNvPr id="88" name="直線コネクタ 87">
                <a:extLst>
                  <a:ext uri="{FF2B5EF4-FFF2-40B4-BE49-F238E27FC236}">
                    <a16:creationId xmlns:a16="http://schemas.microsoft.com/office/drawing/2014/main" id="{C8625060-6C63-6F9F-2FF3-C68399D69F8A}"/>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9" name="直線コネクタ 88">
                <a:extLst>
                  <a:ext uri="{FF2B5EF4-FFF2-40B4-BE49-F238E27FC236}">
                    <a16:creationId xmlns:a16="http://schemas.microsoft.com/office/drawing/2014/main" id="{198C3B02-FFBA-B4D0-D449-DB73FECE5BEE}"/>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6" name="直線コネクタ 85">
              <a:extLst>
                <a:ext uri="{FF2B5EF4-FFF2-40B4-BE49-F238E27FC236}">
                  <a16:creationId xmlns:a16="http://schemas.microsoft.com/office/drawing/2014/main" id="{672CB4A5-3AD3-B0D6-D823-5BC5E863D436}"/>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7" name="直線コネクタ 86">
              <a:extLst>
                <a:ext uri="{FF2B5EF4-FFF2-40B4-BE49-F238E27FC236}">
                  <a16:creationId xmlns:a16="http://schemas.microsoft.com/office/drawing/2014/main" id="{A0DD468B-01C0-2F4F-4825-F6A8AD1D02AE}"/>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grpSp>
        <p:nvGrpSpPr>
          <p:cNvPr id="78" name="グループ化 77">
            <a:extLst>
              <a:ext uri="{FF2B5EF4-FFF2-40B4-BE49-F238E27FC236}">
                <a16:creationId xmlns:a16="http://schemas.microsoft.com/office/drawing/2014/main" id="{2E82FF43-F3CB-38AA-29FD-E80A93A10A7C}"/>
              </a:ext>
            </a:extLst>
          </p:cNvPr>
          <p:cNvGrpSpPr/>
          <p:nvPr userDrawn="1"/>
        </p:nvGrpSpPr>
        <p:grpSpPr>
          <a:xfrm>
            <a:off x="6094201" y="2172072"/>
            <a:ext cx="190132" cy="3951134"/>
            <a:chOff x="3779235" y="2382999"/>
            <a:chExt cx="209591" cy="4378192"/>
          </a:xfrm>
        </p:grpSpPr>
        <p:grpSp>
          <p:nvGrpSpPr>
            <p:cNvPr id="79" name="グループ化 78">
              <a:extLst>
                <a:ext uri="{FF2B5EF4-FFF2-40B4-BE49-F238E27FC236}">
                  <a16:creationId xmlns:a16="http://schemas.microsoft.com/office/drawing/2014/main" id="{B29E3EE1-17E5-6CDC-A15D-A638DE2DD3A8}"/>
                </a:ext>
              </a:extLst>
            </p:cNvPr>
            <p:cNvGrpSpPr/>
            <p:nvPr userDrawn="1"/>
          </p:nvGrpSpPr>
          <p:grpSpPr>
            <a:xfrm>
              <a:off x="3779235" y="2382999"/>
              <a:ext cx="209107" cy="2184968"/>
              <a:chOff x="919218" y="2399232"/>
              <a:chExt cx="206847" cy="2167379"/>
            </a:xfrm>
          </p:grpSpPr>
          <p:cxnSp>
            <p:nvCxnSpPr>
              <p:cNvPr id="82" name="直線コネクタ 81">
                <a:extLst>
                  <a:ext uri="{FF2B5EF4-FFF2-40B4-BE49-F238E27FC236}">
                    <a16:creationId xmlns:a16="http://schemas.microsoft.com/office/drawing/2014/main" id="{E666A0CA-C7BC-155B-AD63-BE899A087B0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3" name="直線コネクタ 82">
                <a:extLst>
                  <a:ext uri="{FF2B5EF4-FFF2-40B4-BE49-F238E27FC236}">
                    <a16:creationId xmlns:a16="http://schemas.microsoft.com/office/drawing/2014/main" id="{D06A146E-9034-0DB8-C1C9-94A226B11C40}"/>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0" name="直線コネクタ 79">
              <a:extLst>
                <a:ext uri="{FF2B5EF4-FFF2-40B4-BE49-F238E27FC236}">
                  <a16:creationId xmlns:a16="http://schemas.microsoft.com/office/drawing/2014/main" id="{B49D55DF-5E3D-578C-A264-0C583FEF4AFA}"/>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1" name="直線コネクタ 80">
              <a:extLst>
                <a:ext uri="{FF2B5EF4-FFF2-40B4-BE49-F238E27FC236}">
                  <a16:creationId xmlns:a16="http://schemas.microsoft.com/office/drawing/2014/main" id="{8EAE4729-DBDB-5A6B-F71E-CD6B2BD13701}"/>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20" name="直線コネクタ 19">
            <a:extLst>
              <a:ext uri="{FF2B5EF4-FFF2-40B4-BE49-F238E27FC236}">
                <a16:creationId xmlns:a16="http://schemas.microsoft.com/office/drawing/2014/main" id="{F9D783DC-4B69-92A9-E4DE-D16643ECF07B}"/>
              </a:ext>
            </a:extLst>
          </p:cNvPr>
          <p:cNvCxnSpPr>
            <a:cxnSpLocks/>
          </p:cNvCxnSpPr>
          <p:nvPr userDrawn="1"/>
        </p:nvCxnSpPr>
        <p:spPr>
          <a:xfrm>
            <a:off x="705792" y="2172072"/>
            <a:ext cx="0" cy="3956109"/>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C5CEEA35-9195-6E8D-4719-50F07FB25C34}"/>
              </a:ext>
            </a:extLst>
          </p:cNvPr>
          <p:cNvCxnSpPr/>
          <p:nvPr userDrawn="1"/>
        </p:nvCxnSpPr>
        <p:spPr>
          <a:xfrm>
            <a:off x="11488253" y="2184427"/>
            <a:ext cx="0" cy="3956109"/>
          </a:xfrm>
          <a:prstGeom prst="line">
            <a:avLst/>
          </a:prstGeom>
        </p:spPr>
        <p:style>
          <a:lnRef idx="2">
            <a:schemeClr val="dk1"/>
          </a:lnRef>
          <a:fillRef idx="0">
            <a:schemeClr val="dk1"/>
          </a:fillRef>
          <a:effectRef idx="1">
            <a:schemeClr val="dk1"/>
          </a:effectRef>
          <a:fontRef idx="minor">
            <a:schemeClr val="tx1"/>
          </a:fontRef>
        </p:style>
      </p:cxnSp>
      <p:grpSp>
        <p:nvGrpSpPr>
          <p:cNvPr id="77" name="グループ化 76">
            <a:extLst>
              <a:ext uri="{FF2B5EF4-FFF2-40B4-BE49-F238E27FC236}">
                <a16:creationId xmlns:a16="http://schemas.microsoft.com/office/drawing/2014/main" id="{23D633D8-6538-1A44-0B9E-E93F252F9DE2}"/>
              </a:ext>
            </a:extLst>
          </p:cNvPr>
          <p:cNvGrpSpPr/>
          <p:nvPr userDrawn="1"/>
        </p:nvGrpSpPr>
        <p:grpSpPr>
          <a:xfrm>
            <a:off x="3397477" y="2210557"/>
            <a:ext cx="190132" cy="3951134"/>
            <a:chOff x="3779235" y="2382999"/>
            <a:chExt cx="209591" cy="4378192"/>
          </a:xfrm>
        </p:grpSpPr>
        <p:grpSp>
          <p:nvGrpSpPr>
            <p:cNvPr id="48" name="グループ化 47">
              <a:extLst>
                <a:ext uri="{FF2B5EF4-FFF2-40B4-BE49-F238E27FC236}">
                  <a16:creationId xmlns:a16="http://schemas.microsoft.com/office/drawing/2014/main" id="{CA8A8A81-A972-7D20-0745-5C5380CE77BF}"/>
                </a:ext>
              </a:extLst>
            </p:cNvPr>
            <p:cNvGrpSpPr/>
            <p:nvPr userDrawn="1"/>
          </p:nvGrpSpPr>
          <p:grpSpPr>
            <a:xfrm>
              <a:off x="3779235" y="2382999"/>
              <a:ext cx="209107" cy="2184968"/>
              <a:chOff x="919218" y="2399232"/>
              <a:chExt cx="206847" cy="2167379"/>
            </a:xfrm>
          </p:grpSpPr>
          <p:cxnSp>
            <p:nvCxnSpPr>
              <p:cNvPr id="32" name="直線コネクタ 31">
                <a:extLst>
                  <a:ext uri="{FF2B5EF4-FFF2-40B4-BE49-F238E27FC236}">
                    <a16:creationId xmlns:a16="http://schemas.microsoft.com/office/drawing/2014/main" id="{EFCDFDCB-8E60-9D06-18B7-CCBB86354F6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46" name="直線コネクタ 45">
                <a:extLst>
                  <a:ext uri="{FF2B5EF4-FFF2-40B4-BE49-F238E27FC236}">
                    <a16:creationId xmlns:a16="http://schemas.microsoft.com/office/drawing/2014/main" id="{D1003E30-9D21-E52F-15E7-4C3D9BFE104C}"/>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74" name="直線コネクタ 73">
              <a:extLst>
                <a:ext uri="{FF2B5EF4-FFF2-40B4-BE49-F238E27FC236}">
                  <a16:creationId xmlns:a16="http://schemas.microsoft.com/office/drawing/2014/main" id="{6E779CC7-6FA4-C10D-CFFA-7CB88DE2DF18}"/>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76" name="直線コネクタ 75">
              <a:extLst>
                <a:ext uri="{FF2B5EF4-FFF2-40B4-BE49-F238E27FC236}">
                  <a16:creationId xmlns:a16="http://schemas.microsoft.com/office/drawing/2014/main" id="{ACC6F3F9-BCBB-C7B7-50AE-9AC938DE757D}"/>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sp>
        <p:nvSpPr>
          <p:cNvPr id="99" name="Text Placeholder 3">
            <a:extLst>
              <a:ext uri="{FF2B5EF4-FFF2-40B4-BE49-F238E27FC236}">
                <a16:creationId xmlns:a16="http://schemas.microsoft.com/office/drawing/2014/main" id="{C0647203-DCBB-F2C5-E8F6-4B1AB939D36F}"/>
              </a:ext>
            </a:extLst>
          </p:cNvPr>
          <p:cNvSpPr>
            <a:spLocks noGrp="1"/>
          </p:cNvSpPr>
          <p:nvPr>
            <p:ph type="body" sz="half" idx="13" hasCustomPrompt="1"/>
          </p:nvPr>
        </p:nvSpPr>
        <p:spPr>
          <a:xfrm>
            <a:off x="905976" y="3433670"/>
            <a:ext cx="2408149"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3" name="Text Placeholder 3">
            <a:extLst>
              <a:ext uri="{FF2B5EF4-FFF2-40B4-BE49-F238E27FC236}">
                <a16:creationId xmlns:a16="http://schemas.microsoft.com/office/drawing/2014/main" id="{1055DA69-2BDB-321C-1D09-8ADFC6E93110}"/>
              </a:ext>
            </a:extLst>
          </p:cNvPr>
          <p:cNvSpPr>
            <a:spLocks noGrp="1"/>
          </p:cNvSpPr>
          <p:nvPr>
            <p:ph type="body" sz="half" idx="14" hasCustomPrompt="1"/>
          </p:nvPr>
        </p:nvSpPr>
        <p:spPr>
          <a:xfrm>
            <a:off x="3605759" y="3445018"/>
            <a:ext cx="2408149"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4" name="Text Placeholder 3">
            <a:extLst>
              <a:ext uri="{FF2B5EF4-FFF2-40B4-BE49-F238E27FC236}">
                <a16:creationId xmlns:a16="http://schemas.microsoft.com/office/drawing/2014/main" id="{2113153F-751A-1AF2-A374-56161C3D2816}"/>
              </a:ext>
            </a:extLst>
          </p:cNvPr>
          <p:cNvSpPr>
            <a:spLocks noGrp="1"/>
          </p:cNvSpPr>
          <p:nvPr>
            <p:ph type="body" sz="half" idx="15" hasCustomPrompt="1"/>
          </p:nvPr>
        </p:nvSpPr>
        <p:spPr>
          <a:xfrm>
            <a:off x="6324530" y="3433670"/>
            <a:ext cx="2408149"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5" name="Text Placeholder 3">
            <a:extLst>
              <a:ext uri="{FF2B5EF4-FFF2-40B4-BE49-F238E27FC236}">
                <a16:creationId xmlns:a16="http://schemas.microsoft.com/office/drawing/2014/main" id="{5DC40CB0-CF89-06B0-15F2-001456AED622}"/>
              </a:ext>
            </a:extLst>
          </p:cNvPr>
          <p:cNvSpPr>
            <a:spLocks noGrp="1"/>
          </p:cNvSpPr>
          <p:nvPr>
            <p:ph type="body" sz="half" idx="16" hasCustomPrompt="1"/>
          </p:nvPr>
        </p:nvSpPr>
        <p:spPr>
          <a:xfrm>
            <a:off x="9000721" y="3433670"/>
            <a:ext cx="2408149"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9" name="Slide Number Placeholder 4">
            <a:extLst>
              <a:ext uri="{FF2B5EF4-FFF2-40B4-BE49-F238E27FC236}">
                <a16:creationId xmlns:a16="http://schemas.microsoft.com/office/drawing/2014/main" id="{1C5970DD-41BF-271E-6202-A4E285A4FB2C}"/>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110" name="Title 1">
            <a:extLst>
              <a:ext uri="{FF2B5EF4-FFF2-40B4-BE49-F238E27FC236}">
                <a16:creationId xmlns:a16="http://schemas.microsoft.com/office/drawing/2014/main" id="{EA17699E-E28A-A32E-64EF-819E35538314}"/>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lgn="l" defTabSz="914406" rtl="0" eaLnBrk="1" latinLnBrk="0" hangingPunct="1">
              <a:lnSpc>
                <a:spcPct val="90000"/>
              </a:lnSpc>
              <a:spcBef>
                <a:spcPct val="0"/>
              </a:spcBef>
              <a:buNone/>
              <a:defRPr kumimoji="1" lang="en-US" sz="2540" b="1" kern="1200" spc="109" baseline="0" dirty="0">
                <a:solidFill>
                  <a:schemeClr val="tx1"/>
                </a:solidFill>
                <a:latin typeface="+mn-ea"/>
                <a:ea typeface="+mn-ea"/>
                <a:cs typeface="+mj-cs"/>
              </a:defRPr>
            </a:lvl1pPr>
          </a:lstStyle>
          <a:p>
            <a:r>
              <a:rPr lang="ja-JP" altLang="en-US"/>
              <a:t>タイトルが入ります</a:t>
            </a:r>
            <a:endParaRPr lang="en-US"/>
          </a:p>
        </p:txBody>
      </p:sp>
      <p:sp>
        <p:nvSpPr>
          <p:cNvPr id="111" name="正方形/長方形 110">
            <a:extLst>
              <a:ext uri="{FF2B5EF4-FFF2-40B4-BE49-F238E27FC236}">
                <a16:creationId xmlns:a16="http://schemas.microsoft.com/office/drawing/2014/main" id="{D9354407-8F6B-98CD-0219-8ECFBEC0C56D}"/>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2" name="Text Placeholder 3">
            <a:extLst>
              <a:ext uri="{FF2B5EF4-FFF2-40B4-BE49-F238E27FC236}">
                <a16:creationId xmlns:a16="http://schemas.microsoft.com/office/drawing/2014/main" id="{8E1F175E-5ECB-471A-1E2D-8D505757BC59}"/>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1">
                <a:solidFill>
                  <a:schemeClr val="tx1"/>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4" name="Text Placeholder 3">
            <a:extLst>
              <a:ext uri="{FF2B5EF4-FFF2-40B4-BE49-F238E27FC236}">
                <a16:creationId xmlns:a16="http://schemas.microsoft.com/office/drawing/2014/main" id="{730183C0-6A77-0AEE-05D3-5764D1E5C155}"/>
              </a:ext>
            </a:extLst>
          </p:cNvPr>
          <p:cNvSpPr>
            <a:spLocks noGrp="1"/>
          </p:cNvSpPr>
          <p:nvPr>
            <p:ph type="body" sz="half" idx="18" hasCustomPrompt="1"/>
          </p:nvPr>
        </p:nvSpPr>
        <p:spPr>
          <a:xfrm>
            <a:off x="3605760" y="2990121"/>
            <a:ext cx="1108909"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5" name="Text Placeholder 3">
            <a:extLst>
              <a:ext uri="{FF2B5EF4-FFF2-40B4-BE49-F238E27FC236}">
                <a16:creationId xmlns:a16="http://schemas.microsoft.com/office/drawing/2014/main" id="{E5FE3D3D-1FA5-E3B5-0A11-8B90030109D2}"/>
              </a:ext>
            </a:extLst>
          </p:cNvPr>
          <p:cNvSpPr>
            <a:spLocks noGrp="1"/>
          </p:cNvSpPr>
          <p:nvPr>
            <p:ph type="body" sz="half" idx="19" hasCustomPrompt="1"/>
          </p:nvPr>
        </p:nvSpPr>
        <p:spPr>
          <a:xfrm>
            <a:off x="6317944" y="2964552"/>
            <a:ext cx="1108909"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6" name="Text Placeholder 3">
            <a:extLst>
              <a:ext uri="{FF2B5EF4-FFF2-40B4-BE49-F238E27FC236}">
                <a16:creationId xmlns:a16="http://schemas.microsoft.com/office/drawing/2014/main" id="{F9581288-422D-8EE3-EF12-2FF43008D0D6}"/>
              </a:ext>
            </a:extLst>
          </p:cNvPr>
          <p:cNvSpPr>
            <a:spLocks noGrp="1"/>
          </p:cNvSpPr>
          <p:nvPr>
            <p:ph type="body" sz="half" idx="20" hasCustomPrompt="1"/>
          </p:nvPr>
        </p:nvSpPr>
        <p:spPr>
          <a:xfrm>
            <a:off x="8997105" y="2990121"/>
            <a:ext cx="1108909"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10" name="Text Placeholder 3">
            <a:extLst>
              <a:ext uri="{FF2B5EF4-FFF2-40B4-BE49-F238E27FC236}">
                <a16:creationId xmlns:a16="http://schemas.microsoft.com/office/drawing/2014/main" id="{43F98BC1-121C-665C-5E5A-3C2BF34A4CA7}"/>
              </a:ext>
            </a:extLst>
          </p:cNvPr>
          <p:cNvSpPr>
            <a:spLocks noGrp="1"/>
          </p:cNvSpPr>
          <p:nvPr>
            <p:ph type="body" sz="half" idx="24" hasCustomPrompt="1"/>
          </p:nvPr>
        </p:nvSpPr>
        <p:spPr>
          <a:xfrm>
            <a:off x="10741868" y="2216382"/>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4</a:t>
            </a:r>
            <a:endParaRPr kumimoji="1" lang="ja-JP" altLang="en-US"/>
          </a:p>
        </p:txBody>
      </p:sp>
    </p:spTree>
    <p:extLst>
      <p:ext uri="{BB962C8B-B14F-4D97-AF65-F5344CB8AC3E}">
        <p14:creationId xmlns:p14="http://schemas.microsoft.com/office/powerpoint/2010/main" val="1756736081"/>
      </p:ext>
    </p:extLst>
  </p:cSld>
  <p:clrMapOvr>
    <a:masterClrMapping/>
  </p:clrMapOvr>
  <p:extLst>
    <p:ext uri="{DCECCB84-F9BA-43D5-87BE-67443E8EF086}">
      <p15:sldGuideLst xmlns:p15="http://schemas.microsoft.com/office/powerpoint/2012/main">
        <p15:guide id="1" orient="horz" pos="2381">
          <p15:clr>
            <a:srgbClr val="FBAE40"/>
          </p15:clr>
        </p15:guide>
        <p15:guide id="2" pos="4233">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7_タイトルのみ">
    <p:spTree>
      <p:nvGrpSpPr>
        <p:cNvPr id="1" name=""/>
        <p:cNvGrpSpPr/>
        <p:nvPr/>
      </p:nvGrpSpPr>
      <p:grpSpPr>
        <a:xfrm>
          <a:off x="0" y="0"/>
          <a:ext cx="0" cy="0"/>
          <a:chOff x="0" y="0"/>
          <a:chExt cx="0" cy="0"/>
        </a:xfrm>
      </p:grpSpPr>
      <p:sp>
        <p:nvSpPr>
          <p:cNvPr id="9" name="Text Placeholder 3">
            <a:extLst>
              <a:ext uri="{FF2B5EF4-FFF2-40B4-BE49-F238E27FC236}">
                <a16:creationId xmlns:a16="http://schemas.microsoft.com/office/drawing/2014/main" id="{B5E2D3D2-2274-E408-BE20-FFD2DD9DC589}"/>
              </a:ext>
            </a:extLst>
          </p:cNvPr>
          <p:cNvSpPr>
            <a:spLocks noGrp="1"/>
          </p:cNvSpPr>
          <p:nvPr>
            <p:ph type="body" sz="half" idx="23" hasCustomPrompt="1"/>
          </p:nvPr>
        </p:nvSpPr>
        <p:spPr>
          <a:xfrm>
            <a:off x="10626804" y="2216382"/>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3</a:t>
            </a:r>
            <a:endParaRPr kumimoji="1" lang="ja-JP" altLang="en-US"/>
          </a:p>
        </p:txBody>
      </p:sp>
      <p:sp>
        <p:nvSpPr>
          <p:cNvPr id="8" name="Text Placeholder 3">
            <a:extLst>
              <a:ext uri="{FF2B5EF4-FFF2-40B4-BE49-F238E27FC236}">
                <a16:creationId xmlns:a16="http://schemas.microsoft.com/office/drawing/2014/main" id="{86697598-81C6-D556-9ADC-4E90B5091447}"/>
              </a:ext>
            </a:extLst>
          </p:cNvPr>
          <p:cNvSpPr>
            <a:spLocks noGrp="1"/>
          </p:cNvSpPr>
          <p:nvPr>
            <p:ph type="body" sz="half" idx="22" hasCustomPrompt="1"/>
          </p:nvPr>
        </p:nvSpPr>
        <p:spPr>
          <a:xfrm>
            <a:off x="6969174" y="2218833"/>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2</a:t>
            </a:r>
            <a:endParaRPr kumimoji="1" lang="ja-JP" altLang="en-US"/>
          </a:p>
        </p:txBody>
      </p:sp>
      <p:sp>
        <p:nvSpPr>
          <p:cNvPr id="7" name="Text Placeholder 3">
            <a:extLst>
              <a:ext uri="{FF2B5EF4-FFF2-40B4-BE49-F238E27FC236}">
                <a16:creationId xmlns:a16="http://schemas.microsoft.com/office/drawing/2014/main" id="{6482A0C8-D5C3-9AAF-6EE0-EDDAD5D45103}"/>
              </a:ext>
            </a:extLst>
          </p:cNvPr>
          <p:cNvSpPr>
            <a:spLocks noGrp="1"/>
          </p:cNvSpPr>
          <p:nvPr>
            <p:ph type="body" sz="half" idx="21" hasCustomPrompt="1"/>
          </p:nvPr>
        </p:nvSpPr>
        <p:spPr>
          <a:xfrm>
            <a:off x="3311643" y="2219733"/>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4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1</a:t>
            </a:r>
            <a:endParaRPr kumimoji="1" lang="ja-JP" altLang="en-US"/>
          </a:p>
        </p:txBody>
      </p:sp>
      <p:sp>
        <p:nvSpPr>
          <p:cNvPr id="3" name="Text Placeholder 3">
            <a:extLst>
              <a:ext uri="{FF2B5EF4-FFF2-40B4-BE49-F238E27FC236}">
                <a16:creationId xmlns:a16="http://schemas.microsoft.com/office/drawing/2014/main" id="{81770D32-DE95-2AB1-672B-637E4C000F01}"/>
              </a:ext>
            </a:extLst>
          </p:cNvPr>
          <p:cNvSpPr>
            <a:spLocks noGrp="1"/>
          </p:cNvSpPr>
          <p:nvPr>
            <p:ph type="body" sz="half" idx="17" hasCustomPrompt="1"/>
          </p:nvPr>
        </p:nvSpPr>
        <p:spPr>
          <a:xfrm>
            <a:off x="972157" y="2950543"/>
            <a:ext cx="2179960"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grpSp>
        <p:nvGrpSpPr>
          <p:cNvPr id="78" name="グループ化 77">
            <a:extLst>
              <a:ext uri="{FF2B5EF4-FFF2-40B4-BE49-F238E27FC236}">
                <a16:creationId xmlns:a16="http://schemas.microsoft.com/office/drawing/2014/main" id="{2E82FF43-F3CB-38AA-29FD-E80A93A10A7C}"/>
              </a:ext>
            </a:extLst>
          </p:cNvPr>
          <p:cNvGrpSpPr/>
          <p:nvPr userDrawn="1"/>
        </p:nvGrpSpPr>
        <p:grpSpPr>
          <a:xfrm>
            <a:off x="7830723" y="2191314"/>
            <a:ext cx="190132" cy="3951134"/>
            <a:chOff x="3779235" y="2382999"/>
            <a:chExt cx="209591" cy="4378192"/>
          </a:xfrm>
        </p:grpSpPr>
        <p:grpSp>
          <p:nvGrpSpPr>
            <p:cNvPr id="79" name="グループ化 78">
              <a:extLst>
                <a:ext uri="{FF2B5EF4-FFF2-40B4-BE49-F238E27FC236}">
                  <a16:creationId xmlns:a16="http://schemas.microsoft.com/office/drawing/2014/main" id="{B29E3EE1-17E5-6CDC-A15D-A638DE2DD3A8}"/>
                </a:ext>
              </a:extLst>
            </p:cNvPr>
            <p:cNvGrpSpPr/>
            <p:nvPr userDrawn="1"/>
          </p:nvGrpSpPr>
          <p:grpSpPr>
            <a:xfrm>
              <a:off x="3779235" y="2382999"/>
              <a:ext cx="209107" cy="2184968"/>
              <a:chOff x="919218" y="2399232"/>
              <a:chExt cx="206847" cy="2167379"/>
            </a:xfrm>
          </p:grpSpPr>
          <p:cxnSp>
            <p:nvCxnSpPr>
              <p:cNvPr id="82" name="直線コネクタ 81">
                <a:extLst>
                  <a:ext uri="{FF2B5EF4-FFF2-40B4-BE49-F238E27FC236}">
                    <a16:creationId xmlns:a16="http://schemas.microsoft.com/office/drawing/2014/main" id="{E666A0CA-C7BC-155B-AD63-BE899A087B0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3" name="直線コネクタ 82">
                <a:extLst>
                  <a:ext uri="{FF2B5EF4-FFF2-40B4-BE49-F238E27FC236}">
                    <a16:creationId xmlns:a16="http://schemas.microsoft.com/office/drawing/2014/main" id="{D06A146E-9034-0DB8-C1C9-94A226B11C40}"/>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0" name="直線コネクタ 79">
              <a:extLst>
                <a:ext uri="{FF2B5EF4-FFF2-40B4-BE49-F238E27FC236}">
                  <a16:creationId xmlns:a16="http://schemas.microsoft.com/office/drawing/2014/main" id="{B49D55DF-5E3D-578C-A264-0C583FEF4AFA}"/>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1" name="直線コネクタ 80">
              <a:extLst>
                <a:ext uri="{FF2B5EF4-FFF2-40B4-BE49-F238E27FC236}">
                  <a16:creationId xmlns:a16="http://schemas.microsoft.com/office/drawing/2014/main" id="{8EAE4729-DBDB-5A6B-F71E-CD6B2BD13701}"/>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20" name="直線コネクタ 19">
            <a:extLst>
              <a:ext uri="{FF2B5EF4-FFF2-40B4-BE49-F238E27FC236}">
                <a16:creationId xmlns:a16="http://schemas.microsoft.com/office/drawing/2014/main" id="{F9D783DC-4B69-92A9-E4DE-D16643ECF07B}"/>
              </a:ext>
            </a:extLst>
          </p:cNvPr>
          <p:cNvCxnSpPr>
            <a:cxnSpLocks/>
          </p:cNvCxnSpPr>
          <p:nvPr userDrawn="1"/>
        </p:nvCxnSpPr>
        <p:spPr>
          <a:xfrm>
            <a:off x="705792" y="2188827"/>
            <a:ext cx="0" cy="3956109"/>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C5CEEA35-9195-6E8D-4719-50F07FB25C34}"/>
              </a:ext>
            </a:extLst>
          </p:cNvPr>
          <p:cNvCxnSpPr>
            <a:cxnSpLocks/>
          </p:cNvCxnSpPr>
          <p:nvPr userDrawn="1"/>
        </p:nvCxnSpPr>
        <p:spPr>
          <a:xfrm>
            <a:off x="11488253" y="2188827"/>
            <a:ext cx="0" cy="3956109"/>
          </a:xfrm>
          <a:prstGeom prst="line">
            <a:avLst/>
          </a:prstGeom>
        </p:spPr>
        <p:style>
          <a:lnRef idx="2">
            <a:schemeClr val="dk1"/>
          </a:lnRef>
          <a:fillRef idx="0">
            <a:schemeClr val="dk1"/>
          </a:fillRef>
          <a:effectRef idx="1">
            <a:schemeClr val="dk1"/>
          </a:effectRef>
          <a:fontRef idx="minor">
            <a:schemeClr val="tx1"/>
          </a:fontRef>
        </p:style>
      </p:cxnSp>
      <p:grpSp>
        <p:nvGrpSpPr>
          <p:cNvPr id="77" name="グループ化 76">
            <a:extLst>
              <a:ext uri="{FF2B5EF4-FFF2-40B4-BE49-F238E27FC236}">
                <a16:creationId xmlns:a16="http://schemas.microsoft.com/office/drawing/2014/main" id="{23D633D8-6538-1A44-0B9E-E93F252F9DE2}"/>
              </a:ext>
            </a:extLst>
          </p:cNvPr>
          <p:cNvGrpSpPr/>
          <p:nvPr userDrawn="1"/>
        </p:nvGrpSpPr>
        <p:grpSpPr>
          <a:xfrm>
            <a:off x="4173192" y="2191314"/>
            <a:ext cx="190132" cy="3951134"/>
            <a:chOff x="3779235" y="2382999"/>
            <a:chExt cx="209591" cy="4378192"/>
          </a:xfrm>
        </p:grpSpPr>
        <p:grpSp>
          <p:nvGrpSpPr>
            <p:cNvPr id="48" name="グループ化 47">
              <a:extLst>
                <a:ext uri="{FF2B5EF4-FFF2-40B4-BE49-F238E27FC236}">
                  <a16:creationId xmlns:a16="http://schemas.microsoft.com/office/drawing/2014/main" id="{CA8A8A81-A972-7D20-0745-5C5380CE77BF}"/>
                </a:ext>
              </a:extLst>
            </p:cNvPr>
            <p:cNvGrpSpPr/>
            <p:nvPr userDrawn="1"/>
          </p:nvGrpSpPr>
          <p:grpSpPr>
            <a:xfrm>
              <a:off x="3779235" y="2382999"/>
              <a:ext cx="209107" cy="2184968"/>
              <a:chOff x="919218" y="2399232"/>
              <a:chExt cx="206847" cy="2167379"/>
            </a:xfrm>
          </p:grpSpPr>
          <p:cxnSp>
            <p:nvCxnSpPr>
              <p:cNvPr id="32" name="直線コネクタ 31">
                <a:extLst>
                  <a:ext uri="{FF2B5EF4-FFF2-40B4-BE49-F238E27FC236}">
                    <a16:creationId xmlns:a16="http://schemas.microsoft.com/office/drawing/2014/main" id="{EFCDFDCB-8E60-9D06-18B7-CCBB86354F6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46" name="直線コネクタ 45">
                <a:extLst>
                  <a:ext uri="{FF2B5EF4-FFF2-40B4-BE49-F238E27FC236}">
                    <a16:creationId xmlns:a16="http://schemas.microsoft.com/office/drawing/2014/main" id="{D1003E30-9D21-E52F-15E7-4C3D9BFE104C}"/>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74" name="直線コネクタ 73">
              <a:extLst>
                <a:ext uri="{FF2B5EF4-FFF2-40B4-BE49-F238E27FC236}">
                  <a16:creationId xmlns:a16="http://schemas.microsoft.com/office/drawing/2014/main" id="{6E779CC7-6FA4-C10D-CFFA-7CB88DE2DF18}"/>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76" name="直線コネクタ 75">
              <a:extLst>
                <a:ext uri="{FF2B5EF4-FFF2-40B4-BE49-F238E27FC236}">
                  <a16:creationId xmlns:a16="http://schemas.microsoft.com/office/drawing/2014/main" id="{ACC6F3F9-BCBB-C7B7-50AE-9AC938DE757D}"/>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sp>
        <p:nvSpPr>
          <p:cNvPr id="99" name="Text Placeholder 3">
            <a:extLst>
              <a:ext uri="{FF2B5EF4-FFF2-40B4-BE49-F238E27FC236}">
                <a16:creationId xmlns:a16="http://schemas.microsoft.com/office/drawing/2014/main" id="{C0647203-DCBB-F2C5-E8F6-4B1AB939D36F}"/>
              </a:ext>
            </a:extLst>
          </p:cNvPr>
          <p:cNvSpPr>
            <a:spLocks noGrp="1"/>
          </p:cNvSpPr>
          <p:nvPr>
            <p:ph type="body" sz="half" idx="13" hasCustomPrompt="1"/>
          </p:nvPr>
        </p:nvSpPr>
        <p:spPr>
          <a:xfrm>
            <a:off x="971617" y="3579606"/>
            <a:ext cx="2939146"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3" name="Text Placeholder 3">
            <a:extLst>
              <a:ext uri="{FF2B5EF4-FFF2-40B4-BE49-F238E27FC236}">
                <a16:creationId xmlns:a16="http://schemas.microsoft.com/office/drawing/2014/main" id="{1055DA69-2BDB-321C-1D09-8ADFC6E93110}"/>
              </a:ext>
            </a:extLst>
          </p:cNvPr>
          <p:cNvSpPr>
            <a:spLocks noGrp="1"/>
          </p:cNvSpPr>
          <p:nvPr>
            <p:ph type="body" sz="half" idx="14" hasCustomPrompt="1"/>
          </p:nvPr>
        </p:nvSpPr>
        <p:spPr>
          <a:xfrm>
            <a:off x="4441765" y="3590954"/>
            <a:ext cx="3126527"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4" name="Text Placeholder 3">
            <a:extLst>
              <a:ext uri="{FF2B5EF4-FFF2-40B4-BE49-F238E27FC236}">
                <a16:creationId xmlns:a16="http://schemas.microsoft.com/office/drawing/2014/main" id="{2113153F-751A-1AF2-A374-56161C3D2816}"/>
              </a:ext>
            </a:extLst>
          </p:cNvPr>
          <p:cNvSpPr>
            <a:spLocks noGrp="1"/>
          </p:cNvSpPr>
          <p:nvPr>
            <p:ph type="body" sz="half" idx="15" hasCustomPrompt="1"/>
          </p:nvPr>
        </p:nvSpPr>
        <p:spPr>
          <a:xfrm>
            <a:off x="8099735" y="3579606"/>
            <a:ext cx="3126525"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9" name="Slide Number Placeholder 4">
            <a:extLst>
              <a:ext uri="{FF2B5EF4-FFF2-40B4-BE49-F238E27FC236}">
                <a16:creationId xmlns:a16="http://schemas.microsoft.com/office/drawing/2014/main" id="{1C5970DD-41BF-271E-6202-A4E285A4FB2C}"/>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4" name="Text Placeholder 3">
            <a:extLst>
              <a:ext uri="{FF2B5EF4-FFF2-40B4-BE49-F238E27FC236}">
                <a16:creationId xmlns:a16="http://schemas.microsoft.com/office/drawing/2014/main" id="{730183C0-6A77-0AEE-05D3-5764D1E5C155}"/>
              </a:ext>
            </a:extLst>
          </p:cNvPr>
          <p:cNvSpPr>
            <a:spLocks noGrp="1"/>
          </p:cNvSpPr>
          <p:nvPr>
            <p:ph type="body" sz="half" idx="18" hasCustomPrompt="1"/>
          </p:nvPr>
        </p:nvSpPr>
        <p:spPr>
          <a:xfrm>
            <a:off x="4441766" y="2990121"/>
            <a:ext cx="2365495"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5" name="Text Placeholder 3">
            <a:extLst>
              <a:ext uri="{FF2B5EF4-FFF2-40B4-BE49-F238E27FC236}">
                <a16:creationId xmlns:a16="http://schemas.microsoft.com/office/drawing/2014/main" id="{E5FE3D3D-1FA5-E3B5-0A11-8B90030109D2}"/>
              </a:ext>
            </a:extLst>
          </p:cNvPr>
          <p:cNvSpPr>
            <a:spLocks noGrp="1"/>
          </p:cNvSpPr>
          <p:nvPr>
            <p:ph type="body" sz="half" idx="19" hasCustomPrompt="1"/>
          </p:nvPr>
        </p:nvSpPr>
        <p:spPr>
          <a:xfrm>
            <a:off x="8093150" y="2964552"/>
            <a:ext cx="2271123"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11" name="Title 1">
            <a:extLst>
              <a:ext uri="{FF2B5EF4-FFF2-40B4-BE49-F238E27FC236}">
                <a16:creationId xmlns:a16="http://schemas.microsoft.com/office/drawing/2014/main" id="{D771318B-6A52-C879-20C9-001B5F4C0137}"/>
              </a:ext>
            </a:extLst>
          </p:cNvPr>
          <p:cNvSpPr>
            <a:spLocks noGrp="1"/>
          </p:cNvSpPr>
          <p:nvPr>
            <p:ph type="title" hasCustomPrompt="1"/>
          </p:nvPr>
        </p:nvSpPr>
        <p:spPr>
          <a:xfrm>
            <a:off x="738580" y="788640"/>
            <a:ext cx="10714369" cy="689877"/>
          </a:xfrm>
          <a:prstGeom prst="rect">
            <a:avLst/>
          </a:prstGeom>
        </p:spPr>
        <p:txBody>
          <a:bodyPr lIns="0" tIns="0" rIns="0" bIns="0">
            <a:noAutofit/>
          </a:bodyPr>
          <a:lstStyle>
            <a:lvl1pPr algn="ctr">
              <a:defRPr sz="3992" b="1">
                <a:solidFill>
                  <a:schemeClr val="bg2">
                    <a:lumMod val="50000"/>
                  </a:schemeClr>
                </a:solidFill>
                <a:latin typeface="+mn-ea"/>
                <a:ea typeface="+mn-ea"/>
              </a:defRPr>
            </a:lvl1pPr>
          </a:lstStyle>
          <a:p>
            <a:r>
              <a:rPr lang="ja-JP" altLang="en-US"/>
              <a:t>タイトルが入ります</a:t>
            </a:r>
            <a:endParaRPr lang="en-US"/>
          </a:p>
        </p:txBody>
      </p:sp>
      <p:sp>
        <p:nvSpPr>
          <p:cNvPr id="12" name="Text Placeholder 3">
            <a:extLst>
              <a:ext uri="{FF2B5EF4-FFF2-40B4-BE49-F238E27FC236}">
                <a16:creationId xmlns:a16="http://schemas.microsoft.com/office/drawing/2014/main" id="{2C7FCACB-61D6-0A4A-592D-E89D26182D9C}"/>
              </a:ext>
            </a:extLst>
          </p:cNvPr>
          <p:cNvSpPr>
            <a:spLocks noGrp="1"/>
          </p:cNvSpPr>
          <p:nvPr>
            <p:ph type="body" sz="half" idx="25" hasCustomPrompt="1"/>
          </p:nvPr>
        </p:nvSpPr>
        <p:spPr>
          <a:xfrm>
            <a:off x="738238" y="377188"/>
            <a:ext cx="10714369" cy="222492"/>
          </a:xfrm>
          <a:prstGeom prst="rect">
            <a:avLst/>
          </a:prstGeom>
        </p:spPr>
        <p:txBody>
          <a:bodyPr lIns="0" tIns="0" rIns="0" bIns="0">
            <a:noAutofit/>
          </a:bodyPr>
          <a:lstStyle>
            <a:lvl1pPr marL="0" indent="0" algn="l">
              <a:buNone/>
              <a:defRPr sz="1814" b="1">
                <a:solidFill>
                  <a:schemeClr val="tx2"/>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985273255"/>
      </p:ext>
    </p:extLst>
  </p:cSld>
  <p:clrMapOvr>
    <a:masterClrMapping/>
  </p:clrMapOvr>
  <p:extLst>
    <p:ext uri="{DCECCB84-F9BA-43D5-87BE-67443E8EF086}">
      <p15:sldGuideLst xmlns:p15="http://schemas.microsoft.com/office/powerpoint/2012/main">
        <p15:guide id="1" orient="horz" pos="2381">
          <p15:clr>
            <a:srgbClr val="FBAE40"/>
          </p15:clr>
        </p15:guide>
        <p15:guide id="2" pos="4233">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2_タイトルのみ">
    <p:spTree>
      <p:nvGrpSpPr>
        <p:cNvPr id="1" name=""/>
        <p:cNvGrpSpPr/>
        <p:nvPr/>
      </p:nvGrpSpPr>
      <p:grpSpPr>
        <a:xfrm>
          <a:off x="0" y="0"/>
          <a:ext cx="0" cy="0"/>
          <a:chOff x="0" y="0"/>
          <a:chExt cx="0" cy="0"/>
        </a:xfrm>
      </p:grpSpPr>
      <p:grpSp>
        <p:nvGrpSpPr>
          <p:cNvPr id="23" name="グループ化 22">
            <a:extLst>
              <a:ext uri="{FF2B5EF4-FFF2-40B4-BE49-F238E27FC236}">
                <a16:creationId xmlns:a16="http://schemas.microsoft.com/office/drawing/2014/main" id="{B9DD1BC7-3980-0C96-2751-31697F7F4867}"/>
              </a:ext>
            </a:extLst>
          </p:cNvPr>
          <p:cNvGrpSpPr/>
          <p:nvPr userDrawn="1"/>
        </p:nvGrpSpPr>
        <p:grpSpPr>
          <a:xfrm>
            <a:off x="8514512" y="1906623"/>
            <a:ext cx="3072594" cy="483007"/>
            <a:chOff x="9638795" y="2160001"/>
            <a:chExt cx="3387055" cy="3077019"/>
          </a:xfrm>
          <a:solidFill>
            <a:schemeClr val="accent1"/>
          </a:solidFill>
          <a:effectLst/>
        </p:grpSpPr>
        <p:sp>
          <p:nvSpPr>
            <p:cNvPr id="9" name="正方形/長方形 8">
              <a:extLst>
                <a:ext uri="{FF2B5EF4-FFF2-40B4-BE49-F238E27FC236}">
                  <a16:creationId xmlns:a16="http://schemas.microsoft.com/office/drawing/2014/main" id="{5B4B8025-F3FB-4423-A09F-29504390EA20}"/>
                </a:ext>
              </a:extLst>
            </p:cNvPr>
            <p:cNvSpPr/>
            <p:nvPr userDrawn="1"/>
          </p:nvSpPr>
          <p:spPr>
            <a:xfrm>
              <a:off x="9638795"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2" name="二等辺三角形 11">
              <a:extLst>
                <a:ext uri="{FF2B5EF4-FFF2-40B4-BE49-F238E27FC236}">
                  <a16:creationId xmlns:a16="http://schemas.microsoft.com/office/drawing/2014/main" id="{5170295F-A81D-48B3-AD2B-AE78494A83A6}"/>
                </a:ext>
              </a:extLst>
            </p:cNvPr>
            <p:cNvSpPr/>
            <p:nvPr userDrawn="1"/>
          </p:nvSpPr>
          <p:spPr>
            <a:xfrm rot="5400000">
              <a:off x="11261869" y="3473040"/>
              <a:ext cx="3077019" cy="450942"/>
            </a:xfrm>
            <a:prstGeom prst="triangle">
              <a:avLst/>
            </a:prstGeom>
            <a:grpFill/>
            <a:ln>
              <a:noFill/>
            </a:ln>
            <a:effectLst>
              <a:outerShdw blurRad="50800" dist="38100" dir="2700000" algn="tl" rotWithShape="0">
                <a:prstClr val="black">
                  <a:alpha val="1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grpSp>
      <p:sp>
        <p:nvSpPr>
          <p:cNvPr id="28" name="二等辺三角形 10">
            <a:extLst>
              <a:ext uri="{FF2B5EF4-FFF2-40B4-BE49-F238E27FC236}">
                <a16:creationId xmlns:a16="http://schemas.microsoft.com/office/drawing/2014/main" id="{7E812083-83F7-B2C2-81AC-BF8D56D23646}"/>
              </a:ext>
            </a:extLst>
          </p:cNvPr>
          <p:cNvSpPr/>
          <p:nvPr userDrawn="1"/>
        </p:nvSpPr>
        <p:spPr>
          <a:xfrm rot="5400000">
            <a:off x="8448596" y="1902863"/>
            <a:ext cx="575877" cy="487728"/>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633"/>
              <a:t>C</a:t>
            </a:r>
            <a:endParaRPr kumimoji="1" lang="ja-JP" altLang="en-US" sz="1633"/>
          </a:p>
        </p:txBody>
      </p:sp>
      <p:grpSp>
        <p:nvGrpSpPr>
          <p:cNvPr id="22" name="グループ化 21">
            <a:extLst>
              <a:ext uri="{FF2B5EF4-FFF2-40B4-BE49-F238E27FC236}">
                <a16:creationId xmlns:a16="http://schemas.microsoft.com/office/drawing/2014/main" id="{D05F8747-21CD-50CD-6E50-56D00AB8B3AA}"/>
              </a:ext>
            </a:extLst>
          </p:cNvPr>
          <p:cNvGrpSpPr/>
          <p:nvPr userDrawn="1"/>
        </p:nvGrpSpPr>
        <p:grpSpPr>
          <a:xfrm>
            <a:off x="5846182" y="1906623"/>
            <a:ext cx="3077467" cy="483008"/>
            <a:chOff x="6697379" y="2160001"/>
            <a:chExt cx="3392426" cy="3077023"/>
          </a:xfrm>
          <a:solidFill>
            <a:schemeClr val="accent1"/>
          </a:solidFill>
        </p:grpSpPr>
        <p:sp>
          <p:nvSpPr>
            <p:cNvPr id="8" name="正方形/長方形 7">
              <a:extLst>
                <a:ext uri="{FF2B5EF4-FFF2-40B4-BE49-F238E27FC236}">
                  <a16:creationId xmlns:a16="http://schemas.microsoft.com/office/drawing/2014/main" id="{47A7C1DC-6837-43AB-9B9F-2850EDF1B6E9}"/>
                </a:ext>
              </a:extLst>
            </p:cNvPr>
            <p:cNvSpPr/>
            <p:nvPr userDrawn="1"/>
          </p:nvSpPr>
          <p:spPr>
            <a:xfrm>
              <a:off x="6697379"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0" name="二等辺三角形 9">
              <a:extLst>
                <a:ext uri="{FF2B5EF4-FFF2-40B4-BE49-F238E27FC236}">
                  <a16:creationId xmlns:a16="http://schemas.microsoft.com/office/drawing/2014/main" id="{DD857EBF-638D-4B7A-A9BA-ADD063F7F618}"/>
                </a:ext>
              </a:extLst>
            </p:cNvPr>
            <p:cNvSpPr/>
            <p:nvPr userDrawn="1"/>
          </p:nvSpPr>
          <p:spPr>
            <a:xfrm rot="5400000">
              <a:off x="8325824" y="3473042"/>
              <a:ext cx="3077020" cy="45094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grpSp>
      <p:sp>
        <p:nvSpPr>
          <p:cNvPr id="27" name="二等辺三角形 10">
            <a:extLst>
              <a:ext uri="{FF2B5EF4-FFF2-40B4-BE49-F238E27FC236}">
                <a16:creationId xmlns:a16="http://schemas.microsoft.com/office/drawing/2014/main" id="{EA6D61CE-38AE-2D01-DAF3-8BB8B78516D3}"/>
              </a:ext>
            </a:extLst>
          </p:cNvPr>
          <p:cNvSpPr/>
          <p:nvPr userDrawn="1"/>
        </p:nvSpPr>
        <p:spPr>
          <a:xfrm rot="5400000">
            <a:off x="5780669" y="1902862"/>
            <a:ext cx="575877" cy="487728"/>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633"/>
              <a:t>C</a:t>
            </a:r>
            <a:endParaRPr kumimoji="1" lang="ja-JP" altLang="en-US" sz="1633"/>
          </a:p>
        </p:txBody>
      </p:sp>
      <p:grpSp>
        <p:nvGrpSpPr>
          <p:cNvPr id="20" name="グループ化 19">
            <a:extLst>
              <a:ext uri="{FF2B5EF4-FFF2-40B4-BE49-F238E27FC236}">
                <a16:creationId xmlns:a16="http://schemas.microsoft.com/office/drawing/2014/main" id="{8D8DE07F-8DF4-D9B3-1D45-04483F63B588}"/>
              </a:ext>
            </a:extLst>
          </p:cNvPr>
          <p:cNvGrpSpPr/>
          <p:nvPr userDrawn="1"/>
        </p:nvGrpSpPr>
        <p:grpSpPr>
          <a:xfrm>
            <a:off x="3177852" y="1906623"/>
            <a:ext cx="3077406" cy="483008"/>
            <a:chOff x="3755962" y="2160001"/>
            <a:chExt cx="3392359" cy="3077022"/>
          </a:xfrm>
          <a:solidFill>
            <a:schemeClr val="accent1"/>
          </a:solidFill>
        </p:grpSpPr>
        <p:sp>
          <p:nvSpPr>
            <p:cNvPr id="6" name="正方形/長方形 5">
              <a:extLst>
                <a:ext uri="{FF2B5EF4-FFF2-40B4-BE49-F238E27FC236}">
                  <a16:creationId xmlns:a16="http://schemas.microsoft.com/office/drawing/2014/main" id="{7F866882-3358-4B1C-B9BB-23453510852A}"/>
                </a:ext>
              </a:extLst>
            </p:cNvPr>
            <p:cNvSpPr/>
            <p:nvPr userDrawn="1"/>
          </p:nvSpPr>
          <p:spPr>
            <a:xfrm>
              <a:off x="3755962"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1" name="二等辺三角形 10">
              <a:extLst>
                <a:ext uri="{FF2B5EF4-FFF2-40B4-BE49-F238E27FC236}">
                  <a16:creationId xmlns:a16="http://schemas.microsoft.com/office/drawing/2014/main" id="{E12EFBD9-B0DB-467D-8EA7-95A95923D774}"/>
                </a:ext>
              </a:extLst>
            </p:cNvPr>
            <p:cNvSpPr/>
            <p:nvPr userDrawn="1"/>
          </p:nvSpPr>
          <p:spPr>
            <a:xfrm rot="5400000">
              <a:off x="5384340" y="3473041"/>
              <a:ext cx="3077020" cy="45094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grpSp>
      <p:sp>
        <p:nvSpPr>
          <p:cNvPr id="24" name="二等辺三角形 10">
            <a:extLst>
              <a:ext uri="{FF2B5EF4-FFF2-40B4-BE49-F238E27FC236}">
                <a16:creationId xmlns:a16="http://schemas.microsoft.com/office/drawing/2014/main" id="{BD8C0228-5963-C28B-1010-9AB04B993B68}"/>
              </a:ext>
            </a:extLst>
          </p:cNvPr>
          <p:cNvSpPr/>
          <p:nvPr userDrawn="1"/>
        </p:nvSpPr>
        <p:spPr>
          <a:xfrm rot="5400000">
            <a:off x="3112741" y="1902861"/>
            <a:ext cx="575875" cy="487728"/>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633" err="1"/>
              <a:t>Cz</a:t>
            </a:r>
            <a:endParaRPr kumimoji="1" lang="ja-JP" altLang="en-US" sz="1633"/>
          </a:p>
        </p:txBody>
      </p:sp>
      <p:grpSp>
        <p:nvGrpSpPr>
          <p:cNvPr id="21" name="グループ化 20">
            <a:extLst>
              <a:ext uri="{FF2B5EF4-FFF2-40B4-BE49-F238E27FC236}">
                <a16:creationId xmlns:a16="http://schemas.microsoft.com/office/drawing/2014/main" id="{48256F1F-06F9-C3BB-40CB-BF4A3CBCDC96}"/>
              </a:ext>
            </a:extLst>
          </p:cNvPr>
          <p:cNvGrpSpPr/>
          <p:nvPr userDrawn="1"/>
        </p:nvGrpSpPr>
        <p:grpSpPr>
          <a:xfrm>
            <a:off x="509522" y="1906623"/>
            <a:ext cx="3077006" cy="483007"/>
            <a:chOff x="814546" y="2160001"/>
            <a:chExt cx="3391918" cy="3077021"/>
          </a:xfrm>
          <a:solidFill>
            <a:schemeClr val="accent1"/>
          </a:solidFill>
        </p:grpSpPr>
        <p:sp>
          <p:nvSpPr>
            <p:cNvPr id="3" name="正方形/長方形 2">
              <a:extLst>
                <a:ext uri="{FF2B5EF4-FFF2-40B4-BE49-F238E27FC236}">
                  <a16:creationId xmlns:a16="http://schemas.microsoft.com/office/drawing/2014/main" id="{E9AC23DF-6E82-48A5-AA8E-A4275CE6481B}"/>
                </a:ext>
              </a:extLst>
            </p:cNvPr>
            <p:cNvSpPr/>
            <p:nvPr userDrawn="1"/>
          </p:nvSpPr>
          <p:spPr>
            <a:xfrm>
              <a:off x="814546"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4" name="二等辺三角形 10">
              <a:extLst>
                <a:ext uri="{FF2B5EF4-FFF2-40B4-BE49-F238E27FC236}">
                  <a16:creationId xmlns:a16="http://schemas.microsoft.com/office/drawing/2014/main" id="{F4FAD457-5C19-A5E1-2E3A-04CC1C8EF011}"/>
                </a:ext>
              </a:extLst>
            </p:cNvPr>
            <p:cNvSpPr/>
            <p:nvPr userDrawn="1"/>
          </p:nvSpPr>
          <p:spPr>
            <a:xfrm rot="5400000">
              <a:off x="2442483" y="3473040"/>
              <a:ext cx="3077020" cy="450943"/>
            </a:xfrm>
            <a:prstGeom prst="triangle">
              <a:avLst/>
            </a:pr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grpSp>
      <p:sp>
        <p:nvSpPr>
          <p:cNvPr id="15" name="テキスト ボックス 14">
            <a:extLst>
              <a:ext uri="{FF2B5EF4-FFF2-40B4-BE49-F238E27FC236}">
                <a16:creationId xmlns:a16="http://schemas.microsoft.com/office/drawing/2014/main" id="{48643049-3CAD-4B94-980D-41666905C702}"/>
              </a:ext>
            </a:extLst>
          </p:cNvPr>
          <p:cNvSpPr txBox="1"/>
          <p:nvPr userDrawn="1"/>
        </p:nvSpPr>
        <p:spPr>
          <a:xfrm>
            <a:off x="1093226" y="1895764"/>
            <a:ext cx="532229" cy="558486"/>
          </a:xfrm>
          <a:prstGeom prst="rect">
            <a:avLst/>
          </a:prstGeom>
          <a:noFill/>
        </p:spPr>
        <p:txBody>
          <a:bodyPr wrap="square" lIns="0" tIns="0" rIns="0" bIns="0" rtlCol="0">
            <a:spAutoFit/>
          </a:bodyPr>
          <a:lstStyle/>
          <a:p>
            <a:r>
              <a:rPr kumimoji="1" lang="en-US" altLang="ja-JP" sz="3629" b="0">
                <a:solidFill>
                  <a:schemeClr val="bg1"/>
                </a:solidFill>
              </a:rPr>
              <a:t>01</a:t>
            </a:r>
            <a:endParaRPr kumimoji="1" lang="ja-JP" altLang="en-US" sz="3629" b="0">
              <a:solidFill>
                <a:schemeClr val="bg1"/>
              </a:solidFill>
            </a:endParaRPr>
          </a:p>
        </p:txBody>
      </p:sp>
      <p:sp>
        <p:nvSpPr>
          <p:cNvPr id="16" name="テキスト ボックス 15">
            <a:extLst>
              <a:ext uri="{FF2B5EF4-FFF2-40B4-BE49-F238E27FC236}">
                <a16:creationId xmlns:a16="http://schemas.microsoft.com/office/drawing/2014/main" id="{0685CF7B-ECA6-492C-B248-CBBDC3A30195}"/>
              </a:ext>
            </a:extLst>
          </p:cNvPr>
          <p:cNvSpPr txBox="1"/>
          <p:nvPr userDrawn="1"/>
        </p:nvSpPr>
        <p:spPr>
          <a:xfrm>
            <a:off x="3754450" y="1895764"/>
            <a:ext cx="532229" cy="558486"/>
          </a:xfrm>
          <a:prstGeom prst="rect">
            <a:avLst/>
          </a:prstGeom>
          <a:noFill/>
        </p:spPr>
        <p:txBody>
          <a:bodyPr wrap="square" lIns="0" tIns="0" rIns="0" bIns="0" rtlCol="0">
            <a:spAutoFit/>
          </a:bodyPr>
          <a:lstStyle/>
          <a:p>
            <a:r>
              <a:rPr kumimoji="1" lang="en-US" altLang="ja-JP" sz="3629" b="0">
                <a:solidFill>
                  <a:schemeClr val="bg1"/>
                </a:solidFill>
              </a:rPr>
              <a:t>02</a:t>
            </a:r>
            <a:endParaRPr kumimoji="1" lang="ja-JP" altLang="en-US" sz="3629" b="0">
              <a:solidFill>
                <a:schemeClr val="bg1"/>
              </a:solidFill>
            </a:endParaRPr>
          </a:p>
        </p:txBody>
      </p:sp>
      <p:sp>
        <p:nvSpPr>
          <p:cNvPr id="17" name="テキスト ボックス 16">
            <a:extLst>
              <a:ext uri="{FF2B5EF4-FFF2-40B4-BE49-F238E27FC236}">
                <a16:creationId xmlns:a16="http://schemas.microsoft.com/office/drawing/2014/main" id="{7FFDB837-CFD6-46AD-8B11-7A65E7C7524C}"/>
              </a:ext>
            </a:extLst>
          </p:cNvPr>
          <p:cNvSpPr txBox="1"/>
          <p:nvPr userDrawn="1"/>
        </p:nvSpPr>
        <p:spPr>
          <a:xfrm>
            <a:off x="6415672" y="1895764"/>
            <a:ext cx="532229" cy="558486"/>
          </a:xfrm>
          <a:prstGeom prst="rect">
            <a:avLst/>
          </a:prstGeom>
          <a:noFill/>
        </p:spPr>
        <p:txBody>
          <a:bodyPr wrap="square" lIns="0" tIns="0" rIns="0" bIns="0" rtlCol="0">
            <a:spAutoFit/>
          </a:bodyPr>
          <a:lstStyle/>
          <a:p>
            <a:r>
              <a:rPr kumimoji="1" lang="en-US" altLang="ja-JP" sz="3629" b="0">
                <a:solidFill>
                  <a:schemeClr val="bg1"/>
                </a:solidFill>
              </a:rPr>
              <a:t>03</a:t>
            </a:r>
            <a:endParaRPr kumimoji="1" lang="ja-JP" altLang="en-US" sz="3629" b="0">
              <a:solidFill>
                <a:schemeClr val="bg1"/>
              </a:solidFill>
            </a:endParaRPr>
          </a:p>
        </p:txBody>
      </p:sp>
      <p:sp>
        <p:nvSpPr>
          <p:cNvPr id="18" name="テキスト ボックス 17">
            <a:extLst>
              <a:ext uri="{FF2B5EF4-FFF2-40B4-BE49-F238E27FC236}">
                <a16:creationId xmlns:a16="http://schemas.microsoft.com/office/drawing/2014/main" id="{47FC57A1-DC1F-4EE5-80FC-18029B5E8DC1}"/>
              </a:ext>
            </a:extLst>
          </p:cNvPr>
          <p:cNvSpPr txBox="1"/>
          <p:nvPr userDrawn="1"/>
        </p:nvSpPr>
        <p:spPr>
          <a:xfrm>
            <a:off x="9114441" y="1895764"/>
            <a:ext cx="532229" cy="558486"/>
          </a:xfrm>
          <a:prstGeom prst="rect">
            <a:avLst/>
          </a:prstGeom>
          <a:noFill/>
        </p:spPr>
        <p:txBody>
          <a:bodyPr wrap="square" lIns="0" tIns="0" rIns="0" bIns="0" rtlCol="0">
            <a:spAutoFit/>
          </a:bodyPr>
          <a:lstStyle/>
          <a:p>
            <a:r>
              <a:rPr kumimoji="1" lang="en-US" altLang="ja-JP" sz="3629" b="0">
                <a:solidFill>
                  <a:schemeClr val="bg1"/>
                </a:solidFill>
              </a:rPr>
              <a:t>04</a:t>
            </a:r>
            <a:endParaRPr kumimoji="1" lang="ja-JP" altLang="en-US" sz="3629" b="0">
              <a:solidFill>
                <a:schemeClr val="bg1"/>
              </a:solidFill>
            </a:endParaRPr>
          </a:p>
        </p:txBody>
      </p:sp>
      <p:sp>
        <p:nvSpPr>
          <p:cNvPr id="30" name="Slide Number Placeholder 4">
            <a:extLst>
              <a:ext uri="{FF2B5EF4-FFF2-40B4-BE49-F238E27FC236}">
                <a16:creationId xmlns:a16="http://schemas.microsoft.com/office/drawing/2014/main" id="{0B99F887-ACB9-5489-BCB6-695B9048862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34" name="Title 1">
            <a:extLst>
              <a:ext uri="{FF2B5EF4-FFF2-40B4-BE49-F238E27FC236}">
                <a16:creationId xmlns:a16="http://schemas.microsoft.com/office/drawing/2014/main" id="{4E7D2908-BB39-EAE2-72F1-026DD4F5BAA6}"/>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lgn="l" defTabSz="914406" rtl="0" eaLnBrk="1" latinLnBrk="0" hangingPunct="1">
              <a:lnSpc>
                <a:spcPct val="90000"/>
              </a:lnSpc>
              <a:spcBef>
                <a:spcPct val="0"/>
              </a:spcBef>
              <a:buNone/>
              <a:defRPr kumimoji="1" lang="en-US" sz="2540" b="1" kern="1200" spc="109" baseline="0" dirty="0">
                <a:solidFill>
                  <a:schemeClr val="tx1"/>
                </a:solidFill>
                <a:latin typeface="+mn-ea"/>
                <a:ea typeface="+mn-ea"/>
                <a:cs typeface="+mj-cs"/>
              </a:defRPr>
            </a:lvl1pPr>
          </a:lstStyle>
          <a:p>
            <a:r>
              <a:rPr lang="ja-JP" altLang="en-US"/>
              <a:t>タイトルが入ります</a:t>
            </a:r>
            <a:endParaRPr lang="en-US"/>
          </a:p>
        </p:txBody>
      </p:sp>
      <p:sp>
        <p:nvSpPr>
          <p:cNvPr id="35" name="正方形/長方形 34">
            <a:extLst>
              <a:ext uri="{FF2B5EF4-FFF2-40B4-BE49-F238E27FC236}">
                <a16:creationId xmlns:a16="http://schemas.microsoft.com/office/drawing/2014/main" id="{E221DB00-D6E3-A798-6005-C00682F4E968}"/>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4" name="Text Placeholder 3">
            <a:extLst>
              <a:ext uri="{FF2B5EF4-FFF2-40B4-BE49-F238E27FC236}">
                <a16:creationId xmlns:a16="http://schemas.microsoft.com/office/drawing/2014/main" id="{EE255D7A-1661-E040-D44D-9CB3A7EDF1FF}"/>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1">
                <a:solidFill>
                  <a:schemeClr val="tx1"/>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23346940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8_タイトルのみ">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6ABE853A-5F09-4EDF-9FEA-011B54B88AAF}"/>
              </a:ext>
            </a:extLst>
          </p:cNvPr>
          <p:cNvSpPr/>
          <p:nvPr userDrawn="1"/>
        </p:nvSpPr>
        <p:spPr>
          <a:xfrm>
            <a:off x="6096000" y="0"/>
            <a:ext cx="6096000" cy="6858000"/>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8" name="Text Placeholder 3">
            <a:extLst>
              <a:ext uri="{FF2B5EF4-FFF2-40B4-BE49-F238E27FC236}">
                <a16:creationId xmlns:a16="http://schemas.microsoft.com/office/drawing/2014/main" id="{834527BA-F12F-4DF3-AC21-D992A929487C}"/>
              </a:ext>
            </a:extLst>
          </p:cNvPr>
          <p:cNvSpPr>
            <a:spLocks noGrp="1"/>
          </p:cNvSpPr>
          <p:nvPr>
            <p:ph type="body" sz="half" idx="2" hasCustomPrompt="1"/>
          </p:nvPr>
        </p:nvSpPr>
        <p:spPr>
          <a:xfrm>
            <a:off x="738922" y="1226086"/>
            <a:ext cx="5173878" cy="788480"/>
          </a:xfrm>
          <a:prstGeom prst="rect">
            <a:avLst/>
          </a:prstGeom>
        </p:spPr>
        <p:txBody>
          <a:bodyPr lIns="0" tIns="0" rIns="0" bIns="0">
            <a:noAutofit/>
          </a:bodyPr>
          <a:lstStyle>
            <a:lvl1pPr marL="0" indent="0" algn="l">
              <a:buNone/>
              <a:defRPr sz="1814" b="0">
                <a:solidFill>
                  <a:schemeClr val="tx2"/>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6" name="図プレースホルダー 9">
            <a:extLst>
              <a:ext uri="{FF2B5EF4-FFF2-40B4-BE49-F238E27FC236}">
                <a16:creationId xmlns:a16="http://schemas.microsoft.com/office/drawing/2014/main" id="{45723AF5-434A-467D-A96A-FC76156FAB7A}"/>
              </a:ext>
            </a:extLst>
          </p:cNvPr>
          <p:cNvSpPr>
            <a:spLocks noGrp="1"/>
          </p:cNvSpPr>
          <p:nvPr>
            <p:ph type="pic" sz="quarter" idx="13"/>
          </p:nvPr>
        </p:nvSpPr>
        <p:spPr>
          <a:xfrm>
            <a:off x="7091439" y="897962"/>
            <a:ext cx="4105122" cy="5062075"/>
          </a:xfrm>
          <a:prstGeom prst="rect">
            <a:avLst/>
          </a:prstGeom>
        </p:spPr>
        <p:txBody>
          <a:bodyPr/>
          <a:lstStyle/>
          <a:p>
            <a:r>
              <a:rPr kumimoji="1" lang="ja-JP" altLang="en-US"/>
              <a:t>アイコンをクリックして図を追加</a:t>
            </a:r>
          </a:p>
        </p:txBody>
      </p:sp>
      <p:sp>
        <p:nvSpPr>
          <p:cNvPr id="4" name="Slide Number Placeholder 4">
            <a:extLst>
              <a:ext uri="{FF2B5EF4-FFF2-40B4-BE49-F238E27FC236}">
                <a16:creationId xmlns:a16="http://schemas.microsoft.com/office/drawing/2014/main" id="{502417FE-7354-5D87-3AE6-241C5A5D482F}"/>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10" name="Title 1">
            <a:extLst>
              <a:ext uri="{FF2B5EF4-FFF2-40B4-BE49-F238E27FC236}">
                <a16:creationId xmlns:a16="http://schemas.microsoft.com/office/drawing/2014/main" id="{F98599E3-6686-3BDC-90EB-701469ED3235}"/>
              </a:ext>
            </a:extLst>
          </p:cNvPr>
          <p:cNvSpPr txBox="1">
            <a:spLocks/>
          </p:cNvSpPr>
          <p:nvPr userDrawn="1"/>
        </p:nvSpPr>
        <p:spPr>
          <a:xfrm>
            <a:off x="738922" y="367466"/>
            <a:ext cx="10714369" cy="365125"/>
          </a:xfrm>
          <a:prstGeom prst="rect">
            <a:avLst/>
          </a:prstGeom>
        </p:spPr>
        <p:txBody>
          <a:bodyPr vert="horz" lIns="0" tIns="0" rIns="0" bIns="0" rtlCol="0" anchor="ctr">
            <a:noAutofit/>
          </a:bodyPr>
          <a:lstStyle>
            <a:lvl1pPr algn="l" defTabSz="1007943" rtl="0" eaLnBrk="1" latinLnBrk="0" hangingPunct="1">
              <a:lnSpc>
                <a:spcPct val="90000"/>
              </a:lnSpc>
              <a:spcBef>
                <a:spcPct val="0"/>
              </a:spcBef>
              <a:buNone/>
              <a:defRPr kumimoji="1" sz="2800" b="1" kern="1200" spc="120" baseline="0">
                <a:solidFill>
                  <a:schemeClr val="tx1"/>
                </a:solidFill>
                <a:latin typeface="+mn-ea"/>
                <a:ea typeface="+mn-ea"/>
                <a:cs typeface="+mj-cs"/>
              </a:defRPr>
            </a:lvl1pPr>
          </a:lstStyle>
          <a:p>
            <a:endParaRPr lang="en-US" sz="2540" b="0">
              <a:latin typeface="+mj-ea"/>
              <a:ea typeface="+mj-ea"/>
            </a:endParaRPr>
          </a:p>
        </p:txBody>
      </p:sp>
    </p:spTree>
    <p:extLst>
      <p:ext uri="{BB962C8B-B14F-4D97-AF65-F5344CB8AC3E}">
        <p14:creationId xmlns:p14="http://schemas.microsoft.com/office/powerpoint/2010/main" val="32273116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9_タイトルのみ">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6ABE853A-5F09-4EDF-9FEA-011B54B88AAF}"/>
              </a:ext>
            </a:extLst>
          </p:cNvPr>
          <p:cNvSpPr/>
          <p:nvPr userDrawn="1"/>
        </p:nvSpPr>
        <p:spPr>
          <a:xfrm>
            <a:off x="0" y="0"/>
            <a:ext cx="4064071" cy="3429147"/>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9" name="正方形/長方形 8">
            <a:extLst>
              <a:ext uri="{FF2B5EF4-FFF2-40B4-BE49-F238E27FC236}">
                <a16:creationId xmlns:a16="http://schemas.microsoft.com/office/drawing/2014/main" id="{7A433D0C-DB6B-40D3-88D7-776D7D0A69B1}"/>
              </a:ext>
            </a:extLst>
          </p:cNvPr>
          <p:cNvSpPr/>
          <p:nvPr userDrawn="1"/>
        </p:nvSpPr>
        <p:spPr>
          <a:xfrm>
            <a:off x="4063860" y="3428853"/>
            <a:ext cx="4064071" cy="3429147"/>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0" name="正方形/長方形 9">
            <a:extLst>
              <a:ext uri="{FF2B5EF4-FFF2-40B4-BE49-F238E27FC236}">
                <a16:creationId xmlns:a16="http://schemas.microsoft.com/office/drawing/2014/main" id="{F06E6178-A6A4-4BFD-9F51-28EF349B5CE8}"/>
              </a:ext>
            </a:extLst>
          </p:cNvPr>
          <p:cNvSpPr/>
          <p:nvPr userDrawn="1"/>
        </p:nvSpPr>
        <p:spPr>
          <a:xfrm>
            <a:off x="8127930" y="-295"/>
            <a:ext cx="4064071" cy="3429147"/>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1" name="Text Placeholder 3">
            <a:extLst>
              <a:ext uri="{FF2B5EF4-FFF2-40B4-BE49-F238E27FC236}">
                <a16:creationId xmlns:a16="http://schemas.microsoft.com/office/drawing/2014/main" id="{4556A793-020D-42E0-BA8C-A3348EC3D8AB}"/>
              </a:ext>
            </a:extLst>
          </p:cNvPr>
          <p:cNvSpPr>
            <a:spLocks noGrp="1"/>
          </p:cNvSpPr>
          <p:nvPr>
            <p:ph type="body" sz="half" idx="2" hasCustomPrompt="1"/>
          </p:nvPr>
        </p:nvSpPr>
        <p:spPr>
          <a:xfrm>
            <a:off x="4063860" y="1178748"/>
            <a:ext cx="4064071" cy="241538"/>
          </a:xfrm>
          <a:prstGeom prst="rect">
            <a:avLst/>
          </a:prstGeom>
        </p:spPr>
        <p:txBody>
          <a:bodyPr lIns="180000" tIns="0" rIns="180000" bIns="0">
            <a:noAutofit/>
          </a:bodyPr>
          <a:lstStyle>
            <a:lvl1pPr marL="0" indent="0" algn="ctr">
              <a:buNone/>
              <a:defRPr sz="1452" b="1">
                <a:solidFill>
                  <a:schemeClr val="tx2"/>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タイトルタイトル</a:t>
            </a:r>
          </a:p>
        </p:txBody>
      </p:sp>
      <p:sp>
        <p:nvSpPr>
          <p:cNvPr id="13" name="Text Placeholder 3">
            <a:extLst>
              <a:ext uri="{FF2B5EF4-FFF2-40B4-BE49-F238E27FC236}">
                <a16:creationId xmlns:a16="http://schemas.microsoft.com/office/drawing/2014/main" id="{3204670F-986D-4EBE-9D60-C1DB77CEAF9A}"/>
              </a:ext>
            </a:extLst>
          </p:cNvPr>
          <p:cNvSpPr>
            <a:spLocks noGrp="1"/>
          </p:cNvSpPr>
          <p:nvPr>
            <p:ph type="body" sz="half" idx="10" hasCustomPrompt="1"/>
          </p:nvPr>
        </p:nvSpPr>
        <p:spPr>
          <a:xfrm>
            <a:off x="4063860" y="1525145"/>
            <a:ext cx="4064071" cy="1235147"/>
          </a:xfrm>
          <a:prstGeom prst="rect">
            <a:avLst/>
          </a:prstGeom>
        </p:spPr>
        <p:txBody>
          <a:bodyPr lIns="288000" tIns="0" rIns="288000" bIns="0">
            <a:noAutofit/>
          </a:bodyPr>
          <a:lstStyle>
            <a:lvl1pPr marL="0" marR="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sz="1270" b="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14" name="Text Placeholder 3">
            <a:extLst>
              <a:ext uri="{FF2B5EF4-FFF2-40B4-BE49-F238E27FC236}">
                <a16:creationId xmlns:a16="http://schemas.microsoft.com/office/drawing/2014/main" id="{2A1A9C8B-B8AE-4CAA-81FB-151F06D7EB15}"/>
              </a:ext>
            </a:extLst>
          </p:cNvPr>
          <p:cNvSpPr>
            <a:spLocks noGrp="1"/>
          </p:cNvSpPr>
          <p:nvPr>
            <p:ph type="body" sz="half" idx="11" hasCustomPrompt="1"/>
          </p:nvPr>
        </p:nvSpPr>
        <p:spPr>
          <a:xfrm>
            <a:off x="0" y="4629244"/>
            <a:ext cx="4064071" cy="241538"/>
          </a:xfrm>
          <a:prstGeom prst="rect">
            <a:avLst/>
          </a:prstGeom>
        </p:spPr>
        <p:txBody>
          <a:bodyPr lIns="180000" tIns="0" rIns="180000" bIns="0">
            <a:noAutofit/>
          </a:bodyPr>
          <a:lstStyle>
            <a:lvl1pPr marL="0" indent="0" algn="ctr">
              <a:buNone/>
              <a:defRPr sz="1452" b="1">
                <a:solidFill>
                  <a:schemeClr val="tx2"/>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タイトルタイトル</a:t>
            </a:r>
          </a:p>
        </p:txBody>
      </p:sp>
      <p:sp>
        <p:nvSpPr>
          <p:cNvPr id="15" name="Text Placeholder 3">
            <a:extLst>
              <a:ext uri="{FF2B5EF4-FFF2-40B4-BE49-F238E27FC236}">
                <a16:creationId xmlns:a16="http://schemas.microsoft.com/office/drawing/2014/main" id="{6B2BB5F7-0449-486C-BB83-ACBDAA011BDF}"/>
              </a:ext>
            </a:extLst>
          </p:cNvPr>
          <p:cNvSpPr>
            <a:spLocks noGrp="1"/>
          </p:cNvSpPr>
          <p:nvPr>
            <p:ph type="body" sz="half" idx="12" hasCustomPrompt="1"/>
          </p:nvPr>
        </p:nvSpPr>
        <p:spPr>
          <a:xfrm>
            <a:off x="0" y="4975641"/>
            <a:ext cx="4064071" cy="1235147"/>
          </a:xfrm>
          <a:prstGeom prst="rect">
            <a:avLst/>
          </a:prstGeom>
        </p:spPr>
        <p:txBody>
          <a:bodyPr lIns="288000" tIns="0" rIns="288000" bIns="0">
            <a:noAutofit/>
          </a:bodyPr>
          <a:lstStyle>
            <a:lvl1pPr marL="0" marR="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sz="1270" b="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16" name="Text Placeholder 3">
            <a:extLst>
              <a:ext uri="{FF2B5EF4-FFF2-40B4-BE49-F238E27FC236}">
                <a16:creationId xmlns:a16="http://schemas.microsoft.com/office/drawing/2014/main" id="{5F6BB6E2-329C-47E7-BC67-E4247149DF18}"/>
              </a:ext>
            </a:extLst>
          </p:cNvPr>
          <p:cNvSpPr>
            <a:spLocks noGrp="1"/>
          </p:cNvSpPr>
          <p:nvPr>
            <p:ph type="body" sz="half" idx="13" hasCustomPrompt="1"/>
          </p:nvPr>
        </p:nvSpPr>
        <p:spPr>
          <a:xfrm>
            <a:off x="8127718" y="4629244"/>
            <a:ext cx="4064071" cy="241538"/>
          </a:xfrm>
          <a:prstGeom prst="rect">
            <a:avLst/>
          </a:prstGeom>
        </p:spPr>
        <p:txBody>
          <a:bodyPr lIns="180000" tIns="0" rIns="180000" bIns="0">
            <a:noAutofit/>
          </a:bodyPr>
          <a:lstStyle>
            <a:lvl1pPr marL="0" indent="0" algn="ctr">
              <a:buNone/>
              <a:defRPr sz="1452" b="1">
                <a:solidFill>
                  <a:schemeClr val="tx2"/>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タイトルタイトル</a:t>
            </a:r>
          </a:p>
        </p:txBody>
      </p:sp>
      <p:sp>
        <p:nvSpPr>
          <p:cNvPr id="17" name="Text Placeholder 3">
            <a:extLst>
              <a:ext uri="{FF2B5EF4-FFF2-40B4-BE49-F238E27FC236}">
                <a16:creationId xmlns:a16="http://schemas.microsoft.com/office/drawing/2014/main" id="{7889AF89-2EF8-480C-B0F3-915A3EA21C8A}"/>
              </a:ext>
            </a:extLst>
          </p:cNvPr>
          <p:cNvSpPr>
            <a:spLocks noGrp="1"/>
          </p:cNvSpPr>
          <p:nvPr>
            <p:ph type="body" sz="half" idx="14" hasCustomPrompt="1"/>
          </p:nvPr>
        </p:nvSpPr>
        <p:spPr>
          <a:xfrm>
            <a:off x="8127718" y="4975641"/>
            <a:ext cx="4064071" cy="1235147"/>
          </a:xfrm>
          <a:prstGeom prst="rect">
            <a:avLst/>
          </a:prstGeom>
        </p:spPr>
        <p:txBody>
          <a:bodyPr lIns="288000" tIns="0" rIns="288000" bIns="0">
            <a:noAutofit/>
          </a:bodyPr>
          <a:lstStyle>
            <a:lvl1pPr marL="0" marR="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sz="1270" b="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4" name="図プレースホルダー 3">
            <a:extLst>
              <a:ext uri="{FF2B5EF4-FFF2-40B4-BE49-F238E27FC236}">
                <a16:creationId xmlns:a16="http://schemas.microsoft.com/office/drawing/2014/main" id="{1D5FA8A4-BE39-45F7-A590-2C9ACDA94BE4}"/>
              </a:ext>
            </a:extLst>
          </p:cNvPr>
          <p:cNvSpPr>
            <a:spLocks noGrp="1"/>
          </p:cNvSpPr>
          <p:nvPr>
            <p:ph type="pic" sz="quarter" idx="15"/>
          </p:nvPr>
        </p:nvSpPr>
        <p:spPr>
          <a:xfrm>
            <a:off x="0" y="0"/>
            <a:ext cx="4064000" cy="3429000"/>
          </a:xfrm>
          <a:prstGeom prst="rect">
            <a:avLst/>
          </a:prstGeom>
          <a:solidFill>
            <a:schemeClr val="accent3">
              <a:lumMod val="20000"/>
              <a:lumOff val="80000"/>
            </a:schemeClr>
          </a:solidFill>
        </p:spPr>
        <p:txBody>
          <a:bodyPr/>
          <a:lstStyle/>
          <a:p>
            <a:r>
              <a:rPr kumimoji="1" lang="ja-JP" altLang="en-US"/>
              <a:t>アイコンをクリックして図を追加</a:t>
            </a:r>
          </a:p>
        </p:txBody>
      </p:sp>
      <p:sp>
        <p:nvSpPr>
          <p:cNvPr id="18" name="図プレースホルダー 3">
            <a:extLst>
              <a:ext uri="{FF2B5EF4-FFF2-40B4-BE49-F238E27FC236}">
                <a16:creationId xmlns:a16="http://schemas.microsoft.com/office/drawing/2014/main" id="{F4A02690-8098-4886-A490-6C32CA4E8F11}"/>
              </a:ext>
            </a:extLst>
          </p:cNvPr>
          <p:cNvSpPr>
            <a:spLocks noGrp="1"/>
          </p:cNvSpPr>
          <p:nvPr>
            <p:ph type="pic" sz="quarter" idx="16"/>
          </p:nvPr>
        </p:nvSpPr>
        <p:spPr>
          <a:xfrm>
            <a:off x="8127718" y="0"/>
            <a:ext cx="4064000" cy="3429000"/>
          </a:xfrm>
          <a:prstGeom prst="rect">
            <a:avLst/>
          </a:prstGeom>
          <a:solidFill>
            <a:schemeClr val="accent3">
              <a:lumMod val="20000"/>
              <a:lumOff val="80000"/>
            </a:schemeClr>
          </a:solidFill>
        </p:spPr>
        <p:txBody>
          <a:bodyPr/>
          <a:lstStyle/>
          <a:p>
            <a:r>
              <a:rPr kumimoji="1" lang="ja-JP" altLang="en-US"/>
              <a:t>アイコンをクリックして図を追加</a:t>
            </a:r>
          </a:p>
        </p:txBody>
      </p:sp>
      <p:sp>
        <p:nvSpPr>
          <p:cNvPr id="19" name="図プレースホルダー 3">
            <a:extLst>
              <a:ext uri="{FF2B5EF4-FFF2-40B4-BE49-F238E27FC236}">
                <a16:creationId xmlns:a16="http://schemas.microsoft.com/office/drawing/2014/main" id="{BA7A8847-AA4E-4AB9-AFC6-AEE43199D016}"/>
              </a:ext>
            </a:extLst>
          </p:cNvPr>
          <p:cNvSpPr>
            <a:spLocks noGrp="1"/>
          </p:cNvSpPr>
          <p:nvPr>
            <p:ph type="pic" sz="quarter" idx="17"/>
          </p:nvPr>
        </p:nvSpPr>
        <p:spPr>
          <a:xfrm>
            <a:off x="4063824" y="3428853"/>
            <a:ext cx="4064000" cy="3429000"/>
          </a:xfrm>
          <a:prstGeom prst="rect">
            <a:avLst/>
          </a:prstGeom>
          <a:solidFill>
            <a:schemeClr val="accent3">
              <a:lumMod val="20000"/>
              <a:lumOff val="80000"/>
            </a:schemeClr>
          </a:solidFill>
        </p:spPr>
        <p:txBody>
          <a:bodyPr/>
          <a:lstStyle/>
          <a:p>
            <a:r>
              <a:rPr kumimoji="1" lang="ja-JP" altLang="en-US"/>
              <a:t>アイコンをクリックして図を追加</a:t>
            </a:r>
          </a:p>
        </p:txBody>
      </p:sp>
    </p:spTree>
    <p:extLst>
      <p:ext uri="{BB962C8B-B14F-4D97-AF65-F5344CB8AC3E}">
        <p14:creationId xmlns:p14="http://schemas.microsoft.com/office/powerpoint/2010/main" val="92732290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523629285"/>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2_タイトルのみ(白紙)">
    <p:bg>
      <p:bgPr>
        <a:solidFill>
          <a:schemeClr val="bg1"/>
        </a:solidFill>
        <a:effectLst/>
      </p:bgPr>
    </p:bg>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AE0389F4-2693-4DD2-9AC4-AD38CDAB2760}"/>
              </a:ext>
            </a:extLst>
          </p:cNvPr>
          <p:cNvSpPr/>
          <p:nvPr userDrawn="1"/>
        </p:nvSpPr>
        <p:spPr>
          <a:xfrm>
            <a:off x="0" y="1933338"/>
            <a:ext cx="12192213" cy="2991325"/>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829549" rtl="0" eaLnBrk="1" fontAlgn="auto" latinLnBrk="0" hangingPunct="1">
              <a:lnSpc>
                <a:spcPct val="100000"/>
              </a:lnSpc>
              <a:spcBef>
                <a:spcPts val="0"/>
              </a:spcBef>
              <a:spcAft>
                <a:spcPts val="0"/>
              </a:spcAft>
              <a:buClrTx/>
              <a:buSzTx/>
              <a:buFontTx/>
              <a:buNone/>
              <a:tabLst/>
              <a:defRPr/>
            </a:pPr>
            <a:endParaRPr kumimoji="1" lang="ja-JP" altLang="en-US" sz="1633" b="0" i="0" u="none" strike="noStrike" kern="1200" cap="none" spc="0" normalizeH="0" baseline="0" noProof="0">
              <a:ln>
                <a:noFill/>
              </a:ln>
              <a:solidFill>
                <a:srgbClr val="F8FDFA"/>
              </a:solidFill>
              <a:effectLst/>
              <a:uLnTx/>
              <a:uFillTx/>
              <a:latin typeface="游ゴシック" panose="020F0502020204030204"/>
              <a:ea typeface="游ゴシック" panose="020B0400000000000000" pitchFamily="50" charset="-128"/>
              <a:cs typeface="+mn-cs"/>
            </a:endParaRPr>
          </a:p>
        </p:txBody>
      </p:sp>
      <p:sp>
        <p:nvSpPr>
          <p:cNvPr id="2" name="Slide Number Placeholder 4">
            <a:extLst>
              <a:ext uri="{FF2B5EF4-FFF2-40B4-BE49-F238E27FC236}">
                <a16:creationId xmlns:a16="http://schemas.microsoft.com/office/drawing/2014/main" id="{95ACA8CC-1D43-2551-ADCC-C8E8E84BDC1A}"/>
              </a:ext>
            </a:extLst>
          </p:cNvPr>
          <p:cNvSpPr>
            <a:spLocks noGrp="1"/>
          </p:cNvSpPr>
          <p:nvPr>
            <p:ph type="sldNum" sz="quarter" idx="12"/>
          </p:nvPr>
        </p:nvSpPr>
        <p:spPr>
          <a:xfrm>
            <a:off x="11587107" y="6402492"/>
            <a:ext cx="492615" cy="326585"/>
          </a:xfrm>
          <a:prstGeom prst="rect">
            <a:avLst/>
          </a:prstGeom>
          <a:noFill/>
        </p:spPr>
        <p:txBody>
          <a:bodyPr/>
          <a:lstStyle>
            <a:lvl1pPr>
              <a:defRPr>
                <a:solidFill>
                  <a:schemeClr val="tx2"/>
                </a:solidFill>
              </a:defRPr>
            </a:lvl1pPr>
          </a:lstStyle>
          <a:p>
            <a:pPr defTabSz="829549"/>
            <a:fld id="{14EC724F-F4C9-4616-8530-5BC5097559BB}" type="slidenum">
              <a:rPr lang="ja-JP" altLang="en-US" smtClean="0">
                <a:solidFill>
                  <a:srgbClr val="1B5C80"/>
                </a:solidFill>
              </a:rPr>
              <a:pPr defTabSz="829549"/>
              <a:t>‹#›</a:t>
            </a:fld>
            <a:endParaRPr lang="ja-JP" altLang="en-US">
              <a:solidFill>
                <a:srgbClr val="1B5C80"/>
              </a:solidFill>
            </a:endParaRPr>
          </a:p>
        </p:txBody>
      </p:sp>
      <p:sp>
        <p:nvSpPr>
          <p:cNvPr id="4" name="テキスト プレースホルダー 3">
            <a:extLst>
              <a:ext uri="{FF2B5EF4-FFF2-40B4-BE49-F238E27FC236}">
                <a16:creationId xmlns:a16="http://schemas.microsoft.com/office/drawing/2014/main" id="{8B30B518-6AE0-61F2-C4EA-DED785410EC1}"/>
              </a:ext>
            </a:extLst>
          </p:cNvPr>
          <p:cNvSpPr>
            <a:spLocks noGrp="1"/>
          </p:cNvSpPr>
          <p:nvPr>
            <p:ph type="body" sz="quarter" idx="13" hasCustomPrompt="1"/>
          </p:nvPr>
        </p:nvSpPr>
        <p:spPr>
          <a:xfrm>
            <a:off x="1" y="1932683"/>
            <a:ext cx="7926384" cy="2992634"/>
          </a:xfrm>
          <a:prstGeom prst="rect">
            <a:avLst/>
          </a:prstGeom>
        </p:spPr>
        <p:txBody>
          <a:bodyPr anchor="ctr"/>
          <a:lstStyle>
            <a:lvl1pPr marL="0" indent="0" algn="l">
              <a:lnSpc>
                <a:spcPct val="110000"/>
              </a:lnSpc>
              <a:buNone/>
              <a:defRPr sz="3266" b="1">
                <a:solidFill>
                  <a:schemeClr val="bg1"/>
                </a:solidFill>
                <a:latin typeface="+mn-ea"/>
                <a:ea typeface="+mn-ea"/>
              </a:defRPr>
            </a:lvl1pPr>
            <a:lvl2pPr>
              <a:defRPr>
                <a:latin typeface="+mn-ea"/>
                <a:ea typeface="+mn-ea"/>
              </a:defRPr>
            </a:lvl2pPr>
            <a:lvl3pPr>
              <a:defRPr>
                <a:latin typeface="+mn-ea"/>
                <a:ea typeface="+mn-ea"/>
              </a:defRPr>
            </a:lvl3pPr>
            <a:lvl4pPr>
              <a:defRPr>
                <a:latin typeface="+mn-ea"/>
                <a:ea typeface="+mn-ea"/>
              </a:defRPr>
            </a:lvl4pPr>
            <a:lvl5pPr>
              <a:defRPr>
                <a:latin typeface="+mn-ea"/>
                <a:ea typeface="+mn-ea"/>
              </a:defRPr>
            </a:lvl5pPr>
          </a:lstStyle>
          <a:p>
            <a:pPr lvl="0"/>
            <a:r>
              <a:rPr kumimoji="1" lang="ja-JP" altLang="en-US"/>
              <a:t>タイトルが入ります</a:t>
            </a:r>
          </a:p>
        </p:txBody>
      </p:sp>
    </p:spTree>
    <p:extLst>
      <p:ext uri="{BB962C8B-B14F-4D97-AF65-F5344CB8AC3E}">
        <p14:creationId xmlns:p14="http://schemas.microsoft.com/office/powerpoint/2010/main" val="188863874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2_タイトル＋見出し小">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defRPr sz="254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2" name="Text Placeholder 3">
            <a:extLst>
              <a:ext uri="{FF2B5EF4-FFF2-40B4-BE49-F238E27FC236}">
                <a16:creationId xmlns:a16="http://schemas.microsoft.com/office/drawing/2014/main" id="{BB831D4F-A61C-0594-1F98-E06D1279B73C}"/>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105609993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F437E4DB-00C1-62A2-86F6-C5658624E20A}"/>
              </a:ext>
            </a:extLst>
          </p:cNvPr>
          <p:cNvSpPr/>
          <p:nvPr userDrawn="1"/>
        </p:nvSpPr>
        <p:spPr>
          <a:xfrm>
            <a:off x="1" y="91"/>
            <a:ext cx="12192213" cy="4924534"/>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829549">
              <a:defRPr/>
            </a:pPr>
            <a:endParaRPr lang="ja-JP" altLang="en-US" sz="1633">
              <a:solidFill>
                <a:srgbClr val="F8FDFA"/>
              </a:solidFill>
              <a:latin typeface="游ゴシック" panose="020F0502020204030204"/>
              <a:ea typeface="游ゴシック" panose="020B0400000000000000" pitchFamily="50" charset="-128"/>
            </a:endParaRPr>
          </a:p>
        </p:txBody>
      </p:sp>
      <p:sp>
        <p:nvSpPr>
          <p:cNvPr id="4" name="テキスト ボックス 3">
            <a:extLst>
              <a:ext uri="{FF2B5EF4-FFF2-40B4-BE49-F238E27FC236}">
                <a16:creationId xmlns:a16="http://schemas.microsoft.com/office/drawing/2014/main" id="{F25D378A-80E6-9EEB-497F-3FFE2033DCEC}"/>
              </a:ext>
            </a:extLst>
          </p:cNvPr>
          <p:cNvSpPr txBox="1"/>
          <p:nvPr userDrawn="1"/>
        </p:nvSpPr>
        <p:spPr>
          <a:xfrm>
            <a:off x="1219834" y="5056103"/>
            <a:ext cx="9752331" cy="809664"/>
          </a:xfrm>
          <a:prstGeom prst="rect">
            <a:avLst/>
          </a:prstGeom>
          <a:noFill/>
        </p:spPr>
        <p:txBody>
          <a:bodyPr rot="0" spcFirstLastPara="0" vertOverflow="overflow" horzOverflow="overflow" vert="horz" wrap="square" lIns="82951" tIns="41475" rIns="82951" bIns="41475" numCol="1" spcCol="0" rtlCol="0" fromWordArt="0" anchor="t" anchorCtr="0" forceAA="0" compatLnSpc="1">
            <a:prstTxWarp prst="textNoShape">
              <a:avLst/>
            </a:prstTxWarp>
            <a:spAutoFit/>
          </a:bodyPr>
          <a:lstStyle/>
          <a:p>
            <a:pPr algn="ctr" defTabSz="829544">
              <a:lnSpc>
                <a:spcPct val="110000"/>
              </a:lnSpc>
              <a:defRPr/>
            </a:pPr>
            <a:r>
              <a:rPr lang="ja-JP" altLang="en-US" sz="2540" b="1">
                <a:solidFill>
                  <a:srgbClr val="1B5C80"/>
                </a:solidFill>
                <a:latin typeface="游ゴシック" panose="020F0502020204030204"/>
                <a:ea typeface="游ゴシック"/>
              </a:rPr>
              <a:t>アンケートにご協力いただけますと幸いです。</a:t>
            </a:r>
            <a:endParaRPr lang="en-US" altLang="ja-JP" sz="2540" b="1">
              <a:solidFill>
                <a:srgbClr val="1B5C80"/>
              </a:solidFill>
              <a:latin typeface="游ゴシック" panose="020F0502020204030204"/>
              <a:ea typeface="游ゴシック"/>
            </a:endParaRPr>
          </a:p>
          <a:p>
            <a:pPr algn="ctr" defTabSz="829544">
              <a:lnSpc>
                <a:spcPct val="110000"/>
              </a:lnSpc>
              <a:defRPr/>
            </a:pPr>
            <a:r>
              <a:rPr lang="ja-JP" altLang="en-US" sz="1814">
                <a:solidFill>
                  <a:srgbClr val="1B5C80"/>
                </a:solidFill>
                <a:latin typeface="游ゴシック" panose="020F0502020204030204"/>
                <a:ea typeface="游ゴシック"/>
              </a:rPr>
              <a:t>今回の説明会のご感想や参加してみたい研修など、ぜひご意見をお聞かせください！</a:t>
            </a:r>
            <a:endParaRPr lang="en-US" sz="1814">
              <a:solidFill>
                <a:srgbClr val="1B5C80"/>
              </a:solidFill>
              <a:latin typeface="游ゴシック" panose="020F0502020204030204"/>
              <a:ea typeface="游ゴシック"/>
            </a:endParaRPr>
          </a:p>
        </p:txBody>
      </p:sp>
      <p:sp>
        <p:nvSpPr>
          <p:cNvPr id="5" name="スライド番号プレースホルダー 3">
            <a:extLst>
              <a:ext uri="{FF2B5EF4-FFF2-40B4-BE49-F238E27FC236}">
                <a16:creationId xmlns:a16="http://schemas.microsoft.com/office/drawing/2014/main" id="{4C15F4DE-A684-5B2E-F4DB-6524A967933B}"/>
              </a:ext>
            </a:extLst>
          </p:cNvPr>
          <p:cNvSpPr txBox="1">
            <a:spLocks/>
          </p:cNvSpPr>
          <p:nvPr userDrawn="1"/>
        </p:nvSpPr>
        <p:spPr>
          <a:xfrm>
            <a:off x="11587106" y="6402413"/>
            <a:ext cx="492615" cy="326577"/>
          </a:xfrm>
          <a:prstGeom prst="rect">
            <a:avLst/>
          </a:prstGeom>
          <a:noFill/>
        </p:spPr>
        <p:txBody>
          <a:bodyPr vert="horz" lIns="82951" tIns="41475" rIns="82951" bIns="41475" rtlCol="0" anchor="ctr"/>
          <a:lstStyle>
            <a:defPPr>
              <a:defRPr lang="ja-JP"/>
            </a:defPPr>
            <a:lvl1pPr marL="0" algn="r" defTabSz="914400" rtl="0" eaLnBrk="1" latinLnBrk="0" hangingPunct="1">
              <a:defRPr kumimoji="1" sz="1323" kern="1200" spc="120" baseline="0">
                <a:solidFill>
                  <a:schemeClr val="tx2"/>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defTabSz="829544">
              <a:defRPr/>
            </a:pPr>
            <a:fld id="{14EC724F-F4C9-4616-8530-5BC5097559BB}" type="slidenum">
              <a:rPr lang="ja-JP" altLang="en-US" sz="1200" spc="109">
                <a:solidFill>
                  <a:srgbClr val="1B5C80"/>
                </a:solidFill>
                <a:latin typeface="游ゴシック" panose="020F0502020204030204"/>
                <a:ea typeface="游ゴシック" panose="020B0400000000000000" pitchFamily="50" charset="-128"/>
              </a:rPr>
              <a:pPr defTabSz="829544">
                <a:defRPr/>
              </a:pPr>
              <a:t>‹#›</a:t>
            </a:fld>
            <a:endParaRPr lang="ja-JP" altLang="en-US" sz="1200" spc="109">
              <a:solidFill>
                <a:srgbClr val="1B5C80"/>
              </a:solidFill>
              <a:latin typeface="游ゴシック" panose="020F0502020204030204"/>
              <a:ea typeface="游ゴシック" panose="020B0400000000000000" pitchFamily="50" charset="-128"/>
            </a:endParaRPr>
          </a:p>
        </p:txBody>
      </p:sp>
      <p:sp>
        <p:nvSpPr>
          <p:cNvPr id="7" name="テキスト プレースホルダー 2">
            <a:extLst>
              <a:ext uri="{FF2B5EF4-FFF2-40B4-BE49-F238E27FC236}">
                <a16:creationId xmlns:a16="http://schemas.microsoft.com/office/drawing/2014/main" id="{834860CF-3990-F24B-1D1C-491A921C703C}"/>
              </a:ext>
            </a:extLst>
          </p:cNvPr>
          <p:cNvSpPr>
            <a:spLocks noGrp="1"/>
          </p:cNvSpPr>
          <p:nvPr>
            <p:ph type="body" sz="quarter" idx="13"/>
          </p:nvPr>
        </p:nvSpPr>
        <p:spPr>
          <a:xfrm>
            <a:off x="1" y="222608"/>
            <a:ext cx="12191999" cy="1800142"/>
          </a:xfrm>
          <a:prstGeom prst="rect">
            <a:avLst/>
          </a:prstGeom>
        </p:spPr>
        <p:txBody>
          <a:bodyPr anchor="ctr"/>
          <a:lstStyle>
            <a:lvl1pPr marL="0" indent="0">
              <a:buNone/>
              <a:defRPr kumimoji="1" lang="ja-JP" altLang="en-US" sz="3266" b="1" kern="1200" spc="109" baseline="0" dirty="0">
                <a:solidFill>
                  <a:schemeClr val="bg1"/>
                </a:solidFill>
                <a:latin typeface="+mn-ea"/>
                <a:ea typeface="+mn-ea"/>
                <a:cs typeface="+mn-cs"/>
              </a:defRPr>
            </a:lvl1pPr>
          </a:lstStyle>
          <a:p>
            <a:pPr algn="ctr"/>
            <a:endParaRPr lang="ja-JP" altLang="en-US"/>
          </a:p>
        </p:txBody>
      </p:sp>
      <p:pic>
        <p:nvPicPr>
          <p:cNvPr id="8" name="図 7">
            <a:extLst>
              <a:ext uri="{FF2B5EF4-FFF2-40B4-BE49-F238E27FC236}">
                <a16:creationId xmlns:a16="http://schemas.microsoft.com/office/drawing/2014/main" id="{B2821DD1-9DB9-AC17-1D5B-0288881DBD03}"/>
              </a:ext>
            </a:extLst>
          </p:cNvPr>
          <p:cNvPicPr>
            <a:picLocks noChangeAspect="1"/>
          </p:cNvPicPr>
          <p:nvPr userDrawn="1"/>
        </p:nvPicPr>
        <p:blipFill>
          <a:blip r:embed="rId2"/>
          <a:stretch>
            <a:fillRect/>
          </a:stretch>
        </p:blipFill>
        <p:spPr>
          <a:xfrm>
            <a:off x="5106021" y="2595039"/>
            <a:ext cx="1746207" cy="1702278"/>
          </a:xfrm>
          <a:prstGeom prst="rect">
            <a:avLst/>
          </a:prstGeom>
        </p:spPr>
      </p:pic>
      <p:pic>
        <p:nvPicPr>
          <p:cNvPr id="12" name="図 11" descr="ロゴ&#10;&#10;AI によって生成されたコンテンツは間違っている可能性があります。">
            <a:extLst>
              <a:ext uri="{FF2B5EF4-FFF2-40B4-BE49-F238E27FC236}">
                <a16:creationId xmlns:a16="http://schemas.microsoft.com/office/drawing/2014/main" id="{5CCECBAE-8F55-27AA-9502-947437DA0E8C}"/>
              </a:ext>
            </a:extLst>
          </p:cNvPr>
          <p:cNvPicPr>
            <a:picLocks noChangeAspect="1"/>
          </p:cNvPicPr>
          <p:nvPr userDrawn="1"/>
        </p:nvPicPr>
        <p:blipFill>
          <a:blip r:embed="rId3">
            <a:extLst>
              <a:ext uri="{28A0092B-C50C-407E-A947-70E740481C1C}">
                <a14:useLocalDpi xmlns:a14="http://schemas.microsoft.com/office/drawing/2010/main" val="0"/>
              </a:ext>
            </a:extLst>
          </a:blip>
          <a:srcRect l="3702" t="34625" r="3702" b="34625"/>
          <a:stretch/>
        </p:blipFill>
        <p:spPr>
          <a:xfrm>
            <a:off x="5477147" y="6519301"/>
            <a:ext cx="1237706" cy="234871"/>
          </a:xfrm>
          <a:prstGeom prst="rect">
            <a:avLst/>
          </a:prstGeom>
        </p:spPr>
      </p:pic>
      <p:sp>
        <p:nvSpPr>
          <p:cNvPr id="17" name="テキスト プレースホルダー 2">
            <a:extLst>
              <a:ext uri="{FF2B5EF4-FFF2-40B4-BE49-F238E27FC236}">
                <a16:creationId xmlns:a16="http://schemas.microsoft.com/office/drawing/2014/main" id="{E5387EDC-015F-0D42-137B-076368935D5E}"/>
              </a:ext>
            </a:extLst>
          </p:cNvPr>
          <p:cNvSpPr>
            <a:spLocks noGrp="1"/>
          </p:cNvSpPr>
          <p:nvPr>
            <p:ph type="body" sz="quarter" idx="14"/>
          </p:nvPr>
        </p:nvSpPr>
        <p:spPr>
          <a:xfrm>
            <a:off x="4384432" y="6096132"/>
            <a:ext cx="3423138" cy="234872"/>
          </a:xfrm>
          <a:prstGeom prst="rect">
            <a:avLst/>
          </a:prstGeom>
        </p:spPr>
        <p:txBody>
          <a:bodyPr anchor="ctr"/>
          <a:lstStyle>
            <a:lvl1pPr marL="0" indent="0">
              <a:buNone/>
              <a:defRPr kumimoji="1" lang="ja-JP" altLang="en-US" sz="1400" b="0" kern="1200" spc="109" baseline="0" dirty="0">
                <a:solidFill>
                  <a:schemeClr val="tx2"/>
                </a:solidFill>
                <a:latin typeface="+mn-ea"/>
                <a:ea typeface="+mn-ea"/>
                <a:cs typeface="+mn-cs"/>
              </a:defRPr>
            </a:lvl1pPr>
          </a:lstStyle>
          <a:p>
            <a:pPr algn="ctr"/>
            <a:endParaRPr lang="ja-JP" altLang="en-US"/>
          </a:p>
        </p:txBody>
      </p:sp>
    </p:spTree>
    <p:extLst>
      <p:ext uri="{BB962C8B-B14F-4D97-AF65-F5344CB8AC3E}">
        <p14:creationId xmlns:p14="http://schemas.microsoft.com/office/powerpoint/2010/main" val="216973778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3_タイトル＋見出し小">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kumimoji="1" lang="ja-JP" altLang="en-US" smtClean="0"/>
              <a:t>‹#›</a:t>
            </a:fld>
            <a:endParaRPr kumimoji="1" lang="ja-JP" altLang="en-US"/>
          </a:p>
        </p:txBody>
      </p:sp>
    </p:spTree>
    <p:extLst>
      <p:ext uri="{BB962C8B-B14F-4D97-AF65-F5344CB8AC3E}">
        <p14:creationId xmlns:p14="http://schemas.microsoft.com/office/powerpoint/2010/main" val="682235505"/>
      </p:ext>
    </p:extLst>
  </p:cSld>
  <p:clrMapOvr>
    <a:masterClrMapping/>
  </p:clrMapOvr>
  <p:hf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20_1タイトル＋見出し小">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8666489-4041-6ABB-59BE-F9C00D8A2B5E}"/>
              </a:ext>
            </a:extLst>
          </p:cNvPr>
          <p:cNvSpPr/>
          <p:nvPr userDrawn="1"/>
        </p:nvSpPr>
        <p:spPr>
          <a:xfrm>
            <a:off x="0" y="1"/>
            <a:ext cx="12192000" cy="732591"/>
          </a:xfrm>
          <a:prstGeom prst="rect">
            <a:avLst/>
          </a:prstGeom>
          <a:gradFill>
            <a:gsLst>
              <a:gs pos="100000">
                <a:schemeClr val="bg1"/>
              </a:gs>
              <a:gs pos="74000">
                <a:schemeClr val="tx2"/>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33">
              <a:solidFill>
                <a:schemeClr val="bg1"/>
              </a:solidFill>
            </a:endParaRPr>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380190" y="225483"/>
            <a:ext cx="10714369" cy="365125"/>
          </a:xfrm>
          <a:prstGeom prst="rect">
            <a:avLst/>
          </a:prstGeom>
        </p:spPr>
        <p:txBody>
          <a:bodyPr lIns="0" tIns="0" rIns="0" bIns="0">
            <a:noAutofit/>
          </a:bodyPr>
          <a:lstStyle>
            <a:lvl1pPr>
              <a:defRPr sz="2540" b="1">
                <a:solidFill>
                  <a:schemeClr val="bg1"/>
                </a:solidFill>
                <a:latin typeface="+mn-ea"/>
                <a:ea typeface="+mn-ea"/>
              </a:defRPr>
            </a:lvl1pPr>
          </a:lstStyle>
          <a:p>
            <a:r>
              <a:rPr lang="ja-JP" altLang="en-US"/>
              <a:t>タイトルが入ります</a:t>
            </a:r>
            <a:endParaRPr lang="en-US"/>
          </a:p>
        </p:txBody>
      </p:sp>
      <p:sp>
        <p:nvSpPr>
          <p:cNvPr id="2" name="Text Placeholder 3">
            <a:extLst>
              <a:ext uri="{FF2B5EF4-FFF2-40B4-BE49-F238E27FC236}">
                <a16:creationId xmlns:a16="http://schemas.microsoft.com/office/drawing/2014/main" id="{BB831D4F-A61C-0594-1F98-E06D1279B73C}"/>
              </a:ext>
            </a:extLst>
          </p:cNvPr>
          <p:cNvSpPr>
            <a:spLocks noGrp="1"/>
          </p:cNvSpPr>
          <p:nvPr>
            <p:ph type="body" sz="half" idx="2" hasCustomPrompt="1"/>
          </p:nvPr>
        </p:nvSpPr>
        <p:spPr>
          <a:xfrm>
            <a:off x="380190" y="820494"/>
            <a:ext cx="10714369" cy="222492"/>
          </a:xfrm>
          <a:prstGeom prst="rect">
            <a:avLst/>
          </a:prstGeom>
        </p:spPr>
        <p:txBody>
          <a:bodyPr lIns="0" tIns="0" rIns="0" bIns="0">
            <a:noAutofit/>
          </a:bodyPr>
          <a:lstStyle>
            <a:lvl1pPr marL="0" indent="0" algn="l">
              <a:buNone/>
              <a:defRPr sz="1814"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7" name="Slide Number Placeholder 4">
            <a:extLst>
              <a:ext uri="{FF2B5EF4-FFF2-40B4-BE49-F238E27FC236}">
                <a16:creationId xmlns:a16="http://schemas.microsoft.com/office/drawing/2014/main" id="{71F4A4D7-B8FB-FB17-3199-EB075E02CA93}"/>
              </a:ext>
            </a:extLst>
          </p:cNvPr>
          <p:cNvSpPr>
            <a:spLocks noGrp="1"/>
          </p:cNvSpPr>
          <p:nvPr>
            <p:ph type="sldNum" sz="quarter" idx="12"/>
          </p:nvPr>
        </p:nvSpPr>
        <p:spPr>
          <a:xfrm>
            <a:off x="11587106" y="6402491"/>
            <a:ext cx="492615" cy="326585"/>
          </a:xfrm>
          <a:prstGeom prst="rect">
            <a:avLst/>
          </a:prstGeom>
          <a:noFill/>
        </p:spPr>
        <p:txBody>
          <a:bodyPr/>
          <a:lstStyle>
            <a:lvl1pPr algn="r">
              <a:defRPr sz="1452">
                <a:solidFill>
                  <a:schemeClr val="tx2"/>
                </a:solidFill>
              </a:defRPr>
            </a:lvl1pPr>
          </a:lstStyle>
          <a:p>
            <a:fld id="{14EC724F-F4C9-4616-8530-5BC5097559BB}" type="slidenum">
              <a:rPr lang="ja-JP" altLang="en-US" smtClean="0"/>
              <a:pPr/>
              <a:t>‹#›</a:t>
            </a:fld>
            <a:endParaRPr lang="ja-JP" altLang="en-US" sz="1452"/>
          </a:p>
        </p:txBody>
      </p:sp>
    </p:spTree>
    <p:extLst>
      <p:ext uri="{BB962C8B-B14F-4D97-AF65-F5344CB8AC3E}">
        <p14:creationId xmlns:p14="http://schemas.microsoft.com/office/powerpoint/2010/main" val="1353965076"/>
      </p:ext>
    </p:extLst>
  </p:cSld>
  <p:clrMapOvr>
    <a:masterClrMapping/>
  </p:clrMapOvr>
  <p:extLst>
    <p:ext uri="{DCECCB84-F9BA-43D5-87BE-67443E8EF086}">
      <p15:sldGuideLst xmlns:p15="http://schemas.microsoft.com/office/powerpoint/2012/main">
        <p15:guide id="1" orient="horz" pos="2381">
          <p15:clr>
            <a:srgbClr val="FBAE40"/>
          </p15:clr>
        </p15:guide>
        <p15:guide id="2" pos="26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cSld name="DEFAULT">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29143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68D55906-1EB3-0E67-226D-EA5C851F6226}"/>
              </a:ext>
            </a:extLst>
          </p:cNvPr>
          <p:cNvSpPr txBox="1"/>
          <p:nvPr userDrawn="1"/>
        </p:nvSpPr>
        <p:spPr>
          <a:xfrm>
            <a:off x="-1925" y="6596390"/>
            <a:ext cx="3345200" cy="261610"/>
          </a:xfrm>
          <a:prstGeom prst="rect">
            <a:avLst/>
          </a:prstGeom>
          <a:noFill/>
        </p:spPr>
        <p:txBody>
          <a:bodyPr wrap="square">
            <a:spAutoFit/>
          </a:bodyPr>
          <a:lstStyle/>
          <a:p>
            <a:r>
              <a:rPr lang="en-US" altLang="ja-JP" sz="1050">
                <a:solidFill>
                  <a:schemeClr val="tx1">
                    <a:lumMod val="50000"/>
                    <a:lumOff val="50000"/>
                  </a:schemeClr>
                </a:solidFill>
              </a:rPr>
              <a:t>© Low Code Inc. All rights reserved.</a:t>
            </a:r>
            <a:endParaRPr lang="ja-JP" altLang="en-US" sz="1050">
              <a:solidFill>
                <a:schemeClr val="tx1">
                  <a:lumMod val="50000"/>
                  <a:lumOff val="50000"/>
                </a:schemeClr>
              </a:solidFill>
            </a:endParaRPr>
          </a:p>
        </p:txBody>
      </p:sp>
    </p:spTree>
    <p:extLst>
      <p:ext uri="{BB962C8B-B14F-4D97-AF65-F5344CB8AC3E}">
        <p14:creationId xmlns:p14="http://schemas.microsoft.com/office/powerpoint/2010/main" val="144361999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8" r:id="rId16"/>
    <p:sldLayoutId id="2147483680" r:id="rId17"/>
    <p:sldLayoutId id="2147483681" r:id="rId18"/>
    <p:sldLayoutId id="2147483682" r:id="rId19"/>
    <p:sldLayoutId id="2147483683" r:id="rId20"/>
    <p:sldLayoutId id="2147483684" r:id="rId21"/>
    <p:sldLayoutId id="2147483685" r:id="rId22"/>
  </p:sldLayoutIdLst>
  <p:hf hdr="0" ftr="0" dt="0"/>
  <p:txStyles>
    <p:titleStyle>
      <a:lvl1pPr algn="l" defTabSz="914406" rtl="0" eaLnBrk="1" latinLnBrk="0" hangingPunct="1">
        <a:lnSpc>
          <a:spcPct val="90000"/>
        </a:lnSpc>
        <a:spcBef>
          <a:spcPct val="0"/>
        </a:spcBef>
        <a:buNone/>
        <a:defRPr kumimoji="1" sz="4400" kern="1200" spc="109" baseline="0">
          <a:solidFill>
            <a:schemeClr val="tx1"/>
          </a:solidFill>
          <a:latin typeface="+mn-ea"/>
          <a:ea typeface="+mn-ea"/>
          <a:cs typeface="+mj-cs"/>
        </a:defRPr>
      </a:lvl1pPr>
    </p:titleStyle>
    <p:bodyStyle>
      <a:lvl1pPr marL="228602" indent="-228602" algn="l" defTabSz="914406" rtl="0" eaLnBrk="1" latinLnBrk="0" hangingPunct="1">
        <a:lnSpc>
          <a:spcPct val="90000"/>
        </a:lnSpc>
        <a:spcBef>
          <a:spcPts val="1000"/>
        </a:spcBef>
        <a:buFont typeface="Arial" panose="020B0604020202020204" pitchFamily="34" charset="0"/>
        <a:buChar char="•"/>
        <a:defRPr kumimoji="1" sz="2800" kern="1200" spc="109" baseline="0">
          <a:solidFill>
            <a:schemeClr val="tx1"/>
          </a:solidFill>
          <a:latin typeface="+mn-ea"/>
          <a:ea typeface="+mn-ea"/>
          <a:cs typeface="+mn-cs"/>
        </a:defRPr>
      </a:lvl1pPr>
      <a:lvl2pPr marL="685804" indent="-228602" algn="l" defTabSz="914406" rtl="0" eaLnBrk="1" latinLnBrk="0" hangingPunct="1">
        <a:lnSpc>
          <a:spcPct val="90000"/>
        </a:lnSpc>
        <a:spcBef>
          <a:spcPts val="500"/>
        </a:spcBef>
        <a:buFont typeface="Arial" panose="020B0604020202020204" pitchFamily="34" charset="0"/>
        <a:buChar char="•"/>
        <a:defRPr kumimoji="1" sz="2400" kern="1200" spc="109" baseline="0">
          <a:solidFill>
            <a:schemeClr val="tx1"/>
          </a:solidFill>
          <a:latin typeface="+mn-ea"/>
          <a:ea typeface="+mn-ea"/>
          <a:cs typeface="+mn-cs"/>
        </a:defRPr>
      </a:lvl2pPr>
      <a:lvl3pPr marL="1143008" indent="-228602" algn="l" defTabSz="914406" rtl="0" eaLnBrk="1" latinLnBrk="0" hangingPunct="1">
        <a:lnSpc>
          <a:spcPct val="90000"/>
        </a:lnSpc>
        <a:spcBef>
          <a:spcPts val="500"/>
        </a:spcBef>
        <a:buFont typeface="Arial" panose="020B0604020202020204" pitchFamily="34" charset="0"/>
        <a:buChar char="•"/>
        <a:defRPr kumimoji="1" sz="2000" kern="1200" spc="109" baseline="0">
          <a:solidFill>
            <a:schemeClr val="tx1"/>
          </a:solidFill>
          <a:latin typeface="+mn-ea"/>
          <a:ea typeface="+mn-ea"/>
          <a:cs typeface="+mn-cs"/>
        </a:defRPr>
      </a:lvl3pPr>
      <a:lvl4pPr marL="1600210" indent="-228602" algn="l" defTabSz="914406" rtl="0" eaLnBrk="1" latinLnBrk="0" hangingPunct="1">
        <a:lnSpc>
          <a:spcPct val="90000"/>
        </a:lnSpc>
        <a:spcBef>
          <a:spcPts val="500"/>
        </a:spcBef>
        <a:buFont typeface="Arial" panose="020B0604020202020204" pitchFamily="34" charset="0"/>
        <a:buChar char="•"/>
        <a:defRPr kumimoji="1" sz="1800" kern="1200" spc="109" baseline="0">
          <a:solidFill>
            <a:schemeClr val="tx1"/>
          </a:solidFill>
          <a:latin typeface="+mn-ea"/>
          <a:ea typeface="+mn-ea"/>
          <a:cs typeface="+mn-cs"/>
        </a:defRPr>
      </a:lvl4pPr>
      <a:lvl5pPr marL="2057413" indent="-228602" algn="l" defTabSz="914406" rtl="0" eaLnBrk="1" latinLnBrk="0" hangingPunct="1">
        <a:lnSpc>
          <a:spcPct val="90000"/>
        </a:lnSpc>
        <a:spcBef>
          <a:spcPts val="500"/>
        </a:spcBef>
        <a:buFont typeface="Arial" panose="020B0604020202020204" pitchFamily="34" charset="0"/>
        <a:buChar char="•"/>
        <a:defRPr kumimoji="1" sz="1800" kern="1200" spc="109" baseline="0">
          <a:solidFill>
            <a:schemeClr val="tx1"/>
          </a:solidFill>
          <a:latin typeface="+mn-ea"/>
          <a:ea typeface="+mn-ea"/>
          <a:cs typeface="+mn-cs"/>
        </a:defRPr>
      </a:lvl5pPr>
      <a:lvl6pPr marL="2514617" indent="-228602" algn="l" defTabSz="914406"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19" indent="-228602" algn="l" defTabSz="914406"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23" indent="-228602" algn="l" defTabSz="914406"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25" indent="-228602" algn="l" defTabSz="914406"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6" rtl="0" eaLnBrk="1" latinLnBrk="0" hangingPunct="1">
        <a:defRPr kumimoji="1" sz="1800" kern="1200">
          <a:solidFill>
            <a:schemeClr val="tx1"/>
          </a:solidFill>
          <a:latin typeface="+mn-lt"/>
          <a:ea typeface="+mn-ea"/>
          <a:cs typeface="+mn-cs"/>
        </a:defRPr>
      </a:lvl1pPr>
      <a:lvl2pPr marL="457203" algn="l" defTabSz="914406" rtl="0" eaLnBrk="1" latinLnBrk="0" hangingPunct="1">
        <a:defRPr kumimoji="1" sz="1800" kern="1200">
          <a:solidFill>
            <a:schemeClr val="tx1"/>
          </a:solidFill>
          <a:latin typeface="+mn-lt"/>
          <a:ea typeface="+mn-ea"/>
          <a:cs typeface="+mn-cs"/>
        </a:defRPr>
      </a:lvl2pPr>
      <a:lvl3pPr marL="914406" algn="l" defTabSz="914406" rtl="0" eaLnBrk="1" latinLnBrk="0" hangingPunct="1">
        <a:defRPr kumimoji="1" sz="1800" kern="1200">
          <a:solidFill>
            <a:schemeClr val="tx1"/>
          </a:solidFill>
          <a:latin typeface="+mn-lt"/>
          <a:ea typeface="+mn-ea"/>
          <a:cs typeface="+mn-cs"/>
        </a:defRPr>
      </a:lvl3pPr>
      <a:lvl4pPr marL="1371609" algn="l" defTabSz="914406" rtl="0" eaLnBrk="1" latinLnBrk="0" hangingPunct="1">
        <a:defRPr kumimoji="1" sz="1800" kern="1200">
          <a:solidFill>
            <a:schemeClr val="tx1"/>
          </a:solidFill>
          <a:latin typeface="+mn-lt"/>
          <a:ea typeface="+mn-ea"/>
          <a:cs typeface="+mn-cs"/>
        </a:defRPr>
      </a:lvl4pPr>
      <a:lvl5pPr marL="1828812" algn="l" defTabSz="914406" rtl="0" eaLnBrk="1" latinLnBrk="0" hangingPunct="1">
        <a:defRPr kumimoji="1" sz="1800" kern="1200">
          <a:solidFill>
            <a:schemeClr val="tx1"/>
          </a:solidFill>
          <a:latin typeface="+mn-lt"/>
          <a:ea typeface="+mn-ea"/>
          <a:cs typeface="+mn-cs"/>
        </a:defRPr>
      </a:lvl5pPr>
      <a:lvl6pPr marL="2286015" algn="l" defTabSz="914406" rtl="0" eaLnBrk="1" latinLnBrk="0" hangingPunct="1">
        <a:defRPr kumimoji="1" sz="1800" kern="1200">
          <a:solidFill>
            <a:schemeClr val="tx1"/>
          </a:solidFill>
          <a:latin typeface="+mn-lt"/>
          <a:ea typeface="+mn-ea"/>
          <a:cs typeface="+mn-cs"/>
        </a:defRPr>
      </a:lvl6pPr>
      <a:lvl7pPr marL="2743218" algn="l" defTabSz="914406" rtl="0" eaLnBrk="1" latinLnBrk="0" hangingPunct="1">
        <a:defRPr kumimoji="1" sz="1800" kern="1200">
          <a:solidFill>
            <a:schemeClr val="tx1"/>
          </a:solidFill>
          <a:latin typeface="+mn-lt"/>
          <a:ea typeface="+mn-ea"/>
          <a:cs typeface="+mn-cs"/>
        </a:defRPr>
      </a:lvl7pPr>
      <a:lvl8pPr marL="3200421" algn="l" defTabSz="914406" rtl="0" eaLnBrk="1" latinLnBrk="0" hangingPunct="1">
        <a:defRPr kumimoji="1" sz="1800" kern="1200">
          <a:solidFill>
            <a:schemeClr val="tx1"/>
          </a:solidFill>
          <a:latin typeface="+mn-lt"/>
          <a:ea typeface="+mn-ea"/>
          <a:cs typeface="+mn-cs"/>
        </a:defRPr>
      </a:lvl8pPr>
      <a:lvl9pPr marL="3657624" algn="l" defTabSz="914406"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3.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6.png"/><Relationship Id="rId3" Type="http://schemas.openxmlformats.org/officeDocument/2006/relationships/image" Target="../media/image11.png"/><Relationship Id="rId4" Type="http://schemas.openxmlformats.org/officeDocument/2006/relationships/image" Target="../media/image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8.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image" Target="../media/image4.png"/><Relationship Id="rId5"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6.png"/><Relationship Id="rId3" Type="http://schemas.openxmlformats.org/officeDocument/2006/relationships/image" Target="../media/image4.pn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14.png"/><Relationship Id="rId6" Type="http://schemas.microsoft.com/office/2007/relationships/hdphoto" Target="../media/hdphoto1.wdp"/><Relationship Id="rId7"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image" Target="../media/image14.png"/><Relationship Id="rId5" Type="http://schemas.microsoft.com/office/2007/relationships/hdphoto" Target="../media/hdphoto1.wdp"/><Relationship Id="rId6" Type="http://schemas.openxmlformats.org/officeDocument/2006/relationships/image" Target="../media/image11.png"/><Relationship Id="rId7"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4.png"/><Relationship Id="rId5"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2"/>
          </p:nvPr>
        </p:nvSpPr>
        <p:spPr/>
        <p:txBody>
          <a:bodyPr wrap="square"/>
          <a:lstStyle/>
          <a:p>
            <a:pPr>
              <a:lnSpc>
                <a:spcPct val="130000"/>
              </a:lnSpc>
            </a:pPr>
            <a:r>
              <a:rPr sz="1452"/>
              <a:t>全11チームの進捗状況・使用アプリ・難易度</a:t>
            </a:r>
          </a:p>
          <a:p>
            <a:pPr>
              <a:lnSpc>
                <a:spcPct val="130000"/>
              </a:lnSpc>
            </a:pPr>
            <a:r>
              <a:rPr sz="1452"/>
              <a:t>10月発表に向けた見込みと課題</a:t>
            </a:r>
          </a:p>
        </p:txBody>
      </p:sp>
      <p:sp>
        <p:nvSpPr>
          <p:cNvPr id="3" name="Title 2"/>
          <p:cNvSpPr>
            <a:spLocks noGrp="1"/>
          </p:cNvSpPr>
          <p:nvPr>
            <p:ph type="ctrTitle"/>
          </p:nvPr>
        </p:nvSpPr>
        <p:spPr>
          <a:xfrm>
            <a:off x="1152144" y="2240280"/>
            <a:ext cx="9418320" cy="1463040"/>
          </a:xfrm>
        </p:spPr>
        <p:txBody>
          <a:bodyPr wrap="square"/>
          <a:lstStyle/>
          <a:p>
            <a:pPr>
              <a:lnSpc>
                <a:spcPct val="120000"/>
              </a:lnSpc>
            </a:pPr>
            <a:r>
              <a:rPr sz="3400" b="1"/>
              <a:t>第2回 事前相談会</a:t>
            </a:r>
          </a:p>
          <a:p>
            <a:pPr>
              <a:lnSpc>
                <a:spcPct val="120000"/>
              </a:lnSpc>
            </a:pPr>
            <a:r>
              <a:rPr sz="3400" b="1"/>
              <a:t>チームごとの状況報告</a:t>
            </a:r>
          </a:p>
        </p:txBody>
      </p:sp>
      <p:sp>
        <p:nvSpPr>
          <p:cNvPr id="4" name="Subtitle 3"/>
          <p:cNvSpPr>
            <a:spLocks noGrp="1"/>
          </p:cNvSpPr>
          <p:nvPr>
            <p:ph type="subTitle" idx="1"/>
          </p:nvPr>
        </p:nvSpPr>
        <p:spPr/>
        <p:txBody>
          <a:bodyPr wrap="square"/>
          <a:lstStyle/>
          <a:p>
            <a:r>
              <a:rPr sz="1632">
                <a:solidFill>
                  <a:srgbClr val="1B5C80"/>
                </a:solidFill>
              </a:rPr>
              <a:t>Microsoft 365 Copilot Studio 活用ハッカソン</a:t>
            </a:r>
          </a:p>
        </p:txBody>
      </p:sp>
      <p:sp>
        <p:nvSpPr>
          <p:cNvPr id="5" name="Text Placeholder 4"/>
          <p:cNvSpPr>
            <a:spLocks noGrp="1"/>
          </p:cNvSpPr>
          <p:nvPr>
            <p:ph type="body" sz="half" idx="2"/>
          </p:nvPr>
        </p:nvSpPr>
        <p:spPr/>
        <p:txBody>
          <a:bodyPr wrap="square"/>
          <a:lstStyle/>
          <a:p>
            <a:r>
              <a:rPr sz="1452" dirty="0"/>
              <a:t>2026.07.2</a:t>
            </a:r>
            <a:r>
              <a:rPr lang="en-US" sz="1452" dirty="0"/>
              <a:t>9</a:t>
            </a:r>
            <a:endParaRPr sz="1452" dirty="0"/>
          </a:p>
        </p:txBody>
      </p:sp>
      <p:sp>
        <p:nvSpPr>
          <p:cNvPr id="6" name="TextBox 5"/>
          <p:cNvSpPr txBox="1"/>
          <p:nvPr/>
        </p:nvSpPr>
        <p:spPr>
          <a:xfrm>
            <a:off x="1152144" y="4956048"/>
            <a:ext cx="5486400" cy="310896"/>
          </a:xfrm>
          <a:prstGeom prst="rect">
            <a:avLst/>
          </a:prstGeom>
          <a:noFill/>
        </p:spPr>
        <p:txBody>
          <a:bodyPr wrap="square" lIns="25400" tIns="12700" rIns="25400" bIns="12700" anchor="t">
            <a:spAutoFit/>
          </a:bodyPr>
          <a:lstStyle/>
          <a:p>
            <a:pPr algn="l">
              <a:lnSpc>
                <a:spcPct val="100000"/>
              </a:lnSpc>
            </a:pPr>
            <a:r>
              <a:rPr sz="1270" b="1">
                <a:solidFill>
                  <a:srgbClr val="1B5C80"/>
                </a:solidFill>
              </a:rPr>
              <a:t>株式会社Low Code</a:t>
            </a:r>
          </a:p>
        </p:txBody>
      </p:sp>
      <p:pic>
        <p:nvPicPr>
          <p:cNvPr id="7" name="図 3" descr="ロゴ&#10;&#10;AI によって生成されたコンテンツは間違っている可能性があります。">
            <a:extLst>
              <a:ext uri="{FF2B5EF4-FFF2-40B4-BE49-F238E27FC236}">
                <a16:creationId xmlns:a16="http://schemas.microsoft.com/office/drawing/2014/main" id="{034E6708-382D-E5BB-D843-73E38A172897}"/>
              </a:ext>
            </a:extLst>
          </p:cNvPr>
          <p:cNvPicPr>
            <a:picLocks noChangeAspect="1"/>
          </p:cNvPicPr>
          <p:nvPr/>
        </p:nvPicPr>
        <p:blipFill>
          <a:blip r:embed="rId2">
            <a:extLst>
              <a:ext uri="{28A0092B-C50C-407E-A947-70E740481C1C}">
                <a14:useLocalDpi xmlns:a14="http://schemas.microsoft.com/office/drawing/2010/main" val="0"/>
              </a:ext>
            </a:extLst>
          </a:blip>
          <a:srcRect t="29843" b="29843"/>
          <a:stretch/>
        </p:blipFill>
        <p:spPr>
          <a:xfrm>
            <a:off x="1152144" y="5349240"/>
            <a:ext cx="2461010" cy="5669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本日の内容</a:t>
            </a:r>
          </a:p>
        </p:txBody>
      </p:sp>
      <p:sp>
        <p:nvSpPr>
          <p:cNvPr id="3" name="Text Placeholder 2"/>
          <p:cNvSpPr>
            <a:spLocks noGrp="1"/>
          </p:cNvSpPr>
          <p:nvPr>
            <p:ph type="body" sz="half" idx="2"/>
          </p:nvPr>
        </p:nvSpPr>
        <p:spPr/>
        <p:txBody>
          <a:bodyPr wrap="square"/>
          <a:lstStyle/>
          <a:p>
            <a:r>
              <a:rPr sz="1270" dirty="0">
                <a:solidFill>
                  <a:srgbClr val="6E767C"/>
                </a:solidFill>
              </a:rPr>
              <a:t>第2回 事前相談会（2026年7月22日〜2</a:t>
            </a:r>
            <a:r>
              <a:rPr lang="en-US" sz="1270" dirty="0">
                <a:solidFill>
                  <a:srgbClr val="6E767C"/>
                </a:solidFill>
              </a:rPr>
              <a:t>7</a:t>
            </a:r>
            <a:r>
              <a:rPr sz="1270" dirty="0">
                <a:solidFill>
                  <a:srgbClr val="6E767C"/>
                </a:solidFill>
              </a:rPr>
              <a:t>日 </a:t>
            </a:r>
            <a:r>
              <a:rPr sz="1270" dirty="0" err="1">
                <a:solidFill>
                  <a:srgbClr val="6E767C"/>
                </a:solidFill>
              </a:rPr>
              <a:t>実施）の状況報告</a:t>
            </a:r>
            <a:endParaRPr sz="1270" dirty="0">
              <a:solidFill>
                <a:srgbClr val="6E767C"/>
              </a:solidFill>
            </a:endParaRP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2</a:t>
            </a:r>
          </a:p>
        </p:txBody>
      </p:sp>
      <p:sp>
        <p:nvSpPr>
          <p:cNvPr id="5" name="Rectangle 4"/>
          <p:cNvSpPr/>
          <p:nvPr/>
        </p:nvSpPr>
        <p:spPr>
          <a:xfrm>
            <a:off x="740664" y="1371600"/>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1371600"/>
            <a:ext cx="512064" cy="512064"/>
          </a:xfrm>
          <a:prstGeom prst="rect">
            <a:avLst/>
          </a:prstGeom>
          <a:noFill/>
        </p:spPr>
        <p:txBody>
          <a:bodyPr wrap="square" lIns="25400" tIns="12700" rIns="25400" bIns="12700" anchor="ctr">
            <a:spAutoFit/>
          </a:bodyPr>
          <a:lstStyle/>
          <a:p>
            <a:pPr algn="ctr">
              <a:lnSpc>
                <a:spcPct val="100000"/>
              </a:lnSpc>
            </a:pPr>
            <a:r>
              <a:rPr sz="1270" b="1">
                <a:solidFill>
                  <a:srgbClr val="1B5C80"/>
                </a:solidFill>
              </a:rPr>
              <a:t>01</a:t>
            </a:r>
          </a:p>
        </p:txBody>
      </p:sp>
      <p:sp>
        <p:nvSpPr>
          <p:cNvPr id="7" name="TextBox 6"/>
          <p:cNvSpPr txBox="1"/>
          <p:nvPr/>
        </p:nvSpPr>
        <p:spPr>
          <a:xfrm>
            <a:off x="1435608" y="1353312"/>
            <a:ext cx="4937760" cy="292608"/>
          </a:xfrm>
          <a:prstGeom prst="rect">
            <a:avLst/>
          </a:prstGeom>
          <a:noFill/>
        </p:spPr>
        <p:txBody>
          <a:bodyPr wrap="square" lIns="25400" tIns="12700" rIns="25400" bIns="12700" anchor="t">
            <a:spAutoFit/>
          </a:bodyPr>
          <a:lstStyle/>
          <a:p>
            <a:pPr algn="l">
              <a:lnSpc>
                <a:spcPct val="100000"/>
              </a:lnSpc>
            </a:pPr>
            <a:r>
              <a:rPr sz="1632" b="1">
                <a:solidFill>
                  <a:srgbClr val="232323"/>
                </a:solidFill>
              </a:rPr>
              <a:t>本日の目的</a:t>
            </a:r>
          </a:p>
        </p:txBody>
      </p:sp>
      <p:sp>
        <p:nvSpPr>
          <p:cNvPr id="8" name="TextBox 7"/>
          <p:cNvSpPr txBox="1"/>
          <p:nvPr/>
        </p:nvSpPr>
        <p:spPr>
          <a:xfrm>
            <a:off x="1435608" y="1645920"/>
            <a:ext cx="8961120" cy="237744"/>
          </a:xfrm>
          <a:prstGeom prst="rect">
            <a:avLst/>
          </a:prstGeom>
          <a:noFill/>
        </p:spPr>
        <p:txBody>
          <a:bodyPr wrap="square" lIns="25400" tIns="12700" rIns="25400" bIns="12700" anchor="t">
            <a:spAutoFit/>
          </a:bodyPr>
          <a:lstStyle/>
          <a:p>
            <a:pPr algn="l">
              <a:lnSpc>
                <a:spcPct val="100000"/>
              </a:lnSpc>
            </a:pPr>
            <a:r>
              <a:rPr sz="1089" b="0">
                <a:solidFill>
                  <a:srgbClr val="6E767C"/>
                </a:solidFill>
              </a:rPr>
              <a:t>第2回の位置づけと、確認・整理する範囲</a:t>
            </a:r>
          </a:p>
        </p:txBody>
      </p:sp>
      <p:sp>
        <p:nvSpPr>
          <p:cNvPr id="9" name="Rectangle 8"/>
          <p:cNvSpPr/>
          <p:nvPr/>
        </p:nvSpPr>
        <p:spPr>
          <a:xfrm>
            <a:off x="740664" y="1975104"/>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40664" y="1975104"/>
            <a:ext cx="512064" cy="512064"/>
          </a:xfrm>
          <a:prstGeom prst="rect">
            <a:avLst/>
          </a:prstGeom>
          <a:noFill/>
        </p:spPr>
        <p:txBody>
          <a:bodyPr wrap="square" lIns="25400" tIns="12700" rIns="25400" bIns="12700" anchor="ctr">
            <a:spAutoFit/>
          </a:bodyPr>
          <a:lstStyle/>
          <a:p>
            <a:pPr algn="ctr">
              <a:lnSpc>
                <a:spcPct val="100000"/>
              </a:lnSpc>
            </a:pPr>
            <a:r>
              <a:rPr sz="1270" b="1">
                <a:solidFill>
                  <a:srgbClr val="1B5C80"/>
                </a:solidFill>
              </a:rPr>
              <a:t>02</a:t>
            </a:r>
          </a:p>
        </p:txBody>
      </p:sp>
      <p:sp>
        <p:nvSpPr>
          <p:cNvPr id="11" name="TextBox 10"/>
          <p:cNvSpPr txBox="1"/>
          <p:nvPr/>
        </p:nvSpPr>
        <p:spPr>
          <a:xfrm>
            <a:off x="1435608" y="1956816"/>
            <a:ext cx="4937760" cy="292608"/>
          </a:xfrm>
          <a:prstGeom prst="rect">
            <a:avLst/>
          </a:prstGeom>
          <a:noFill/>
        </p:spPr>
        <p:txBody>
          <a:bodyPr wrap="square" lIns="25400" tIns="12700" rIns="25400" bIns="12700" anchor="t">
            <a:spAutoFit/>
          </a:bodyPr>
          <a:lstStyle/>
          <a:p>
            <a:pPr algn="l">
              <a:lnSpc>
                <a:spcPct val="100000"/>
              </a:lnSpc>
            </a:pPr>
            <a:r>
              <a:rPr sz="1632" b="1">
                <a:solidFill>
                  <a:srgbClr val="232323"/>
                </a:solidFill>
              </a:rPr>
              <a:t>各チームの状況一覧</a:t>
            </a:r>
          </a:p>
        </p:txBody>
      </p:sp>
      <p:sp>
        <p:nvSpPr>
          <p:cNvPr id="12" name="TextBox 11"/>
          <p:cNvSpPr txBox="1"/>
          <p:nvPr/>
        </p:nvSpPr>
        <p:spPr>
          <a:xfrm>
            <a:off x="1435608" y="2249424"/>
            <a:ext cx="8961120" cy="237744"/>
          </a:xfrm>
          <a:prstGeom prst="rect">
            <a:avLst/>
          </a:prstGeom>
          <a:noFill/>
        </p:spPr>
        <p:txBody>
          <a:bodyPr wrap="square" lIns="25400" tIns="12700" rIns="25400" bIns="12700" anchor="t">
            <a:spAutoFit/>
          </a:bodyPr>
          <a:lstStyle/>
          <a:p>
            <a:pPr algn="l">
              <a:lnSpc>
                <a:spcPct val="100000"/>
              </a:lnSpc>
            </a:pPr>
            <a:r>
              <a:rPr sz="1089" b="0">
                <a:solidFill>
                  <a:srgbClr val="6E767C"/>
                </a:solidFill>
              </a:rPr>
              <a:t>進捗・10月見込み・難易度・ガイドライン適合性</a:t>
            </a:r>
          </a:p>
        </p:txBody>
      </p:sp>
      <p:sp>
        <p:nvSpPr>
          <p:cNvPr id="13" name="Rectangle 12"/>
          <p:cNvSpPr/>
          <p:nvPr/>
        </p:nvSpPr>
        <p:spPr>
          <a:xfrm>
            <a:off x="740664" y="2578608"/>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40664" y="2578608"/>
            <a:ext cx="512064" cy="512064"/>
          </a:xfrm>
          <a:prstGeom prst="rect">
            <a:avLst/>
          </a:prstGeom>
          <a:noFill/>
        </p:spPr>
        <p:txBody>
          <a:bodyPr wrap="square" lIns="25400" tIns="12700" rIns="25400" bIns="12700" anchor="ctr">
            <a:spAutoFit/>
          </a:bodyPr>
          <a:lstStyle/>
          <a:p>
            <a:pPr algn="ctr">
              <a:lnSpc>
                <a:spcPct val="100000"/>
              </a:lnSpc>
            </a:pPr>
            <a:r>
              <a:rPr sz="1270" b="1">
                <a:solidFill>
                  <a:srgbClr val="1B5C80"/>
                </a:solidFill>
              </a:rPr>
              <a:t>03</a:t>
            </a:r>
          </a:p>
        </p:txBody>
      </p:sp>
      <p:sp>
        <p:nvSpPr>
          <p:cNvPr id="15" name="TextBox 14"/>
          <p:cNvSpPr txBox="1"/>
          <p:nvPr/>
        </p:nvSpPr>
        <p:spPr>
          <a:xfrm>
            <a:off x="1435608" y="2560320"/>
            <a:ext cx="4937760" cy="292608"/>
          </a:xfrm>
          <a:prstGeom prst="rect">
            <a:avLst/>
          </a:prstGeom>
          <a:noFill/>
        </p:spPr>
        <p:txBody>
          <a:bodyPr wrap="square" lIns="25400" tIns="12700" rIns="25400" bIns="12700" anchor="t">
            <a:spAutoFit/>
          </a:bodyPr>
          <a:lstStyle/>
          <a:p>
            <a:pPr algn="l">
              <a:lnSpc>
                <a:spcPct val="100000"/>
              </a:lnSpc>
            </a:pPr>
            <a:r>
              <a:rPr sz="1632" b="1">
                <a:solidFill>
                  <a:srgbClr val="232323"/>
                </a:solidFill>
              </a:rPr>
              <a:t>エグゼクティブサマリ</a:t>
            </a:r>
          </a:p>
        </p:txBody>
      </p:sp>
      <p:sp>
        <p:nvSpPr>
          <p:cNvPr id="16" name="TextBox 15"/>
          <p:cNvSpPr txBox="1"/>
          <p:nvPr/>
        </p:nvSpPr>
        <p:spPr>
          <a:xfrm>
            <a:off x="1435608" y="2852928"/>
            <a:ext cx="8961120" cy="237744"/>
          </a:xfrm>
          <a:prstGeom prst="rect">
            <a:avLst/>
          </a:prstGeom>
          <a:noFill/>
        </p:spPr>
        <p:txBody>
          <a:bodyPr wrap="square" lIns="25400" tIns="12700" rIns="25400" bIns="12700" anchor="t">
            <a:spAutoFit/>
          </a:bodyPr>
          <a:lstStyle/>
          <a:p>
            <a:pPr algn="l">
              <a:lnSpc>
                <a:spcPct val="100000"/>
              </a:lnSpc>
            </a:pPr>
            <a:r>
              <a:rPr sz="1089" b="0">
                <a:solidFill>
                  <a:srgbClr val="6E767C"/>
                </a:solidFill>
              </a:rPr>
              <a:t>S/A/B/Cの分布と論点の切り分け</a:t>
            </a:r>
          </a:p>
        </p:txBody>
      </p:sp>
      <p:sp>
        <p:nvSpPr>
          <p:cNvPr id="17" name="Rectangle 16"/>
          <p:cNvSpPr/>
          <p:nvPr/>
        </p:nvSpPr>
        <p:spPr>
          <a:xfrm>
            <a:off x="740664" y="3182112"/>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40664" y="3182112"/>
            <a:ext cx="512064" cy="512064"/>
          </a:xfrm>
          <a:prstGeom prst="rect">
            <a:avLst/>
          </a:prstGeom>
          <a:noFill/>
        </p:spPr>
        <p:txBody>
          <a:bodyPr wrap="square" lIns="25400" tIns="12700" rIns="25400" bIns="12700" anchor="ctr">
            <a:spAutoFit/>
          </a:bodyPr>
          <a:lstStyle/>
          <a:p>
            <a:pPr algn="ctr">
              <a:lnSpc>
                <a:spcPct val="100000"/>
              </a:lnSpc>
            </a:pPr>
            <a:r>
              <a:rPr sz="1270" b="1">
                <a:solidFill>
                  <a:srgbClr val="1B5C80"/>
                </a:solidFill>
              </a:rPr>
              <a:t>04</a:t>
            </a:r>
          </a:p>
        </p:txBody>
      </p:sp>
      <p:sp>
        <p:nvSpPr>
          <p:cNvPr id="19" name="TextBox 18"/>
          <p:cNvSpPr txBox="1"/>
          <p:nvPr/>
        </p:nvSpPr>
        <p:spPr>
          <a:xfrm>
            <a:off x="1435608" y="3163824"/>
            <a:ext cx="4937760" cy="292608"/>
          </a:xfrm>
          <a:prstGeom prst="rect">
            <a:avLst/>
          </a:prstGeom>
          <a:noFill/>
        </p:spPr>
        <p:txBody>
          <a:bodyPr wrap="square" lIns="25400" tIns="12700" rIns="25400" bIns="12700" anchor="t">
            <a:spAutoFit/>
          </a:bodyPr>
          <a:lstStyle/>
          <a:p>
            <a:pPr algn="l">
              <a:lnSpc>
                <a:spcPct val="100000"/>
              </a:lnSpc>
            </a:pPr>
            <a:r>
              <a:rPr sz="1632" b="1">
                <a:solidFill>
                  <a:srgbClr val="232323"/>
                </a:solidFill>
              </a:rPr>
              <a:t>使用アプリ想定と構築ボリューム</a:t>
            </a:r>
          </a:p>
        </p:txBody>
      </p:sp>
      <p:sp>
        <p:nvSpPr>
          <p:cNvPr id="20" name="TextBox 19"/>
          <p:cNvSpPr txBox="1"/>
          <p:nvPr/>
        </p:nvSpPr>
        <p:spPr>
          <a:xfrm>
            <a:off x="1435608" y="3456432"/>
            <a:ext cx="8961120" cy="237744"/>
          </a:xfrm>
          <a:prstGeom prst="rect">
            <a:avLst/>
          </a:prstGeom>
          <a:noFill/>
        </p:spPr>
        <p:txBody>
          <a:bodyPr wrap="square" lIns="25400" tIns="12700" rIns="25400" bIns="12700" anchor="t">
            <a:spAutoFit/>
          </a:bodyPr>
          <a:lstStyle/>
          <a:p>
            <a:pPr algn="l">
              <a:lnSpc>
                <a:spcPct val="100000"/>
              </a:lnSpc>
            </a:pPr>
            <a:r>
              <a:rPr sz="1089" b="0">
                <a:solidFill>
                  <a:srgbClr val="6E767C"/>
                </a:solidFill>
              </a:rPr>
              <a:t>アプリ別の構築量を相対値で比較</a:t>
            </a:r>
          </a:p>
        </p:txBody>
      </p:sp>
      <p:sp>
        <p:nvSpPr>
          <p:cNvPr id="21" name="Rectangle 20"/>
          <p:cNvSpPr/>
          <p:nvPr/>
        </p:nvSpPr>
        <p:spPr>
          <a:xfrm>
            <a:off x="740664" y="3785616"/>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40664" y="3785616"/>
            <a:ext cx="512064" cy="512064"/>
          </a:xfrm>
          <a:prstGeom prst="rect">
            <a:avLst/>
          </a:prstGeom>
          <a:noFill/>
        </p:spPr>
        <p:txBody>
          <a:bodyPr wrap="square" lIns="25400" tIns="12700" rIns="25400" bIns="12700" anchor="ctr">
            <a:spAutoFit/>
          </a:bodyPr>
          <a:lstStyle/>
          <a:p>
            <a:pPr algn="ctr">
              <a:lnSpc>
                <a:spcPct val="100000"/>
              </a:lnSpc>
            </a:pPr>
            <a:r>
              <a:rPr sz="1270" b="1">
                <a:solidFill>
                  <a:srgbClr val="1B5C80"/>
                </a:solidFill>
              </a:rPr>
              <a:t>05</a:t>
            </a:r>
          </a:p>
        </p:txBody>
      </p:sp>
      <p:sp>
        <p:nvSpPr>
          <p:cNvPr id="23" name="TextBox 22"/>
          <p:cNvSpPr txBox="1"/>
          <p:nvPr/>
        </p:nvSpPr>
        <p:spPr>
          <a:xfrm>
            <a:off x="1435608" y="3767328"/>
            <a:ext cx="4937760" cy="292608"/>
          </a:xfrm>
          <a:prstGeom prst="rect">
            <a:avLst/>
          </a:prstGeom>
          <a:noFill/>
        </p:spPr>
        <p:txBody>
          <a:bodyPr wrap="square" lIns="25400" tIns="12700" rIns="25400" bIns="12700" anchor="t">
            <a:spAutoFit/>
          </a:bodyPr>
          <a:lstStyle/>
          <a:p>
            <a:pPr algn="l">
              <a:lnSpc>
                <a:spcPct val="100000"/>
              </a:lnSpc>
            </a:pPr>
            <a:r>
              <a:rPr sz="1632" b="1">
                <a:solidFill>
                  <a:srgbClr val="232323"/>
                </a:solidFill>
              </a:rPr>
              <a:t>難易度とガイドライン適合性</a:t>
            </a:r>
          </a:p>
        </p:txBody>
      </p:sp>
      <p:sp>
        <p:nvSpPr>
          <p:cNvPr id="24" name="TextBox 23"/>
          <p:cNvSpPr txBox="1"/>
          <p:nvPr/>
        </p:nvSpPr>
        <p:spPr>
          <a:xfrm>
            <a:off x="1435608" y="4059936"/>
            <a:ext cx="8961120" cy="237744"/>
          </a:xfrm>
          <a:prstGeom prst="rect">
            <a:avLst/>
          </a:prstGeom>
          <a:noFill/>
        </p:spPr>
        <p:txBody>
          <a:bodyPr wrap="square" lIns="25400" tIns="12700" rIns="25400" bIns="12700" anchor="t">
            <a:spAutoFit/>
          </a:bodyPr>
          <a:lstStyle/>
          <a:p>
            <a:pPr algn="l">
              <a:lnSpc>
                <a:spcPct val="100000"/>
              </a:lnSpc>
            </a:pPr>
            <a:r>
              <a:rPr sz="1089" b="0">
                <a:solidFill>
                  <a:srgbClr val="6E767C"/>
                </a:solidFill>
              </a:rPr>
              <a:t>全チームの評価一覧と重点フォロー対象の論点・回避策</a:t>
            </a:r>
          </a:p>
        </p:txBody>
      </p:sp>
      <p:sp>
        <p:nvSpPr>
          <p:cNvPr id="25" name="Rectangle 24"/>
          <p:cNvSpPr/>
          <p:nvPr/>
        </p:nvSpPr>
        <p:spPr>
          <a:xfrm>
            <a:off x="740664" y="4389120"/>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40664" y="4389120"/>
            <a:ext cx="512064" cy="512064"/>
          </a:xfrm>
          <a:prstGeom prst="rect">
            <a:avLst/>
          </a:prstGeom>
          <a:noFill/>
        </p:spPr>
        <p:txBody>
          <a:bodyPr wrap="square" lIns="25400" tIns="12700" rIns="25400" bIns="12700" anchor="ctr">
            <a:spAutoFit/>
          </a:bodyPr>
          <a:lstStyle/>
          <a:p>
            <a:pPr algn="ctr">
              <a:lnSpc>
                <a:spcPct val="100000"/>
              </a:lnSpc>
            </a:pPr>
            <a:r>
              <a:rPr sz="1270" b="1">
                <a:solidFill>
                  <a:srgbClr val="1B5C80"/>
                </a:solidFill>
              </a:rPr>
              <a:t>06</a:t>
            </a:r>
          </a:p>
        </p:txBody>
      </p:sp>
      <p:sp>
        <p:nvSpPr>
          <p:cNvPr id="27" name="TextBox 26"/>
          <p:cNvSpPr txBox="1"/>
          <p:nvPr/>
        </p:nvSpPr>
        <p:spPr>
          <a:xfrm>
            <a:off x="1435608" y="4370832"/>
            <a:ext cx="4937760" cy="292608"/>
          </a:xfrm>
          <a:prstGeom prst="rect">
            <a:avLst/>
          </a:prstGeom>
          <a:noFill/>
        </p:spPr>
        <p:txBody>
          <a:bodyPr wrap="square" lIns="25400" tIns="12700" rIns="25400" bIns="12700" anchor="t">
            <a:spAutoFit/>
          </a:bodyPr>
          <a:lstStyle/>
          <a:p>
            <a:pPr algn="l">
              <a:lnSpc>
                <a:spcPct val="100000"/>
              </a:lnSpc>
            </a:pPr>
            <a:r>
              <a:rPr sz="1632" b="1">
                <a:solidFill>
                  <a:srgbClr val="232323"/>
                </a:solidFill>
              </a:rPr>
              <a:t>事務局判断待ち・横断課題</a:t>
            </a:r>
          </a:p>
        </p:txBody>
      </p:sp>
      <p:sp>
        <p:nvSpPr>
          <p:cNvPr id="28" name="TextBox 27"/>
          <p:cNvSpPr txBox="1"/>
          <p:nvPr/>
        </p:nvSpPr>
        <p:spPr>
          <a:xfrm>
            <a:off x="1435608" y="4663440"/>
            <a:ext cx="8961120" cy="237744"/>
          </a:xfrm>
          <a:prstGeom prst="rect">
            <a:avLst/>
          </a:prstGeom>
          <a:noFill/>
        </p:spPr>
        <p:txBody>
          <a:bodyPr wrap="square" lIns="25400" tIns="12700" rIns="25400" bIns="12700" anchor="t">
            <a:spAutoFit/>
          </a:bodyPr>
          <a:lstStyle/>
          <a:p>
            <a:pPr algn="l">
              <a:lnSpc>
                <a:spcPct val="100000"/>
              </a:lnSpc>
            </a:pPr>
            <a:r>
              <a:rPr sz="1089" b="0">
                <a:solidFill>
                  <a:srgbClr val="6E767C"/>
                </a:solidFill>
              </a:rPr>
              <a:t>判断待ち／回避方針あり／全チーム共有事項</a:t>
            </a:r>
          </a:p>
        </p:txBody>
      </p:sp>
      <p:sp>
        <p:nvSpPr>
          <p:cNvPr id="29" name="Rectangle 28"/>
          <p:cNvSpPr/>
          <p:nvPr/>
        </p:nvSpPr>
        <p:spPr>
          <a:xfrm>
            <a:off x="740664" y="4992624"/>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40664" y="4992624"/>
            <a:ext cx="512064" cy="512064"/>
          </a:xfrm>
          <a:prstGeom prst="rect">
            <a:avLst/>
          </a:prstGeom>
          <a:noFill/>
        </p:spPr>
        <p:txBody>
          <a:bodyPr wrap="square" lIns="25400" tIns="12700" rIns="25400" bIns="12700" anchor="ctr">
            <a:spAutoFit/>
          </a:bodyPr>
          <a:lstStyle/>
          <a:p>
            <a:pPr algn="ctr">
              <a:lnSpc>
                <a:spcPct val="100000"/>
              </a:lnSpc>
            </a:pPr>
            <a:r>
              <a:rPr sz="1270" b="1">
                <a:solidFill>
                  <a:srgbClr val="1B5C80"/>
                </a:solidFill>
              </a:rPr>
              <a:t>07</a:t>
            </a:r>
          </a:p>
        </p:txBody>
      </p:sp>
      <p:sp>
        <p:nvSpPr>
          <p:cNvPr id="31" name="TextBox 30"/>
          <p:cNvSpPr txBox="1"/>
          <p:nvPr/>
        </p:nvSpPr>
        <p:spPr>
          <a:xfrm>
            <a:off x="1435608" y="4974336"/>
            <a:ext cx="4937760" cy="292608"/>
          </a:xfrm>
          <a:prstGeom prst="rect">
            <a:avLst/>
          </a:prstGeom>
          <a:noFill/>
        </p:spPr>
        <p:txBody>
          <a:bodyPr wrap="square" lIns="25400" tIns="12700" rIns="25400" bIns="12700" anchor="t">
            <a:spAutoFit/>
          </a:bodyPr>
          <a:lstStyle/>
          <a:p>
            <a:pPr algn="l">
              <a:lnSpc>
                <a:spcPct val="100000"/>
              </a:lnSpc>
            </a:pPr>
            <a:r>
              <a:rPr sz="1632" b="1">
                <a:solidFill>
                  <a:srgbClr val="232323"/>
                </a:solidFill>
              </a:rPr>
              <a:t>8月構築フェーズの進め方</a:t>
            </a:r>
          </a:p>
        </p:txBody>
      </p:sp>
      <p:sp>
        <p:nvSpPr>
          <p:cNvPr id="32" name="TextBox 31"/>
          <p:cNvSpPr txBox="1"/>
          <p:nvPr/>
        </p:nvSpPr>
        <p:spPr>
          <a:xfrm>
            <a:off x="1435608" y="5266944"/>
            <a:ext cx="8961120" cy="237744"/>
          </a:xfrm>
          <a:prstGeom prst="rect">
            <a:avLst/>
          </a:prstGeom>
          <a:noFill/>
        </p:spPr>
        <p:txBody>
          <a:bodyPr wrap="square" lIns="25400" tIns="12700" rIns="25400" bIns="12700" anchor="t">
            <a:spAutoFit/>
          </a:bodyPr>
          <a:lstStyle/>
          <a:p>
            <a:pPr algn="l">
              <a:lnSpc>
                <a:spcPct val="100000"/>
              </a:lnSpc>
            </a:pPr>
            <a:r>
              <a:rPr sz="1089" b="0">
                <a:solidFill>
                  <a:srgbClr val="6E767C"/>
                </a:solidFill>
              </a:rPr>
              <a:t>MVPを絞って一本通す</a:t>
            </a:r>
          </a:p>
        </p:txBody>
      </p:sp>
      <p:sp>
        <p:nvSpPr>
          <p:cNvPr id="33" name="Rectangle 32"/>
          <p:cNvSpPr/>
          <p:nvPr/>
        </p:nvSpPr>
        <p:spPr>
          <a:xfrm>
            <a:off x="740664" y="5596128"/>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40664" y="5596128"/>
            <a:ext cx="512064" cy="512064"/>
          </a:xfrm>
          <a:prstGeom prst="rect">
            <a:avLst/>
          </a:prstGeom>
          <a:noFill/>
        </p:spPr>
        <p:txBody>
          <a:bodyPr wrap="square" lIns="25400" tIns="12700" rIns="25400" bIns="12700" anchor="ctr">
            <a:spAutoFit/>
          </a:bodyPr>
          <a:lstStyle/>
          <a:p>
            <a:pPr algn="ctr">
              <a:lnSpc>
                <a:spcPct val="100000"/>
              </a:lnSpc>
            </a:pPr>
            <a:r>
              <a:rPr sz="1270" b="1">
                <a:solidFill>
                  <a:srgbClr val="1B5C80"/>
                </a:solidFill>
              </a:rPr>
              <a:t>08</a:t>
            </a:r>
          </a:p>
        </p:txBody>
      </p:sp>
      <p:sp>
        <p:nvSpPr>
          <p:cNvPr id="35" name="TextBox 34"/>
          <p:cNvSpPr txBox="1"/>
          <p:nvPr/>
        </p:nvSpPr>
        <p:spPr>
          <a:xfrm>
            <a:off x="1435608" y="5577840"/>
            <a:ext cx="4937760" cy="292608"/>
          </a:xfrm>
          <a:prstGeom prst="rect">
            <a:avLst/>
          </a:prstGeom>
          <a:noFill/>
        </p:spPr>
        <p:txBody>
          <a:bodyPr wrap="square" lIns="25400" tIns="12700" rIns="25400" bIns="12700" anchor="t">
            <a:spAutoFit/>
          </a:bodyPr>
          <a:lstStyle/>
          <a:p>
            <a:pPr algn="l">
              <a:lnSpc>
                <a:spcPct val="100000"/>
              </a:lnSpc>
            </a:pPr>
            <a:r>
              <a:rPr sz="1632" b="1">
                <a:solidFill>
                  <a:srgbClr val="232323"/>
                </a:solidFill>
              </a:rPr>
              <a:t>各チームの状況</a:t>
            </a:r>
          </a:p>
        </p:txBody>
      </p:sp>
      <p:sp>
        <p:nvSpPr>
          <p:cNvPr id="36" name="TextBox 35"/>
          <p:cNvSpPr txBox="1"/>
          <p:nvPr/>
        </p:nvSpPr>
        <p:spPr>
          <a:xfrm>
            <a:off x="1435608" y="5870448"/>
            <a:ext cx="8961120" cy="237744"/>
          </a:xfrm>
          <a:prstGeom prst="rect">
            <a:avLst/>
          </a:prstGeom>
          <a:noFill/>
        </p:spPr>
        <p:txBody>
          <a:bodyPr wrap="square" lIns="25400" tIns="12700" rIns="25400" bIns="12700" anchor="t">
            <a:spAutoFit/>
          </a:bodyPr>
          <a:lstStyle/>
          <a:p>
            <a:pPr algn="l">
              <a:lnSpc>
                <a:spcPct val="100000"/>
              </a:lnSpc>
            </a:pPr>
            <a:r>
              <a:rPr sz="1089" b="0">
                <a:solidFill>
                  <a:srgbClr val="6E767C"/>
                </a:solidFill>
              </a:rPr>
              <a:t>チーム1〜11の個別状況（1チーム1枚）</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本日の目的</a:t>
            </a:r>
          </a:p>
        </p:txBody>
      </p:sp>
      <p:sp>
        <p:nvSpPr>
          <p:cNvPr id="3" name="Text Placeholder 2"/>
          <p:cNvSpPr>
            <a:spLocks noGrp="1"/>
          </p:cNvSpPr>
          <p:nvPr>
            <p:ph type="body" sz="half" idx="2"/>
          </p:nvPr>
        </p:nvSpPr>
        <p:spPr/>
        <p:txBody>
          <a:bodyPr wrap="square"/>
          <a:lstStyle/>
          <a:p>
            <a:r>
              <a:rPr sz="1270" dirty="0" err="1">
                <a:solidFill>
                  <a:srgbClr val="6E767C"/>
                </a:solidFill>
              </a:rPr>
              <a:t>企画書を前提に、構築フェーズへ進むための確認を実施</a:t>
            </a:r>
            <a:endParaRPr sz="1270" dirty="0">
              <a:solidFill>
                <a:srgbClr val="6E767C"/>
              </a:solidFill>
            </a:endParaRP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3</a:t>
            </a:r>
          </a:p>
        </p:txBody>
      </p:sp>
      <p:sp>
        <p:nvSpPr>
          <p:cNvPr id="5" name="TextBox 4"/>
          <p:cNvSpPr txBox="1"/>
          <p:nvPr/>
        </p:nvSpPr>
        <p:spPr>
          <a:xfrm>
            <a:off x="740664" y="1298448"/>
            <a:ext cx="10716768" cy="566928"/>
          </a:xfrm>
          <a:prstGeom prst="rect">
            <a:avLst/>
          </a:prstGeom>
          <a:noFill/>
        </p:spPr>
        <p:txBody>
          <a:bodyPr wrap="square" lIns="25400" tIns="12700" rIns="25400" bIns="12700" anchor="t">
            <a:spAutoFit/>
          </a:bodyPr>
          <a:lstStyle/>
          <a:p>
            <a:pPr algn="l">
              <a:lnSpc>
                <a:spcPct val="125000"/>
              </a:lnSpc>
            </a:pPr>
            <a:r>
              <a:rPr sz="1452" b="0">
                <a:solidFill>
                  <a:srgbClr val="232323"/>
                </a:solidFill>
              </a:rPr>
              <a:t>本資料は、株式会社Low Codeが第2回 事前相談会の結果を取りまとめ、事務局向けに各チームの進捗と10月発表に向けた課題・依頼事項を報告するものである。</a:t>
            </a:r>
          </a:p>
        </p:txBody>
      </p:sp>
      <p:sp>
        <p:nvSpPr>
          <p:cNvPr id="6" name="Rectangle 5"/>
          <p:cNvSpPr/>
          <p:nvPr/>
        </p:nvSpPr>
        <p:spPr>
          <a:xfrm>
            <a:off x="740664" y="2048256"/>
            <a:ext cx="5230368" cy="23957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40664" y="2048256"/>
            <a:ext cx="5230368" cy="475488"/>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41832" y="2048256"/>
            <a:ext cx="1188720" cy="475488"/>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進行面</a:t>
            </a:r>
          </a:p>
        </p:txBody>
      </p:sp>
      <p:sp>
        <p:nvSpPr>
          <p:cNvPr id="9" name="TextBox 8"/>
          <p:cNvSpPr txBox="1"/>
          <p:nvPr/>
        </p:nvSpPr>
        <p:spPr>
          <a:xfrm>
            <a:off x="2112264" y="2048256"/>
            <a:ext cx="3721608" cy="475488"/>
          </a:xfrm>
          <a:prstGeom prst="rect">
            <a:avLst/>
          </a:prstGeom>
          <a:noFill/>
        </p:spPr>
        <p:txBody>
          <a:bodyPr wrap="square" lIns="25400" tIns="12700" rIns="25400" bIns="12700" anchor="ctr">
            <a:spAutoFit/>
          </a:bodyPr>
          <a:lstStyle/>
          <a:p>
            <a:pPr algn="l">
              <a:lnSpc>
                <a:spcPct val="100000"/>
              </a:lnSpc>
            </a:pPr>
            <a:r>
              <a:rPr sz="1632" b="1">
                <a:solidFill>
                  <a:srgbClr val="FFFFFF"/>
                </a:solidFill>
              </a:rPr>
              <a:t>進捗の確認と次アクションの整理</a:t>
            </a:r>
          </a:p>
        </p:txBody>
      </p:sp>
      <p:sp>
        <p:nvSpPr>
          <p:cNvPr id="10" name="Rectangle 9"/>
          <p:cNvSpPr/>
          <p:nvPr/>
        </p:nvSpPr>
        <p:spPr>
          <a:xfrm>
            <a:off x="978408" y="2743200"/>
            <a:ext cx="100584" cy="1005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179576" y="2633472"/>
            <a:ext cx="4572000" cy="274320"/>
          </a:xfrm>
          <a:prstGeom prst="rect">
            <a:avLst/>
          </a:prstGeom>
          <a:noFill/>
        </p:spPr>
        <p:txBody>
          <a:bodyPr wrap="square" lIns="25400" tIns="12700" rIns="25400" bIns="12700" anchor="t">
            <a:spAutoFit/>
          </a:bodyPr>
          <a:lstStyle/>
          <a:p>
            <a:pPr algn="l">
              <a:lnSpc>
                <a:spcPct val="100000"/>
              </a:lnSpc>
            </a:pPr>
            <a:r>
              <a:rPr sz="1452" b="1">
                <a:solidFill>
                  <a:srgbClr val="1B5C80"/>
                </a:solidFill>
              </a:rPr>
              <a:t>各チームの進捗状況の確認</a:t>
            </a:r>
          </a:p>
        </p:txBody>
      </p:sp>
      <p:sp>
        <p:nvSpPr>
          <p:cNvPr id="12" name="TextBox 11"/>
          <p:cNvSpPr txBox="1"/>
          <p:nvPr/>
        </p:nvSpPr>
        <p:spPr>
          <a:xfrm>
            <a:off x="1179576" y="2944368"/>
            <a:ext cx="4553712" cy="566928"/>
          </a:xfrm>
          <a:prstGeom prst="rect">
            <a:avLst/>
          </a:prstGeom>
          <a:noFill/>
        </p:spPr>
        <p:txBody>
          <a:bodyPr wrap="square" lIns="25400" tIns="12700" rIns="25400" bIns="12700" anchor="t">
            <a:spAutoFit/>
          </a:bodyPr>
          <a:lstStyle/>
          <a:p>
            <a:pPr algn="l">
              <a:lnSpc>
                <a:spcPct val="118000"/>
              </a:lnSpc>
            </a:pPr>
            <a:r>
              <a:rPr sz="1270" b="0">
                <a:solidFill>
                  <a:srgbClr val="232323"/>
                </a:solidFill>
              </a:rPr>
              <a:t>企画の具体化の度合いと、構築に着手できる準備が整っているかを確認。</a:t>
            </a:r>
          </a:p>
        </p:txBody>
      </p:sp>
      <p:sp>
        <p:nvSpPr>
          <p:cNvPr id="13" name="Rectangle 12"/>
          <p:cNvSpPr/>
          <p:nvPr/>
        </p:nvSpPr>
        <p:spPr>
          <a:xfrm>
            <a:off x="978408" y="3602736"/>
            <a:ext cx="100584" cy="1005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179576" y="3493008"/>
            <a:ext cx="4572000" cy="274320"/>
          </a:xfrm>
          <a:prstGeom prst="rect">
            <a:avLst/>
          </a:prstGeom>
          <a:noFill/>
        </p:spPr>
        <p:txBody>
          <a:bodyPr wrap="square" lIns="25400" tIns="12700" rIns="25400" bIns="12700" anchor="t">
            <a:spAutoFit/>
          </a:bodyPr>
          <a:lstStyle/>
          <a:p>
            <a:pPr algn="l">
              <a:lnSpc>
                <a:spcPct val="100000"/>
              </a:lnSpc>
            </a:pPr>
            <a:r>
              <a:rPr sz="1452" b="1">
                <a:solidFill>
                  <a:srgbClr val="1B5C80"/>
                </a:solidFill>
              </a:rPr>
              <a:t>次アクションの整理</a:t>
            </a:r>
          </a:p>
        </p:txBody>
      </p:sp>
      <p:sp>
        <p:nvSpPr>
          <p:cNvPr id="15" name="TextBox 14"/>
          <p:cNvSpPr txBox="1"/>
          <p:nvPr/>
        </p:nvSpPr>
        <p:spPr>
          <a:xfrm>
            <a:off x="1179576" y="3803904"/>
            <a:ext cx="4553712" cy="566928"/>
          </a:xfrm>
          <a:prstGeom prst="rect">
            <a:avLst/>
          </a:prstGeom>
          <a:noFill/>
        </p:spPr>
        <p:txBody>
          <a:bodyPr wrap="square" lIns="25400" tIns="12700" rIns="25400" bIns="12700" anchor="t">
            <a:spAutoFit/>
          </a:bodyPr>
          <a:lstStyle/>
          <a:p>
            <a:pPr algn="l">
              <a:lnSpc>
                <a:spcPct val="118000"/>
              </a:lnSpc>
            </a:pPr>
            <a:r>
              <a:rPr sz="1270" b="0">
                <a:solidFill>
                  <a:srgbClr val="232323"/>
                </a:solidFill>
              </a:rPr>
              <a:t>8月：動くデモ／9月：発表準備／10月：発表 に向けた優先順位を明確化。</a:t>
            </a:r>
          </a:p>
        </p:txBody>
      </p:sp>
      <p:sp>
        <p:nvSpPr>
          <p:cNvPr id="16" name="Rectangle 15"/>
          <p:cNvSpPr/>
          <p:nvPr/>
        </p:nvSpPr>
        <p:spPr>
          <a:xfrm>
            <a:off x="6227064" y="2048256"/>
            <a:ext cx="5230368" cy="2395728"/>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227064" y="2048256"/>
            <a:ext cx="5230368" cy="475488"/>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28232" y="2048256"/>
            <a:ext cx="1188720" cy="475488"/>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技術面</a:t>
            </a:r>
          </a:p>
        </p:txBody>
      </p:sp>
      <p:sp>
        <p:nvSpPr>
          <p:cNvPr id="19" name="TextBox 18"/>
          <p:cNvSpPr txBox="1"/>
          <p:nvPr/>
        </p:nvSpPr>
        <p:spPr>
          <a:xfrm>
            <a:off x="7598664" y="2048256"/>
            <a:ext cx="3721608" cy="475488"/>
          </a:xfrm>
          <a:prstGeom prst="rect">
            <a:avLst/>
          </a:prstGeom>
          <a:noFill/>
        </p:spPr>
        <p:txBody>
          <a:bodyPr wrap="square" lIns="25400" tIns="12700" rIns="25400" bIns="12700" anchor="ctr">
            <a:spAutoFit/>
          </a:bodyPr>
          <a:lstStyle/>
          <a:p>
            <a:pPr algn="l">
              <a:lnSpc>
                <a:spcPct val="100000"/>
              </a:lnSpc>
            </a:pPr>
            <a:r>
              <a:rPr sz="1632" b="1">
                <a:solidFill>
                  <a:srgbClr val="232323"/>
                </a:solidFill>
              </a:rPr>
              <a:t>適合性と実現可能性の助言</a:t>
            </a:r>
          </a:p>
        </p:txBody>
      </p:sp>
      <p:sp>
        <p:nvSpPr>
          <p:cNvPr id="20" name="Rectangle 19"/>
          <p:cNvSpPr/>
          <p:nvPr/>
        </p:nvSpPr>
        <p:spPr>
          <a:xfrm>
            <a:off x="6464808" y="2743200"/>
            <a:ext cx="100584" cy="1005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665976" y="2633472"/>
            <a:ext cx="4572000" cy="274320"/>
          </a:xfrm>
          <a:prstGeom prst="rect">
            <a:avLst/>
          </a:prstGeom>
          <a:noFill/>
        </p:spPr>
        <p:txBody>
          <a:bodyPr wrap="square" lIns="25400" tIns="12700" rIns="25400" bIns="12700" anchor="t">
            <a:spAutoFit/>
          </a:bodyPr>
          <a:lstStyle/>
          <a:p>
            <a:pPr algn="l">
              <a:lnSpc>
                <a:spcPct val="100000"/>
              </a:lnSpc>
            </a:pPr>
            <a:r>
              <a:rPr sz="1452" b="1">
                <a:solidFill>
                  <a:srgbClr val="1B5C80"/>
                </a:solidFill>
              </a:rPr>
              <a:t>使うアプリの適合性</a:t>
            </a:r>
          </a:p>
        </p:txBody>
      </p:sp>
      <p:sp>
        <p:nvSpPr>
          <p:cNvPr id="22" name="TextBox 21"/>
          <p:cNvSpPr txBox="1"/>
          <p:nvPr/>
        </p:nvSpPr>
        <p:spPr>
          <a:xfrm>
            <a:off x="6665976" y="2944368"/>
            <a:ext cx="4553712" cy="566928"/>
          </a:xfrm>
          <a:prstGeom prst="rect">
            <a:avLst/>
          </a:prstGeom>
          <a:noFill/>
        </p:spPr>
        <p:txBody>
          <a:bodyPr wrap="square" lIns="25400" tIns="12700" rIns="25400" bIns="12700" anchor="t">
            <a:spAutoFit/>
          </a:bodyPr>
          <a:lstStyle/>
          <a:p>
            <a:pPr algn="l">
              <a:lnSpc>
                <a:spcPct val="118000"/>
              </a:lnSpc>
            </a:pPr>
            <a:r>
              <a:rPr sz="1270" b="0">
                <a:solidFill>
                  <a:srgbClr val="232323"/>
                </a:solidFill>
              </a:rPr>
              <a:t>Copilot Studio・Power Automate・SharePoint・Teams等の使い分けを助言。</a:t>
            </a:r>
          </a:p>
        </p:txBody>
      </p:sp>
      <p:sp>
        <p:nvSpPr>
          <p:cNvPr id="23" name="Rectangle 22"/>
          <p:cNvSpPr/>
          <p:nvPr/>
        </p:nvSpPr>
        <p:spPr>
          <a:xfrm>
            <a:off x="6464808" y="3602736"/>
            <a:ext cx="100584" cy="1005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665976" y="3493008"/>
            <a:ext cx="4572000" cy="274320"/>
          </a:xfrm>
          <a:prstGeom prst="rect">
            <a:avLst/>
          </a:prstGeom>
          <a:noFill/>
        </p:spPr>
        <p:txBody>
          <a:bodyPr wrap="square" lIns="25400" tIns="12700" rIns="25400" bIns="12700" anchor="t">
            <a:spAutoFit/>
          </a:bodyPr>
          <a:lstStyle/>
          <a:p>
            <a:pPr algn="l">
              <a:lnSpc>
                <a:spcPct val="100000"/>
              </a:lnSpc>
            </a:pPr>
            <a:r>
              <a:rPr sz="1452" b="1">
                <a:solidFill>
                  <a:srgbClr val="1B5C80"/>
                </a:solidFill>
              </a:rPr>
              <a:t>実現可能性と制約の早期確認</a:t>
            </a:r>
          </a:p>
        </p:txBody>
      </p:sp>
      <p:sp>
        <p:nvSpPr>
          <p:cNvPr id="25" name="TextBox 24"/>
          <p:cNvSpPr txBox="1"/>
          <p:nvPr/>
        </p:nvSpPr>
        <p:spPr>
          <a:xfrm>
            <a:off x="6665976" y="3803904"/>
            <a:ext cx="4553712" cy="566928"/>
          </a:xfrm>
          <a:prstGeom prst="rect">
            <a:avLst/>
          </a:prstGeom>
          <a:noFill/>
        </p:spPr>
        <p:txBody>
          <a:bodyPr wrap="square" lIns="25400" tIns="12700" rIns="25400" bIns="12700" anchor="t">
            <a:spAutoFit/>
          </a:bodyPr>
          <a:lstStyle/>
          <a:p>
            <a:pPr algn="l">
              <a:lnSpc>
                <a:spcPct val="118000"/>
              </a:lnSpc>
            </a:pPr>
            <a:r>
              <a:rPr sz="1270" b="0">
                <a:solidFill>
                  <a:srgbClr val="232323"/>
                </a:solidFill>
              </a:rPr>
              <a:t>外部Web参照、M365外システム連携、資料の保管場所、本番移行などを論点化。</a:t>
            </a:r>
          </a:p>
        </p:txBody>
      </p:sp>
      <p:pic>
        <p:nvPicPr>
          <p:cNvPr id="33" name="グラフィックス 12" descr="砂時計: 終了 単色塗りつぶし">
            <a:extLst>
              <a:ext uri="{FF2B5EF4-FFF2-40B4-BE49-F238E27FC236}">
                <a16:creationId xmlns:a16="http://schemas.microsoft.com/office/drawing/2014/main" id="{AB8771B4-131E-7B5F-8AB4-827552DBD43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40664" y="4919472"/>
            <a:ext cx="237744" cy="237744"/>
          </a:xfrm>
          <a:prstGeom prst="rect">
            <a:avLst/>
          </a:prstGeom>
        </p:spPr>
      </p:pic>
      <p:sp>
        <p:nvSpPr>
          <p:cNvPr id="26" name="TextBox 25"/>
          <p:cNvSpPr txBox="1"/>
          <p:nvPr/>
        </p:nvSpPr>
        <p:spPr>
          <a:xfrm>
            <a:off x="1051560" y="4901184"/>
            <a:ext cx="10405872" cy="274320"/>
          </a:xfrm>
          <a:prstGeom prst="rect">
            <a:avLst/>
          </a:prstGeom>
          <a:noFill/>
        </p:spPr>
        <p:txBody>
          <a:bodyPr wrap="square" lIns="25400" tIns="12700" rIns="25400" bIns="12700" anchor="t">
            <a:spAutoFit/>
          </a:bodyPr>
          <a:lstStyle/>
          <a:p>
            <a:pPr algn="l">
              <a:lnSpc>
                <a:spcPct val="100000"/>
              </a:lnSpc>
            </a:pPr>
            <a:r>
              <a:rPr sz="1452" b="1">
                <a:solidFill>
                  <a:srgbClr val="1B5C80"/>
                </a:solidFill>
              </a:rPr>
              <a:t>全体スケジュール</a:t>
            </a:r>
          </a:p>
        </p:txBody>
      </p:sp>
      <p:sp>
        <p:nvSpPr>
          <p:cNvPr id="27" name="Chevron 26"/>
          <p:cNvSpPr/>
          <p:nvPr/>
        </p:nvSpPr>
        <p:spPr>
          <a:xfrm>
            <a:off x="740664" y="5248656"/>
            <a:ext cx="1965960" cy="548640"/>
          </a:xfrm>
          <a:prstGeom prst="chevron">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127000" rIns="63500" rtlCol="0" anchor="ctr"/>
          <a:lstStyle/>
          <a:p>
            <a:pPr algn="ctr"/>
            <a:r>
              <a:rPr sz="1089" b="1">
                <a:solidFill>
                  <a:srgbClr val="232323"/>
                </a:solidFill>
              </a:rPr>
              <a:t>7/9〜13</a:t>
            </a:r>
          </a:p>
          <a:p>
            <a:pPr algn="ctr"/>
            <a:r>
              <a:rPr sz="1089">
                <a:solidFill>
                  <a:srgbClr val="232323"/>
                </a:solidFill>
              </a:rPr>
              <a:t>事前相談会①</a:t>
            </a:r>
          </a:p>
        </p:txBody>
      </p:sp>
      <p:sp>
        <p:nvSpPr>
          <p:cNvPr id="28" name="Chevron 27"/>
          <p:cNvSpPr/>
          <p:nvPr/>
        </p:nvSpPr>
        <p:spPr>
          <a:xfrm>
            <a:off x="2523744" y="5248656"/>
            <a:ext cx="1965960" cy="548640"/>
          </a:xfrm>
          <a:prstGeom prst="chevron">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127000" rIns="63500" rtlCol="0" anchor="ctr"/>
          <a:lstStyle/>
          <a:p>
            <a:pPr algn="ctr"/>
            <a:r>
              <a:rPr sz="1089" b="1">
                <a:solidFill>
                  <a:srgbClr val="232323"/>
                </a:solidFill>
              </a:rPr>
              <a:t>〜7/17</a:t>
            </a:r>
          </a:p>
          <a:p>
            <a:pPr algn="ctr"/>
            <a:r>
              <a:rPr sz="1089">
                <a:solidFill>
                  <a:srgbClr val="232323"/>
                </a:solidFill>
              </a:rPr>
              <a:t>企画書 提出</a:t>
            </a:r>
          </a:p>
        </p:txBody>
      </p:sp>
      <p:sp>
        <p:nvSpPr>
          <p:cNvPr id="29" name="Chevron 28"/>
          <p:cNvSpPr/>
          <p:nvPr/>
        </p:nvSpPr>
        <p:spPr>
          <a:xfrm>
            <a:off x="4306824" y="5248656"/>
            <a:ext cx="1965960" cy="548640"/>
          </a:xfrm>
          <a:prstGeom prst="chevron">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wrap="square" lIns="127000" rIns="63500" rtlCol="0" anchor="ctr"/>
          <a:lstStyle/>
          <a:p>
            <a:pPr algn="ctr"/>
            <a:r>
              <a:rPr sz="1089" b="1" dirty="0">
                <a:solidFill>
                  <a:srgbClr val="232323"/>
                </a:solidFill>
              </a:rPr>
              <a:t>7/22〜2</a:t>
            </a:r>
            <a:r>
              <a:rPr lang="en-US" sz="1089" b="1" dirty="0">
                <a:solidFill>
                  <a:srgbClr val="232323"/>
                </a:solidFill>
              </a:rPr>
              <a:t>7</a:t>
            </a:r>
            <a:endParaRPr sz="1089" b="1" dirty="0">
              <a:solidFill>
                <a:srgbClr val="232323"/>
              </a:solidFill>
            </a:endParaRPr>
          </a:p>
          <a:p>
            <a:pPr algn="ctr"/>
            <a:r>
              <a:rPr sz="1089" dirty="0" err="1">
                <a:solidFill>
                  <a:srgbClr val="232323"/>
                </a:solidFill>
              </a:rPr>
              <a:t>事前相談会</a:t>
            </a:r>
            <a:r>
              <a:rPr sz="1089" dirty="0">
                <a:solidFill>
                  <a:srgbClr val="232323"/>
                </a:solidFill>
              </a:rPr>
              <a:t>②</a:t>
            </a:r>
            <a:endParaRPr lang="en-US" sz="1089" dirty="0">
              <a:solidFill>
                <a:srgbClr val="232323"/>
              </a:solidFill>
            </a:endParaRPr>
          </a:p>
          <a:p>
            <a:pPr algn="ctr"/>
            <a:r>
              <a:rPr sz="1089" dirty="0">
                <a:solidFill>
                  <a:srgbClr val="232323"/>
                </a:solidFill>
              </a:rPr>
              <a:t>（</a:t>
            </a:r>
            <a:r>
              <a:rPr sz="1089" dirty="0" err="1">
                <a:solidFill>
                  <a:srgbClr val="232323"/>
                </a:solidFill>
              </a:rPr>
              <a:t>今回</a:t>
            </a:r>
            <a:r>
              <a:rPr sz="1089" dirty="0">
                <a:solidFill>
                  <a:srgbClr val="232323"/>
                </a:solidFill>
              </a:rPr>
              <a:t>）</a:t>
            </a:r>
          </a:p>
        </p:txBody>
      </p:sp>
      <p:sp>
        <p:nvSpPr>
          <p:cNvPr id="30" name="Chevron 29"/>
          <p:cNvSpPr/>
          <p:nvPr/>
        </p:nvSpPr>
        <p:spPr>
          <a:xfrm>
            <a:off x="6089904" y="5248656"/>
            <a:ext cx="1965960" cy="548640"/>
          </a:xfrm>
          <a:prstGeom prst="chevron">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wrap="square" lIns="127000" rIns="63500" rtlCol="0" anchor="ctr"/>
          <a:lstStyle/>
          <a:p>
            <a:pPr algn="ctr"/>
            <a:r>
              <a:rPr sz="1089" b="1">
                <a:solidFill>
                  <a:srgbClr val="232323"/>
                </a:solidFill>
              </a:rPr>
              <a:t>8月</a:t>
            </a:r>
          </a:p>
          <a:p>
            <a:pPr algn="ctr"/>
            <a:r>
              <a:rPr sz="1089">
                <a:solidFill>
                  <a:srgbClr val="232323"/>
                </a:solidFill>
              </a:rPr>
              <a:t>構築・デモ作成</a:t>
            </a:r>
          </a:p>
        </p:txBody>
      </p:sp>
      <p:sp>
        <p:nvSpPr>
          <p:cNvPr id="31" name="Chevron 30"/>
          <p:cNvSpPr/>
          <p:nvPr/>
        </p:nvSpPr>
        <p:spPr>
          <a:xfrm>
            <a:off x="7872984" y="5248656"/>
            <a:ext cx="1965960" cy="548640"/>
          </a:xfrm>
          <a:prstGeom prst="chevron">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45720" rIns="63500" bIns="45720" rtlCol="0" anchor="ctr"/>
          <a:lstStyle/>
          <a:p>
            <a:pPr algn="ctr"/>
            <a:r>
              <a:rPr lang="en-US" altLang="ja-JP" sz="1050" b="1" dirty="0">
                <a:solidFill>
                  <a:srgbClr val="232323"/>
                </a:solidFill>
              </a:rPr>
              <a:t>9</a:t>
            </a:r>
            <a:r>
              <a:rPr lang="ja-JP" altLang="en-US" sz="1050" b="1" dirty="0">
                <a:solidFill>
                  <a:srgbClr val="232323"/>
                </a:solidFill>
              </a:rPr>
              <a:t>月</a:t>
            </a:r>
            <a:endParaRPr lang="ja-JP" altLang="en-US" sz="1050" b="1" dirty="0">
              <a:solidFill>
                <a:srgbClr val="232323"/>
              </a:solidFill>
              <a:ea typeface="游ゴシック"/>
            </a:endParaRPr>
          </a:p>
          <a:p>
            <a:pPr algn="ctr"/>
            <a:r>
              <a:rPr lang="ja-JP" altLang="en-US" sz="1050" dirty="0">
                <a:solidFill>
                  <a:srgbClr val="232323"/>
                </a:solidFill>
              </a:rPr>
              <a:t>発表準備・運用整理</a:t>
            </a:r>
            <a:endParaRPr lang="ja-JP" altLang="en-US" sz="1050" dirty="0">
              <a:solidFill>
                <a:srgbClr val="232323"/>
              </a:solidFill>
              <a:ea typeface="游ゴシック"/>
            </a:endParaRPr>
          </a:p>
        </p:txBody>
      </p:sp>
      <p:sp>
        <p:nvSpPr>
          <p:cNvPr id="32" name="Chevron 31"/>
          <p:cNvSpPr/>
          <p:nvPr/>
        </p:nvSpPr>
        <p:spPr>
          <a:xfrm>
            <a:off x="9656064" y="5248656"/>
            <a:ext cx="1965960" cy="548640"/>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127000" rIns="63500" rtlCol="0" anchor="ctr"/>
          <a:lstStyle/>
          <a:p>
            <a:pPr algn="ctr"/>
            <a:r>
              <a:rPr sz="1089" b="1">
                <a:solidFill>
                  <a:srgbClr val="FFFFFF"/>
                </a:solidFill>
              </a:rPr>
              <a:t>10月初旬</a:t>
            </a:r>
          </a:p>
          <a:p>
            <a:pPr algn="ctr"/>
            <a:r>
              <a:rPr sz="1089">
                <a:solidFill>
                  <a:srgbClr val="FFFFFF"/>
                </a:solidFill>
              </a:rPr>
              <a:t>最終発表</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40664" y="2331720"/>
            <a:ext cx="1828800" cy="914400"/>
          </a:xfrm>
          <a:prstGeom prst="rect">
            <a:avLst/>
          </a:prstGeom>
          <a:noFill/>
        </p:spPr>
        <p:txBody>
          <a:bodyPr wrap="square" lIns="25400" tIns="12700" rIns="25400" bIns="12700" anchor="t">
            <a:spAutoFit/>
          </a:bodyPr>
          <a:lstStyle/>
          <a:p>
            <a:pPr algn="l">
              <a:lnSpc>
                <a:spcPct val="100000"/>
              </a:lnSpc>
            </a:pPr>
            <a:r>
              <a:rPr sz="5400" b="1">
                <a:solidFill>
                  <a:srgbClr val="A6E2F3"/>
                </a:solidFill>
              </a:rPr>
              <a:t>01</a:t>
            </a:r>
          </a:p>
        </p:txBody>
      </p:sp>
      <p:sp>
        <p:nvSpPr>
          <p:cNvPr id="3" name="TextBox 2"/>
          <p:cNvSpPr txBox="1"/>
          <p:nvPr/>
        </p:nvSpPr>
        <p:spPr>
          <a:xfrm>
            <a:off x="740664" y="3200400"/>
            <a:ext cx="10716768" cy="731520"/>
          </a:xfrm>
          <a:prstGeom prst="rect">
            <a:avLst/>
          </a:prstGeom>
          <a:noFill/>
        </p:spPr>
        <p:txBody>
          <a:bodyPr wrap="square" lIns="25400" tIns="12700" rIns="25400" bIns="12700" anchor="t">
            <a:spAutoFit/>
          </a:bodyPr>
          <a:lstStyle/>
          <a:p>
            <a:pPr algn="l">
              <a:lnSpc>
                <a:spcPct val="100000"/>
              </a:lnSpc>
            </a:pPr>
            <a:r>
              <a:rPr sz="3200" b="1">
                <a:solidFill>
                  <a:srgbClr val="1B5C80"/>
                </a:solidFill>
              </a:rPr>
              <a:t>全体の状況と課題</a:t>
            </a:r>
          </a:p>
        </p:txBody>
      </p:sp>
      <p:sp>
        <p:nvSpPr>
          <p:cNvPr id="4" name="Rectangle 3"/>
          <p:cNvSpPr/>
          <p:nvPr/>
        </p:nvSpPr>
        <p:spPr>
          <a:xfrm>
            <a:off x="740664" y="4069080"/>
            <a:ext cx="1463040" cy="4572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各チームの状況一覧</a:t>
            </a:r>
          </a:p>
        </p:txBody>
      </p:sp>
      <p:sp>
        <p:nvSpPr>
          <p:cNvPr id="3" name="Text Placeholder 2"/>
          <p:cNvSpPr>
            <a:spLocks noGrp="1"/>
          </p:cNvSpPr>
          <p:nvPr>
            <p:ph type="body" sz="half" idx="2"/>
          </p:nvPr>
        </p:nvSpPr>
        <p:spPr/>
        <p:txBody>
          <a:bodyPr/>
          <a:lstStyle/>
          <a:p>
            <a:r>
              <a:rPr sz="1270" dirty="0">
                <a:solidFill>
                  <a:srgbClr val="6E767C"/>
                </a:solidFill>
              </a:rPr>
              <a:t>進捗・10月発表の見込み・難易度・ガイドライン適合性を1枚で把握する</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5</a:t>
            </a:r>
          </a:p>
        </p:txBody>
      </p:sp>
      <p:sp>
        <p:nvSpPr>
          <p:cNvPr id="5" name="TextBox 4"/>
          <p:cNvSpPr txBox="1"/>
          <p:nvPr/>
        </p:nvSpPr>
        <p:spPr>
          <a:xfrm>
            <a:off x="740664" y="1188720"/>
            <a:ext cx="10716768" cy="533416"/>
          </a:xfrm>
          <a:prstGeom prst="rect">
            <a:avLst/>
          </a:prstGeom>
          <a:noFill/>
        </p:spPr>
        <p:txBody>
          <a:bodyPr wrap="square" lIns="25400" tIns="12700" rIns="25400" bIns="12700" anchor="t">
            <a:spAutoFit/>
          </a:bodyPr>
          <a:lstStyle/>
          <a:p>
            <a:pPr algn="l">
              <a:lnSpc>
                <a:spcPct val="122000"/>
              </a:lnSpc>
            </a:pPr>
            <a:r>
              <a:rPr sz="919" b="1" dirty="0" err="1">
                <a:solidFill>
                  <a:srgbClr val="232323"/>
                </a:solidFill>
              </a:rPr>
              <a:t>進捗</a:t>
            </a:r>
            <a:r>
              <a:rPr sz="919" b="0" dirty="0">
                <a:solidFill>
                  <a:srgbClr val="232323"/>
                </a:solidFill>
              </a:rPr>
              <a:t> ▶ ①</a:t>
            </a:r>
            <a:r>
              <a:rPr sz="919" b="0" dirty="0" err="1">
                <a:solidFill>
                  <a:srgbClr val="232323"/>
                </a:solidFill>
              </a:rPr>
              <a:t>テーマ・案の整理中</a:t>
            </a:r>
            <a:r>
              <a:rPr sz="919" b="0" dirty="0">
                <a:solidFill>
                  <a:srgbClr val="232323"/>
                </a:solidFill>
              </a:rPr>
              <a:t>／②1案化済み、構成は未整理／③</a:t>
            </a:r>
            <a:r>
              <a:rPr sz="919" b="0" dirty="0" err="1">
                <a:solidFill>
                  <a:srgbClr val="232323"/>
                </a:solidFill>
              </a:rPr>
              <a:t>MVP候補と入出力イメージあり</a:t>
            </a:r>
            <a:r>
              <a:rPr sz="919" b="0" dirty="0">
                <a:solidFill>
                  <a:srgbClr val="232323"/>
                </a:solidFill>
              </a:rPr>
              <a:t>／④</a:t>
            </a:r>
            <a:r>
              <a:rPr sz="919" b="0" dirty="0" err="1">
                <a:solidFill>
                  <a:srgbClr val="232323"/>
                </a:solidFill>
              </a:rPr>
              <a:t>概念設計レベルまで整理</a:t>
            </a:r>
            <a:r>
              <a:rPr sz="919" b="0" dirty="0">
                <a:solidFill>
                  <a:srgbClr val="232323"/>
                </a:solidFill>
              </a:rPr>
              <a:t>／⑤</a:t>
            </a:r>
            <a:r>
              <a:rPr sz="919" b="0" dirty="0" err="1">
                <a:solidFill>
                  <a:srgbClr val="232323"/>
                </a:solidFill>
              </a:rPr>
              <a:t>効果・デモ筋書きまで整理</a:t>
            </a:r>
            <a:r>
              <a:rPr sz="919" b="0" dirty="0">
                <a:solidFill>
                  <a:srgbClr val="232323"/>
                </a:solidFill>
              </a:rPr>
              <a:t>／－</a:t>
            </a:r>
            <a:r>
              <a:rPr sz="919" b="0" dirty="0" err="1">
                <a:solidFill>
                  <a:srgbClr val="232323"/>
                </a:solidFill>
              </a:rPr>
              <a:t>再設計中（いずれも詳細設計は未着手</a:t>
            </a:r>
            <a:r>
              <a:rPr sz="919" b="0" dirty="0">
                <a:solidFill>
                  <a:srgbClr val="232323"/>
                </a:solidFill>
              </a:rPr>
              <a:t>）</a:t>
            </a:r>
          </a:p>
          <a:p>
            <a:pPr algn="l">
              <a:lnSpc>
                <a:spcPct val="122000"/>
              </a:lnSpc>
            </a:pPr>
            <a:r>
              <a:rPr sz="919" b="1" dirty="0">
                <a:solidFill>
                  <a:srgbClr val="232323"/>
                </a:solidFill>
              </a:rPr>
              <a:t>10月見込み</a:t>
            </a:r>
            <a:r>
              <a:rPr sz="919" b="0" dirty="0">
                <a:solidFill>
                  <a:srgbClr val="232323"/>
                </a:solidFill>
              </a:rPr>
              <a:t> ▶ </a:t>
            </a:r>
            <a:r>
              <a:rPr sz="919" b="0" dirty="0" err="1">
                <a:solidFill>
                  <a:srgbClr val="232323"/>
                </a:solidFill>
              </a:rPr>
              <a:t>S：可能性が非常に高い／A：見込み高い／B：重点フォロ</a:t>
            </a:r>
            <a:r>
              <a:rPr sz="919" b="0" dirty="0">
                <a:solidFill>
                  <a:srgbClr val="232323"/>
                </a:solidFill>
              </a:rPr>
              <a:t>ー／</a:t>
            </a:r>
            <a:r>
              <a:rPr sz="919" b="0" dirty="0" err="1">
                <a:solidFill>
                  <a:srgbClr val="232323"/>
                </a:solidFill>
              </a:rPr>
              <a:t>C：現行案では難しい</a:t>
            </a:r>
            <a:r>
              <a:rPr sz="919" b="0" dirty="0">
                <a:solidFill>
                  <a:srgbClr val="232323"/>
                </a:solidFill>
              </a:rPr>
              <a:t>　｜　</a:t>
            </a:r>
            <a:r>
              <a:rPr sz="919" b="1" dirty="0" err="1">
                <a:solidFill>
                  <a:srgbClr val="232323"/>
                </a:solidFill>
              </a:rPr>
              <a:t>難易度</a:t>
            </a:r>
            <a:r>
              <a:rPr sz="919" b="0" dirty="0">
                <a:solidFill>
                  <a:srgbClr val="232323"/>
                </a:solidFill>
              </a:rPr>
              <a:t> ▶ 1〜4（大きいほど設計・検証の負荷が高い）、－</a:t>
            </a:r>
            <a:r>
              <a:rPr sz="919" b="0" dirty="0" err="1">
                <a:solidFill>
                  <a:srgbClr val="232323"/>
                </a:solidFill>
              </a:rPr>
              <a:t>は評価不可</a:t>
            </a:r>
            <a:r>
              <a:rPr sz="919" b="0" dirty="0">
                <a:solidFill>
                  <a:srgbClr val="232323"/>
                </a:solidFill>
              </a:rPr>
              <a:t>　｜　</a:t>
            </a:r>
            <a:r>
              <a:rPr lang="ja-JP" altLang="en-US" sz="919" b="1" dirty="0">
                <a:solidFill>
                  <a:srgbClr val="232323"/>
                </a:solidFill>
              </a:rPr>
              <a:t>ガイドライン</a:t>
            </a:r>
            <a:r>
              <a:rPr sz="919" b="1" dirty="0" err="1">
                <a:solidFill>
                  <a:srgbClr val="232323"/>
                </a:solidFill>
              </a:rPr>
              <a:t>適合性</a:t>
            </a:r>
            <a:r>
              <a:rPr sz="919" b="0" dirty="0">
                <a:solidFill>
                  <a:srgbClr val="232323"/>
                </a:solidFill>
              </a:rPr>
              <a:t> ▶ ○ </a:t>
            </a:r>
            <a:r>
              <a:rPr sz="919" b="0" dirty="0" err="1">
                <a:solidFill>
                  <a:srgbClr val="232323"/>
                </a:solidFill>
              </a:rPr>
              <a:t>概ね実現可能</a:t>
            </a:r>
            <a:r>
              <a:rPr sz="919" b="0" dirty="0">
                <a:solidFill>
                  <a:srgbClr val="232323"/>
                </a:solidFill>
              </a:rPr>
              <a:t>／△</a:t>
            </a:r>
            <a:r>
              <a:rPr sz="919" b="0" dirty="0" err="1">
                <a:solidFill>
                  <a:srgbClr val="232323"/>
                </a:solidFill>
              </a:rPr>
              <a:t>回避可</a:t>
            </a:r>
            <a:r>
              <a:rPr sz="919" b="0" dirty="0">
                <a:solidFill>
                  <a:srgbClr val="232323"/>
                </a:solidFill>
              </a:rPr>
              <a:t> </a:t>
            </a:r>
            <a:r>
              <a:rPr sz="919" b="0" dirty="0" err="1">
                <a:solidFill>
                  <a:srgbClr val="232323"/>
                </a:solidFill>
              </a:rPr>
              <a:t>回避策あり</a:t>
            </a:r>
            <a:r>
              <a:rPr sz="919" b="0" dirty="0">
                <a:solidFill>
                  <a:srgbClr val="232323"/>
                </a:solidFill>
              </a:rPr>
              <a:t>／△</a:t>
            </a:r>
            <a:r>
              <a:rPr sz="919" b="0" dirty="0" err="1">
                <a:solidFill>
                  <a:srgbClr val="232323"/>
                </a:solidFill>
              </a:rPr>
              <a:t>確認要</a:t>
            </a:r>
            <a:r>
              <a:rPr sz="919" b="0" dirty="0">
                <a:solidFill>
                  <a:srgbClr val="232323"/>
                </a:solidFill>
              </a:rPr>
              <a:t> </a:t>
            </a:r>
            <a:r>
              <a:rPr sz="919" b="0" dirty="0" err="1">
                <a:solidFill>
                  <a:srgbClr val="232323"/>
                </a:solidFill>
              </a:rPr>
              <a:t>事務局確認待ち</a:t>
            </a:r>
            <a:r>
              <a:rPr sz="919" b="0" dirty="0">
                <a:solidFill>
                  <a:srgbClr val="232323"/>
                </a:solidFill>
              </a:rPr>
              <a:t>／× </a:t>
            </a:r>
            <a:r>
              <a:rPr sz="919" b="0" dirty="0" err="1">
                <a:solidFill>
                  <a:srgbClr val="232323"/>
                </a:solidFill>
              </a:rPr>
              <a:t>中核が抵触</a:t>
            </a:r>
            <a:endParaRPr sz="919" b="0" dirty="0">
              <a:solidFill>
                <a:srgbClr val="232323"/>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995376838"/>
              </p:ext>
            </p:extLst>
          </p:nvPr>
        </p:nvGraphicFramePr>
        <p:xfrm>
          <a:off x="740664" y="1737360"/>
          <a:ext cx="10716768" cy="4626864"/>
        </p:xfrm>
        <a:graphic>
          <a:graphicData uri="http://schemas.openxmlformats.org/drawingml/2006/table">
            <a:tbl>
              <a:tblPr>
                <a:tableStyleId>{5C22544A-7EE6-4342-B048-85BDC9FD1C3A}</a:tableStyleId>
              </a:tblPr>
              <a:tblGrid>
                <a:gridCol w="73152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gridCol w="640080">
                  <a:extLst>
                    <a:ext uri="{9D8B030D-6E8A-4147-A177-3AD203B41FA5}">
                      <a16:colId xmlns:a16="http://schemas.microsoft.com/office/drawing/2014/main" val="20004"/>
                    </a:ext>
                  </a:extLst>
                </a:gridCol>
                <a:gridCol w="914400">
                  <a:extLst>
                    <a:ext uri="{9D8B030D-6E8A-4147-A177-3AD203B41FA5}">
                      <a16:colId xmlns:a16="http://schemas.microsoft.com/office/drawing/2014/main" val="20005"/>
                    </a:ext>
                  </a:extLst>
                </a:gridCol>
                <a:gridCol w="3721608">
                  <a:extLst>
                    <a:ext uri="{9D8B030D-6E8A-4147-A177-3AD203B41FA5}">
                      <a16:colId xmlns:a16="http://schemas.microsoft.com/office/drawing/2014/main" val="20006"/>
                    </a:ext>
                  </a:extLst>
                </a:gridCol>
              </a:tblGrid>
              <a:tr h="402336">
                <a:tc>
                  <a:txBody>
                    <a:bodyPr/>
                    <a:lstStyle/>
                    <a:p>
                      <a:pPr algn="ctr">
                        <a:lnSpc>
                          <a:spcPct val="96000"/>
                        </a:lnSpc>
                      </a:pPr>
                      <a:r>
                        <a:rPr sz="1089" b="1">
                          <a:solidFill>
                            <a:srgbClr val="FFFFFF"/>
                          </a:solidFill>
                        </a:rPr>
                        <a:t>チーム</a:t>
                      </a:r>
                    </a:p>
                  </a:txBody>
                  <a:tcPr marL="50800" marR="50800" marT="12700" marB="12700" anchor="ctr">
                    <a:solidFill>
                      <a:srgbClr val="1B5C80"/>
                    </a:solidFill>
                  </a:tcPr>
                </a:tc>
                <a:tc>
                  <a:txBody>
                    <a:bodyPr/>
                    <a:lstStyle/>
                    <a:p>
                      <a:pPr algn="ctr">
                        <a:lnSpc>
                          <a:spcPct val="96000"/>
                        </a:lnSpc>
                      </a:pPr>
                      <a:r>
                        <a:rPr sz="1089" b="1">
                          <a:solidFill>
                            <a:srgbClr val="FFFFFF"/>
                          </a:solidFill>
                        </a:rPr>
                        <a:t>取り組み</a:t>
                      </a:r>
                    </a:p>
                  </a:txBody>
                  <a:tcPr marL="50800" marR="50800" marT="12700" marB="12700" anchor="ctr">
                    <a:solidFill>
                      <a:srgbClr val="1B5C80"/>
                    </a:solidFill>
                  </a:tcPr>
                </a:tc>
                <a:tc>
                  <a:txBody>
                    <a:bodyPr/>
                    <a:lstStyle/>
                    <a:p>
                      <a:pPr algn="ctr">
                        <a:lnSpc>
                          <a:spcPct val="96000"/>
                        </a:lnSpc>
                      </a:pPr>
                      <a:r>
                        <a:rPr sz="1089" b="1">
                          <a:solidFill>
                            <a:srgbClr val="FFFFFF"/>
                          </a:solidFill>
                        </a:rPr>
                        <a:t>進捗</a:t>
                      </a:r>
                    </a:p>
                  </a:txBody>
                  <a:tcPr marL="50800" marR="50800" marT="12700" marB="12700" anchor="ctr">
                    <a:solidFill>
                      <a:srgbClr val="1B5C80"/>
                    </a:solidFill>
                  </a:tcPr>
                </a:tc>
                <a:tc>
                  <a:txBody>
                    <a:bodyPr/>
                    <a:lstStyle/>
                    <a:p>
                      <a:pPr algn="ctr">
                        <a:lnSpc>
                          <a:spcPct val="96000"/>
                        </a:lnSpc>
                      </a:pPr>
                      <a:r>
                        <a:rPr sz="1089" b="1">
                          <a:solidFill>
                            <a:srgbClr val="FFFFFF"/>
                          </a:solidFill>
                        </a:rPr>
                        <a:t>10月</a:t>
                      </a:r>
                    </a:p>
                    <a:p>
                      <a:pPr algn="ctr">
                        <a:lnSpc>
                          <a:spcPct val="96000"/>
                        </a:lnSpc>
                      </a:pPr>
                      <a:r>
                        <a:rPr sz="1089" b="1">
                          <a:solidFill>
                            <a:srgbClr val="FFFFFF"/>
                          </a:solidFill>
                        </a:rPr>
                        <a:t>見込み</a:t>
                      </a:r>
                    </a:p>
                  </a:txBody>
                  <a:tcPr marL="50800" marR="50800" marT="12700" marB="12700" anchor="ctr">
                    <a:solidFill>
                      <a:srgbClr val="1B5C80"/>
                    </a:solidFill>
                  </a:tcPr>
                </a:tc>
                <a:tc>
                  <a:txBody>
                    <a:bodyPr/>
                    <a:lstStyle/>
                    <a:p>
                      <a:pPr algn="ctr">
                        <a:lnSpc>
                          <a:spcPct val="96000"/>
                        </a:lnSpc>
                      </a:pPr>
                      <a:r>
                        <a:rPr sz="1089" b="1">
                          <a:solidFill>
                            <a:srgbClr val="FFFFFF"/>
                          </a:solidFill>
                        </a:rPr>
                        <a:t>難易</a:t>
                      </a:r>
                    </a:p>
                    <a:p>
                      <a:pPr algn="ctr">
                        <a:lnSpc>
                          <a:spcPct val="96000"/>
                        </a:lnSpc>
                      </a:pPr>
                      <a:r>
                        <a:rPr sz="1089" b="1">
                          <a:solidFill>
                            <a:srgbClr val="FFFFFF"/>
                          </a:solidFill>
                        </a:rPr>
                        <a:t>度</a:t>
                      </a:r>
                    </a:p>
                  </a:txBody>
                  <a:tcPr marL="50800" marR="50800" marT="12700" marB="12700" anchor="ctr">
                    <a:solidFill>
                      <a:srgbClr val="1B5C80"/>
                    </a:solidFill>
                  </a:tcPr>
                </a:tc>
                <a:tc>
                  <a:txBody>
                    <a:bodyPr/>
                    <a:lstStyle/>
                    <a:p>
                      <a:pPr algn="ctr">
                        <a:lnSpc>
                          <a:spcPct val="96000"/>
                        </a:lnSpc>
                      </a:pPr>
                      <a:r>
                        <a:rPr lang="ja-JP" altLang="en-US" sz="1050" b="1" dirty="0">
                          <a:solidFill>
                            <a:srgbClr val="FFFFFF"/>
                          </a:solidFill>
                        </a:rPr>
                        <a:t>ガイドライン</a:t>
                      </a:r>
                      <a:endParaRPr lang="en-US" sz="1089" b="1" dirty="0">
                        <a:solidFill>
                          <a:srgbClr val="FFFFFF"/>
                        </a:solidFill>
                      </a:endParaRPr>
                    </a:p>
                    <a:p>
                      <a:pPr algn="ctr">
                        <a:lnSpc>
                          <a:spcPct val="96000"/>
                        </a:lnSpc>
                      </a:pPr>
                      <a:r>
                        <a:rPr sz="1089" b="1" dirty="0" err="1">
                          <a:solidFill>
                            <a:srgbClr val="FFFFFF"/>
                          </a:solidFill>
                        </a:rPr>
                        <a:t>適合性</a:t>
                      </a:r>
                      <a:endParaRPr sz="1089" b="1" dirty="0">
                        <a:solidFill>
                          <a:srgbClr val="FFFFFF"/>
                        </a:solidFill>
                      </a:endParaRPr>
                    </a:p>
                  </a:txBody>
                  <a:tcPr marL="50800" marR="50800" marT="12700" marB="12700" anchor="ctr">
                    <a:solidFill>
                      <a:srgbClr val="1B5C80"/>
                    </a:solidFill>
                  </a:tcPr>
                </a:tc>
                <a:tc>
                  <a:txBody>
                    <a:bodyPr/>
                    <a:lstStyle/>
                    <a:p>
                      <a:pPr algn="ctr">
                        <a:lnSpc>
                          <a:spcPct val="96000"/>
                        </a:lnSpc>
                      </a:pPr>
                      <a:r>
                        <a:rPr sz="1089" b="1">
                          <a:solidFill>
                            <a:srgbClr val="FFFFFF"/>
                          </a:solidFill>
                        </a:rPr>
                        <a:t>主な論点（回避可否を含む）</a:t>
                      </a:r>
                    </a:p>
                  </a:txBody>
                  <a:tcPr marL="50800" marR="50800" marT="12700" marB="12700" anchor="ctr">
                    <a:solidFill>
                      <a:srgbClr val="1B5C80"/>
                    </a:solidFill>
                  </a:tcPr>
                </a:tc>
                <a:extLst>
                  <a:ext uri="{0D108BD9-81ED-4DB2-BD59-A6C34878D82A}">
                    <a16:rowId xmlns:a16="http://schemas.microsoft.com/office/drawing/2014/main" val="10000"/>
                  </a:ext>
                </a:extLst>
              </a:tr>
              <a:tr h="384048">
                <a:tc>
                  <a:txBody>
                    <a:bodyPr/>
                    <a:lstStyle/>
                    <a:p>
                      <a:pPr algn="ctr">
                        <a:lnSpc>
                          <a:spcPct val="96000"/>
                        </a:lnSpc>
                      </a:pPr>
                      <a:r>
                        <a:rPr sz="1089" b="1">
                          <a:solidFill>
                            <a:srgbClr val="1B5C80"/>
                          </a:solidFill>
                        </a:rPr>
                        <a:t>チーム1</a:t>
                      </a:r>
                    </a:p>
                  </a:txBody>
                  <a:tcPr marL="50800" marR="50800" marT="12700" marB="12700" anchor="ctr">
                    <a:solidFill>
                      <a:srgbClr val="FFFFFF"/>
                    </a:solidFill>
                  </a:tcPr>
                </a:tc>
                <a:tc>
                  <a:txBody>
                    <a:bodyPr/>
                    <a:lstStyle/>
                    <a:p>
                      <a:pPr algn="l">
                        <a:lnSpc>
                          <a:spcPct val="96000"/>
                        </a:lnSpc>
                      </a:pPr>
                      <a:r>
                        <a:rPr sz="919" b="1">
                          <a:solidFill>
                            <a:srgbClr val="232323"/>
                          </a:solidFill>
                        </a:rPr>
                        <a:t>提出様式の記載漏れ・形式不備をAIが確認</a:t>
                      </a:r>
                    </a:p>
                  </a:txBody>
                  <a:tcPr marL="50800" marR="50800" marT="12700" marB="12700" anchor="ctr">
                    <a:solidFill>
                      <a:srgbClr val="FFFFFF"/>
                    </a:solidFill>
                  </a:tcPr>
                </a:tc>
                <a:tc>
                  <a:txBody>
                    <a:bodyPr/>
                    <a:lstStyle/>
                    <a:p>
                      <a:pPr algn="l">
                        <a:lnSpc>
                          <a:spcPct val="96000"/>
                        </a:lnSpc>
                      </a:pPr>
                      <a:endParaRPr/>
                    </a:p>
                  </a:txBody>
                  <a:tcPr marL="50800" marR="50800" marT="12700" marB="12700" anchor="ctr">
                    <a:solidFill>
                      <a:srgbClr val="FFFFFF"/>
                    </a:solidFill>
                  </a:tcPr>
                </a:tc>
                <a:tc>
                  <a:txBody>
                    <a:bodyPr/>
                    <a:lstStyle/>
                    <a:p>
                      <a:pPr algn="ctr">
                        <a:lnSpc>
                          <a:spcPct val="96000"/>
                        </a:lnSpc>
                      </a:pPr>
                      <a:r>
                        <a:rPr sz="1270" b="1">
                          <a:solidFill>
                            <a:srgbClr val="232323"/>
                          </a:solidFill>
                        </a:rPr>
                        <a:t>A</a:t>
                      </a:r>
                    </a:p>
                  </a:txBody>
                  <a:tcPr marL="50800" marR="50800" marT="12700" marB="12700" anchor="ctr">
                    <a:solidFill>
                      <a:srgbClr val="DBF1F7"/>
                    </a:solidFill>
                  </a:tcPr>
                </a:tc>
                <a:tc>
                  <a:txBody>
                    <a:bodyPr/>
                    <a:lstStyle/>
                    <a:p>
                      <a:pPr algn="ctr">
                        <a:lnSpc>
                          <a:spcPct val="96000"/>
                        </a:lnSpc>
                      </a:pPr>
                      <a:r>
                        <a:rPr sz="1270" b="1">
                          <a:solidFill>
                            <a:srgbClr val="232323"/>
                          </a:solidFill>
                        </a:rPr>
                        <a:t>3</a:t>
                      </a:r>
                    </a:p>
                  </a:txBody>
                  <a:tcPr marL="50800" marR="50800" marT="12700" marB="12700" anchor="ctr">
                    <a:solidFill>
                      <a:srgbClr val="E7E8F8"/>
                    </a:solidFill>
                  </a:tcPr>
                </a:tc>
                <a:tc>
                  <a:txBody>
                    <a:bodyPr/>
                    <a:lstStyle/>
                    <a:p>
                      <a:pPr algn="ctr">
                        <a:lnSpc>
                          <a:spcPct val="96000"/>
                        </a:lnSpc>
                      </a:pPr>
                      <a:r>
                        <a:rPr sz="919" b="1">
                          <a:solidFill>
                            <a:srgbClr val="232323"/>
                          </a:solidFill>
                        </a:rPr>
                        <a:t>○</a:t>
                      </a:r>
                    </a:p>
                  </a:txBody>
                  <a:tcPr marL="50800" marR="50800" marT="12700" marB="12700" anchor="ctr">
                    <a:solidFill>
                      <a:srgbClr val="DBF1F7"/>
                    </a:solidFill>
                  </a:tcPr>
                </a:tc>
                <a:tc>
                  <a:txBody>
                    <a:bodyPr/>
                    <a:lstStyle/>
                    <a:p>
                      <a:pPr algn="l">
                        <a:lnSpc>
                          <a:spcPct val="96000"/>
                        </a:lnSpc>
                      </a:pPr>
                      <a:r>
                        <a:rPr sz="919" b="0">
                          <a:solidFill>
                            <a:srgbClr val="232323"/>
                          </a:solidFill>
                        </a:rPr>
                        <a:t>AI判定の揺れ／判定基準の粒度／人の確認範囲</a:t>
                      </a:r>
                    </a:p>
                  </a:txBody>
                  <a:tcPr marL="50800" marR="50800" marT="12700" marB="12700" anchor="ctr">
                    <a:solidFill>
                      <a:srgbClr val="FFFFFF"/>
                    </a:solidFill>
                  </a:tcPr>
                </a:tc>
                <a:extLst>
                  <a:ext uri="{0D108BD9-81ED-4DB2-BD59-A6C34878D82A}">
                    <a16:rowId xmlns:a16="http://schemas.microsoft.com/office/drawing/2014/main" val="10001"/>
                  </a:ext>
                </a:extLst>
              </a:tr>
              <a:tr h="384048">
                <a:tc>
                  <a:txBody>
                    <a:bodyPr/>
                    <a:lstStyle/>
                    <a:p>
                      <a:pPr algn="ctr">
                        <a:lnSpc>
                          <a:spcPct val="96000"/>
                        </a:lnSpc>
                      </a:pPr>
                      <a:r>
                        <a:rPr sz="1089" b="1">
                          <a:solidFill>
                            <a:srgbClr val="1B5C80"/>
                          </a:solidFill>
                        </a:rPr>
                        <a:t>チーム2</a:t>
                      </a:r>
                    </a:p>
                  </a:txBody>
                  <a:tcPr marL="50800" marR="50800" marT="12700" marB="12700" anchor="ctr">
                    <a:solidFill>
                      <a:srgbClr val="F8FDFA"/>
                    </a:solidFill>
                  </a:tcPr>
                </a:tc>
                <a:tc>
                  <a:txBody>
                    <a:bodyPr/>
                    <a:lstStyle/>
                    <a:p>
                      <a:pPr algn="l">
                        <a:lnSpc>
                          <a:spcPct val="96000"/>
                        </a:lnSpc>
                      </a:pPr>
                      <a:r>
                        <a:rPr sz="919" b="1">
                          <a:solidFill>
                            <a:srgbClr val="232323"/>
                          </a:solidFill>
                        </a:rPr>
                        <a:t>受付Cエラーの原因・修正・再申請手順を案内</a:t>
                      </a:r>
                    </a:p>
                  </a:txBody>
                  <a:tcPr marL="50800" marR="50800" marT="12700" marB="12700" anchor="ctr">
                    <a:solidFill>
                      <a:srgbClr val="F8FDFA"/>
                    </a:solidFill>
                  </a:tcPr>
                </a:tc>
                <a:tc>
                  <a:txBody>
                    <a:bodyPr/>
                    <a:lstStyle/>
                    <a:p>
                      <a:pPr algn="l">
                        <a:lnSpc>
                          <a:spcPct val="96000"/>
                        </a:lnSpc>
                      </a:pPr>
                      <a:endParaRPr/>
                    </a:p>
                  </a:txBody>
                  <a:tcPr marL="50800" marR="50800" marT="12700" marB="12700" anchor="ctr">
                    <a:solidFill>
                      <a:srgbClr val="F8FDFA"/>
                    </a:solidFill>
                  </a:tcPr>
                </a:tc>
                <a:tc>
                  <a:txBody>
                    <a:bodyPr/>
                    <a:lstStyle/>
                    <a:p>
                      <a:pPr algn="ctr">
                        <a:lnSpc>
                          <a:spcPct val="96000"/>
                        </a:lnSpc>
                      </a:pPr>
                      <a:r>
                        <a:rPr sz="1270" b="1">
                          <a:solidFill>
                            <a:srgbClr val="232323"/>
                          </a:solidFill>
                        </a:rPr>
                        <a:t>A</a:t>
                      </a:r>
                    </a:p>
                  </a:txBody>
                  <a:tcPr marL="50800" marR="50800" marT="12700" marB="12700" anchor="ctr">
                    <a:solidFill>
                      <a:srgbClr val="DBF1F7"/>
                    </a:solidFill>
                  </a:tcPr>
                </a:tc>
                <a:tc>
                  <a:txBody>
                    <a:bodyPr/>
                    <a:lstStyle/>
                    <a:p>
                      <a:pPr algn="ctr">
                        <a:lnSpc>
                          <a:spcPct val="96000"/>
                        </a:lnSpc>
                      </a:pPr>
                      <a:r>
                        <a:rPr sz="1270" b="1">
                          <a:solidFill>
                            <a:srgbClr val="232323"/>
                          </a:solidFill>
                        </a:rPr>
                        <a:t>3</a:t>
                      </a:r>
                    </a:p>
                  </a:txBody>
                  <a:tcPr marL="50800" marR="50800" marT="12700" marB="12700" anchor="ctr">
                    <a:solidFill>
                      <a:srgbClr val="E7E8F8"/>
                    </a:solidFill>
                  </a:tcPr>
                </a:tc>
                <a:tc>
                  <a:txBody>
                    <a:bodyPr/>
                    <a:lstStyle/>
                    <a:p>
                      <a:pPr algn="ctr">
                        <a:lnSpc>
                          <a:spcPct val="96000"/>
                        </a:lnSpc>
                      </a:pPr>
                      <a:r>
                        <a:rPr sz="919" b="1">
                          <a:solidFill>
                            <a:srgbClr val="232323"/>
                          </a:solidFill>
                        </a:rPr>
                        <a:t>○</a:t>
                      </a:r>
                    </a:p>
                  </a:txBody>
                  <a:tcPr marL="50800" marR="50800" marT="12700" marB="12700" anchor="ctr">
                    <a:solidFill>
                      <a:srgbClr val="DBF1F7"/>
                    </a:solidFill>
                  </a:tcPr>
                </a:tc>
                <a:tc>
                  <a:txBody>
                    <a:bodyPr/>
                    <a:lstStyle/>
                    <a:p>
                      <a:pPr algn="l">
                        <a:lnSpc>
                          <a:spcPct val="96000"/>
                        </a:lnSpc>
                      </a:pPr>
                      <a:r>
                        <a:rPr sz="919" b="0">
                          <a:solidFill>
                            <a:srgbClr val="232323"/>
                          </a:solidFill>
                        </a:rPr>
                        <a:t>FAQ・ガイドの整備／代表エラーの選定</a:t>
                      </a:r>
                    </a:p>
                  </a:txBody>
                  <a:tcPr marL="50800" marR="50800" marT="12700" marB="12700" anchor="ctr">
                    <a:solidFill>
                      <a:srgbClr val="F8FDFA"/>
                    </a:solidFill>
                  </a:tcPr>
                </a:tc>
                <a:extLst>
                  <a:ext uri="{0D108BD9-81ED-4DB2-BD59-A6C34878D82A}">
                    <a16:rowId xmlns:a16="http://schemas.microsoft.com/office/drawing/2014/main" val="10002"/>
                  </a:ext>
                </a:extLst>
              </a:tr>
              <a:tr h="384048">
                <a:tc>
                  <a:txBody>
                    <a:bodyPr/>
                    <a:lstStyle/>
                    <a:p>
                      <a:pPr algn="ctr">
                        <a:lnSpc>
                          <a:spcPct val="96000"/>
                        </a:lnSpc>
                      </a:pPr>
                      <a:r>
                        <a:rPr sz="1089" b="1">
                          <a:solidFill>
                            <a:srgbClr val="1B5C80"/>
                          </a:solidFill>
                        </a:rPr>
                        <a:t>チーム3</a:t>
                      </a:r>
                    </a:p>
                  </a:txBody>
                  <a:tcPr marL="50800" marR="50800" marT="12700" marB="12700" anchor="ctr">
                    <a:solidFill>
                      <a:srgbClr val="FFFFFF"/>
                    </a:solidFill>
                  </a:tcPr>
                </a:tc>
                <a:tc>
                  <a:txBody>
                    <a:bodyPr/>
                    <a:lstStyle/>
                    <a:p>
                      <a:pPr algn="l">
                        <a:lnSpc>
                          <a:spcPct val="96000"/>
                        </a:lnSpc>
                      </a:pPr>
                      <a:r>
                        <a:rPr sz="919" b="1">
                          <a:solidFill>
                            <a:srgbClr val="232323"/>
                          </a:solidFill>
                        </a:rPr>
                        <a:t>営業データ統合とリスク分析・訪問前サマリ</a:t>
                      </a:r>
                    </a:p>
                  </a:txBody>
                  <a:tcPr marL="50800" marR="50800" marT="12700" marB="12700" anchor="ctr">
                    <a:solidFill>
                      <a:srgbClr val="FFFFFF"/>
                    </a:solidFill>
                  </a:tcPr>
                </a:tc>
                <a:tc>
                  <a:txBody>
                    <a:bodyPr/>
                    <a:lstStyle/>
                    <a:p>
                      <a:pPr algn="l">
                        <a:lnSpc>
                          <a:spcPct val="96000"/>
                        </a:lnSpc>
                      </a:pPr>
                      <a:endParaRPr/>
                    </a:p>
                  </a:txBody>
                  <a:tcPr marL="50800" marR="50800" marT="12700" marB="12700" anchor="ctr">
                    <a:solidFill>
                      <a:srgbClr val="FFFFFF"/>
                    </a:solidFill>
                  </a:tcPr>
                </a:tc>
                <a:tc>
                  <a:txBody>
                    <a:bodyPr/>
                    <a:lstStyle/>
                    <a:p>
                      <a:pPr algn="ctr">
                        <a:lnSpc>
                          <a:spcPct val="96000"/>
                        </a:lnSpc>
                      </a:pPr>
                      <a:r>
                        <a:rPr sz="1270" b="1">
                          <a:solidFill>
                            <a:srgbClr val="232323"/>
                          </a:solidFill>
                        </a:rPr>
                        <a:t>B</a:t>
                      </a:r>
                    </a:p>
                  </a:txBody>
                  <a:tcPr marL="50800" marR="50800" marT="12700" marB="12700" anchor="ctr">
                    <a:solidFill>
                      <a:srgbClr val="E7E8F8"/>
                    </a:solidFill>
                  </a:tcPr>
                </a:tc>
                <a:tc>
                  <a:txBody>
                    <a:bodyPr/>
                    <a:lstStyle/>
                    <a:p>
                      <a:pPr algn="ctr">
                        <a:lnSpc>
                          <a:spcPct val="96000"/>
                        </a:lnSpc>
                      </a:pPr>
                      <a:r>
                        <a:rPr sz="1270" b="1">
                          <a:solidFill>
                            <a:srgbClr val="232323"/>
                          </a:solidFill>
                        </a:rPr>
                        <a:t>4</a:t>
                      </a:r>
                    </a:p>
                  </a:txBody>
                  <a:tcPr marL="50800" marR="50800" marT="12700" marB="12700" anchor="ctr">
                    <a:solidFill>
                      <a:srgbClr val="FAE5E3"/>
                    </a:solidFill>
                  </a:tcPr>
                </a:tc>
                <a:tc>
                  <a:txBody>
                    <a:bodyPr/>
                    <a:lstStyle/>
                    <a:p>
                      <a:pPr algn="ctr">
                        <a:lnSpc>
                          <a:spcPct val="96000"/>
                        </a:lnSpc>
                      </a:pPr>
                      <a:r>
                        <a:rPr sz="919" b="1">
                          <a:solidFill>
                            <a:srgbClr val="232323"/>
                          </a:solidFill>
                        </a:rPr>
                        <a:t>△回避可</a:t>
                      </a:r>
                    </a:p>
                  </a:txBody>
                  <a:tcPr marL="50800" marR="50800" marT="12700" marB="12700" anchor="ctr">
                    <a:solidFill>
                      <a:srgbClr val="E7E8F8"/>
                    </a:solidFill>
                  </a:tcPr>
                </a:tc>
                <a:tc>
                  <a:txBody>
                    <a:bodyPr/>
                    <a:lstStyle/>
                    <a:p>
                      <a:pPr algn="l">
                        <a:lnSpc>
                          <a:spcPct val="96000"/>
                        </a:lnSpc>
                      </a:pPr>
                      <a:r>
                        <a:rPr sz="919" b="0">
                          <a:solidFill>
                            <a:srgbClr val="232323"/>
                          </a:solidFill>
                        </a:rPr>
                        <a:t>外部Webは手動取得＋SharePoint格納で回避可／営業データのマスキング有無は要確認（手動マスキングで回避可）</a:t>
                      </a:r>
                    </a:p>
                  </a:txBody>
                  <a:tcPr marL="50800" marR="50800" marT="12700" marB="12700" anchor="ctr">
                    <a:solidFill>
                      <a:srgbClr val="FFFFFF"/>
                    </a:solidFill>
                  </a:tcPr>
                </a:tc>
                <a:extLst>
                  <a:ext uri="{0D108BD9-81ED-4DB2-BD59-A6C34878D82A}">
                    <a16:rowId xmlns:a16="http://schemas.microsoft.com/office/drawing/2014/main" val="10003"/>
                  </a:ext>
                </a:extLst>
              </a:tr>
              <a:tr h="384048">
                <a:tc>
                  <a:txBody>
                    <a:bodyPr/>
                    <a:lstStyle/>
                    <a:p>
                      <a:pPr algn="ctr">
                        <a:lnSpc>
                          <a:spcPct val="96000"/>
                        </a:lnSpc>
                      </a:pPr>
                      <a:r>
                        <a:rPr sz="1089" b="1">
                          <a:solidFill>
                            <a:srgbClr val="1B5C80"/>
                          </a:solidFill>
                        </a:rPr>
                        <a:t>チーム4</a:t>
                      </a:r>
                    </a:p>
                  </a:txBody>
                  <a:tcPr marL="50800" marR="50800" marT="12700" marB="12700" anchor="ctr">
                    <a:solidFill>
                      <a:srgbClr val="F8FDFA"/>
                    </a:solidFill>
                  </a:tcPr>
                </a:tc>
                <a:tc>
                  <a:txBody>
                    <a:bodyPr/>
                    <a:lstStyle/>
                    <a:p>
                      <a:pPr algn="l">
                        <a:lnSpc>
                          <a:spcPct val="96000"/>
                        </a:lnSpc>
                      </a:pPr>
                      <a:r>
                        <a:rPr sz="919" b="1">
                          <a:solidFill>
                            <a:srgbClr val="232323"/>
                          </a:solidFill>
                        </a:rPr>
                        <a:t>市場調査・企業分析・アイデア出しの自動化</a:t>
                      </a:r>
                    </a:p>
                  </a:txBody>
                  <a:tcPr marL="50800" marR="50800" marT="12700" marB="12700" anchor="ctr">
                    <a:solidFill>
                      <a:srgbClr val="F8FDFA"/>
                    </a:solidFill>
                  </a:tcPr>
                </a:tc>
                <a:tc>
                  <a:txBody>
                    <a:bodyPr/>
                    <a:lstStyle/>
                    <a:p>
                      <a:pPr algn="l">
                        <a:lnSpc>
                          <a:spcPct val="96000"/>
                        </a:lnSpc>
                      </a:pPr>
                      <a:endParaRPr/>
                    </a:p>
                  </a:txBody>
                  <a:tcPr marL="50800" marR="50800" marT="12700" marB="12700" anchor="ctr">
                    <a:solidFill>
                      <a:srgbClr val="F8FDFA"/>
                    </a:solidFill>
                  </a:tcPr>
                </a:tc>
                <a:tc>
                  <a:txBody>
                    <a:bodyPr/>
                    <a:lstStyle/>
                    <a:p>
                      <a:pPr algn="ctr">
                        <a:lnSpc>
                          <a:spcPct val="96000"/>
                        </a:lnSpc>
                      </a:pPr>
                      <a:r>
                        <a:rPr sz="1270" b="1">
                          <a:solidFill>
                            <a:srgbClr val="232323"/>
                          </a:solidFill>
                        </a:rPr>
                        <a:t>C</a:t>
                      </a:r>
                    </a:p>
                  </a:txBody>
                  <a:tcPr marL="50800" marR="50800" marT="12700" marB="12700" anchor="ctr">
                    <a:solidFill>
                      <a:srgbClr val="FAE5E3"/>
                    </a:solidFill>
                  </a:tcPr>
                </a:tc>
                <a:tc>
                  <a:txBody>
                    <a:bodyPr/>
                    <a:lstStyle/>
                    <a:p>
                      <a:pPr algn="ctr">
                        <a:lnSpc>
                          <a:spcPct val="96000"/>
                        </a:lnSpc>
                      </a:pPr>
                      <a:r>
                        <a:rPr sz="1270" b="1">
                          <a:solidFill>
                            <a:srgbClr val="232323"/>
                          </a:solidFill>
                        </a:rPr>
                        <a:t>-</a:t>
                      </a:r>
                    </a:p>
                  </a:txBody>
                  <a:tcPr marL="50800" marR="50800" marT="12700" marB="12700" anchor="ctr">
                    <a:solidFill>
                      <a:srgbClr val="D0D4D7"/>
                    </a:solidFill>
                  </a:tcPr>
                </a:tc>
                <a:tc>
                  <a:txBody>
                    <a:bodyPr/>
                    <a:lstStyle/>
                    <a:p>
                      <a:pPr algn="ctr">
                        <a:lnSpc>
                          <a:spcPct val="96000"/>
                        </a:lnSpc>
                      </a:pPr>
                      <a:r>
                        <a:rPr sz="919" b="1">
                          <a:solidFill>
                            <a:srgbClr val="232323"/>
                          </a:solidFill>
                        </a:rPr>
                        <a:t>×</a:t>
                      </a:r>
                    </a:p>
                  </a:txBody>
                  <a:tcPr marL="50800" marR="50800" marT="12700" marB="12700" anchor="ctr">
                    <a:solidFill>
                      <a:srgbClr val="FAE5E3"/>
                    </a:solidFill>
                  </a:tcPr>
                </a:tc>
                <a:tc>
                  <a:txBody>
                    <a:bodyPr/>
                    <a:lstStyle/>
                    <a:p>
                      <a:pPr algn="l">
                        <a:lnSpc>
                          <a:spcPct val="96000"/>
                        </a:lnSpc>
                      </a:pPr>
                      <a:r>
                        <a:rPr sz="919" b="0" dirty="0" err="1">
                          <a:solidFill>
                            <a:srgbClr val="232323"/>
                          </a:solidFill>
                        </a:rPr>
                        <a:t>現行案の中核が外部Web参照／代替ユースケースが未確定</a:t>
                      </a:r>
                      <a:r>
                        <a:rPr lang="ja-JP" altLang="en-US" sz="919" b="0" dirty="0">
                          <a:solidFill>
                            <a:srgbClr val="232323"/>
                          </a:solidFill>
                        </a:rPr>
                        <a:t>。企画の再設計中。</a:t>
                      </a:r>
                      <a:endParaRPr sz="919" b="0" dirty="0">
                        <a:solidFill>
                          <a:srgbClr val="232323"/>
                        </a:solidFill>
                      </a:endParaRPr>
                    </a:p>
                  </a:txBody>
                  <a:tcPr marL="50800" marR="50800" marT="12700" marB="12700" anchor="ctr">
                    <a:solidFill>
                      <a:srgbClr val="F8FDFA"/>
                    </a:solidFill>
                  </a:tcPr>
                </a:tc>
                <a:extLst>
                  <a:ext uri="{0D108BD9-81ED-4DB2-BD59-A6C34878D82A}">
                    <a16:rowId xmlns:a16="http://schemas.microsoft.com/office/drawing/2014/main" val="10004"/>
                  </a:ext>
                </a:extLst>
              </a:tr>
              <a:tr h="384048">
                <a:tc>
                  <a:txBody>
                    <a:bodyPr/>
                    <a:lstStyle/>
                    <a:p>
                      <a:pPr algn="ctr">
                        <a:lnSpc>
                          <a:spcPct val="96000"/>
                        </a:lnSpc>
                      </a:pPr>
                      <a:r>
                        <a:rPr sz="1089" b="1">
                          <a:solidFill>
                            <a:srgbClr val="1B5C80"/>
                          </a:solidFill>
                        </a:rPr>
                        <a:t>チーム5</a:t>
                      </a:r>
                    </a:p>
                  </a:txBody>
                  <a:tcPr marL="50800" marR="50800" marT="12700" marB="12700" anchor="ctr">
                    <a:solidFill>
                      <a:srgbClr val="FFFFFF"/>
                    </a:solidFill>
                  </a:tcPr>
                </a:tc>
                <a:tc>
                  <a:txBody>
                    <a:bodyPr/>
                    <a:lstStyle/>
                    <a:p>
                      <a:pPr algn="l">
                        <a:lnSpc>
                          <a:spcPct val="96000"/>
                        </a:lnSpc>
                      </a:pPr>
                      <a:r>
                        <a:rPr sz="919" b="1">
                          <a:solidFill>
                            <a:srgbClr val="232323"/>
                          </a:solidFill>
                        </a:rPr>
                        <a:t>依頼事項の登録・通知・回答集約・リマインド</a:t>
                      </a:r>
                    </a:p>
                  </a:txBody>
                  <a:tcPr marL="50800" marR="50800" marT="12700" marB="12700" anchor="ctr">
                    <a:solidFill>
                      <a:srgbClr val="FFFFFF"/>
                    </a:solidFill>
                  </a:tcPr>
                </a:tc>
                <a:tc>
                  <a:txBody>
                    <a:bodyPr/>
                    <a:lstStyle/>
                    <a:p>
                      <a:pPr algn="l">
                        <a:lnSpc>
                          <a:spcPct val="96000"/>
                        </a:lnSpc>
                      </a:pPr>
                      <a:endParaRPr/>
                    </a:p>
                  </a:txBody>
                  <a:tcPr marL="50800" marR="50800" marT="12700" marB="12700" anchor="ctr">
                    <a:solidFill>
                      <a:srgbClr val="FFFFFF"/>
                    </a:solidFill>
                  </a:tcPr>
                </a:tc>
                <a:tc>
                  <a:txBody>
                    <a:bodyPr/>
                    <a:lstStyle/>
                    <a:p>
                      <a:pPr algn="ctr">
                        <a:lnSpc>
                          <a:spcPct val="96000"/>
                        </a:lnSpc>
                      </a:pPr>
                      <a:r>
                        <a:rPr sz="1270" b="1">
                          <a:solidFill>
                            <a:srgbClr val="232323"/>
                          </a:solidFill>
                        </a:rPr>
                        <a:t>A</a:t>
                      </a:r>
                    </a:p>
                  </a:txBody>
                  <a:tcPr marL="50800" marR="50800" marT="12700" marB="12700" anchor="ctr">
                    <a:solidFill>
                      <a:srgbClr val="DBF1F7"/>
                    </a:solidFill>
                  </a:tcPr>
                </a:tc>
                <a:tc>
                  <a:txBody>
                    <a:bodyPr/>
                    <a:lstStyle/>
                    <a:p>
                      <a:pPr algn="ctr">
                        <a:lnSpc>
                          <a:spcPct val="96000"/>
                        </a:lnSpc>
                      </a:pPr>
                      <a:r>
                        <a:rPr sz="1270" b="1">
                          <a:solidFill>
                            <a:srgbClr val="232323"/>
                          </a:solidFill>
                        </a:rPr>
                        <a:t>3</a:t>
                      </a:r>
                    </a:p>
                  </a:txBody>
                  <a:tcPr marL="50800" marR="50800" marT="12700" marB="12700" anchor="ctr">
                    <a:solidFill>
                      <a:srgbClr val="E7E8F8"/>
                    </a:solidFill>
                  </a:tcPr>
                </a:tc>
                <a:tc>
                  <a:txBody>
                    <a:bodyPr/>
                    <a:lstStyle/>
                    <a:p>
                      <a:pPr algn="ctr">
                        <a:lnSpc>
                          <a:spcPct val="96000"/>
                        </a:lnSpc>
                      </a:pPr>
                      <a:r>
                        <a:rPr sz="919" b="1">
                          <a:solidFill>
                            <a:srgbClr val="232323"/>
                          </a:solidFill>
                        </a:rPr>
                        <a:t>△回避可</a:t>
                      </a:r>
                    </a:p>
                  </a:txBody>
                  <a:tcPr marL="50800" marR="50800" marT="12700" marB="12700" anchor="ctr">
                    <a:solidFill>
                      <a:srgbClr val="E7E8F8"/>
                    </a:solidFill>
                  </a:tcPr>
                </a:tc>
                <a:tc>
                  <a:txBody>
                    <a:bodyPr/>
                    <a:lstStyle/>
                    <a:p>
                      <a:pPr algn="l">
                        <a:lnSpc>
                          <a:spcPct val="96000"/>
                        </a:lnSpc>
                      </a:pPr>
                      <a:r>
                        <a:rPr sz="919" b="0">
                          <a:solidFill>
                            <a:srgbClr val="232323"/>
                          </a:solidFill>
                        </a:rPr>
                        <a:t>リマインドの自動起動が論点／人起点またはエージェント経由で回避可</a:t>
                      </a:r>
                    </a:p>
                  </a:txBody>
                  <a:tcPr marL="50800" marR="50800" marT="12700" marB="12700" anchor="ctr">
                    <a:solidFill>
                      <a:srgbClr val="FFFFFF"/>
                    </a:solidFill>
                  </a:tcPr>
                </a:tc>
                <a:extLst>
                  <a:ext uri="{0D108BD9-81ED-4DB2-BD59-A6C34878D82A}">
                    <a16:rowId xmlns:a16="http://schemas.microsoft.com/office/drawing/2014/main" val="10005"/>
                  </a:ext>
                </a:extLst>
              </a:tr>
              <a:tr h="384048">
                <a:tc>
                  <a:txBody>
                    <a:bodyPr/>
                    <a:lstStyle/>
                    <a:p>
                      <a:pPr algn="ctr">
                        <a:lnSpc>
                          <a:spcPct val="96000"/>
                        </a:lnSpc>
                      </a:pPr>
                      <a:r>
                        <a:rPr sz="1089" b="1">
                          <a:solidFill>
                            <a:srgbClr val="1B5C80"/>
                          </a:solidFill>
                        </a:rPr>
                        <a:t>チーム6</a:t>
                      </a:r>
                    </a:p>
                  </a:txBody>
                  <a:tcPr marL="50800" marR="50800" marT="12700" marB="12700" anchor="ctr">
                    <a:solidFill>
                      <a:srgbClr val="F8FDFA"/>
                    </a:solidFill>
                  </a:tcPr>
                </a:tc>
                <a:tc>
                  <a:txBody>
                    <a:bodyPr/>
                    <a:lstStyle/>
                    <a:p>
                      <a:pPr algn="l">
                        <a:lnSpc>
                          <a:spcPct val="96000"/>
                        </a:lnSpc>
                      </a:pPr>
                      <a:r>
                        <a:rPr sz="919" b="1">
                          <a:solidFill>
                            <a:srgbClr val="232323"/>
                          </a:solidFill>
                        </a:rPr>
                        <a:t>月次フォーキャスト会議の資料作成と会議招集</a:t>
                      </a:r>
                    </a:p>
                  </a:txBody>
                  <a:tcPr marL="50800" marR="50800" marT="12700" marB="12700" anchor="ctr">
                    <a:solidFill>
                      <a:srgbClr val="F8FDFA"/>
                    </a:solidFill>
                  </a:tcPr>
                </a:tc>
                <a:tc>
                  <a:txBody>
                    <a:bodyPr/>
                    <a:lstStyle/>
                    <a:p>
                      <a:pPr algn="l">
                        <a:lnSpc>
                          <a:spcPct val="96000"/>
                        </a:lnSpc>
                      </a:pPr>
                      <a:endParaRPr/>
                    </a:p>
                  </a:txBody>
                  <a:tcPr marL="50800" marR="50800" marT="12700" marB="12700" anchor="ctr">
                    <a:solidFill>
                      <a:srgbClr val="F8FDFA"/>
                    </a:solidFill>
                  </a:tcPr>
                </a:tc>
                <a:tc>
                  <a:txBody>
                    <a:bodyPr/>
                    <a:lstStyle/>
                    <a:p>
                      <a:pPr algn="ctr">
                        <a:lnSpc>
                          <a:spcPct val="96000"/>
                        </a:lnSpc>
                      </a:pPr>
                      <a:r>
                        <a:rPr sz="1270" b="1">
                          <a:solidFill>
                            <a:srgbClr val="232323"/>
                          </a:solidFill>
                        </a:rPr>
                        <a:t>B</a:t>
                      </a:r>
                    </a:p>
                  </a:txBody>
                  <a:tcPr marL="50800" marR="50800" marT="12700" marB="12700" anchor="ctr">
                    <a:solidFill>
                      <a:srgbClr val="E7E8F8"/>
                    </a:solidFill>
                  </a:tcPr>
                </a:tc>
                <a:tc>
                  <a:txBody>
                    <a:bodyPr/>
                    <a:lstStyle/>
                    <a:p>
                      <a:pPr algn="ctr">
                        <a:lnSpc>
                          <a:spcPct val="96000"/>
                        </a:lnSpc>
                      </a:pPr>
                      <a:r>
                        <a:rPr sz="1270" b="1">
                          <a:solidFill>
                            <a:srgbClr val="232323"/>
                          </a:solidFill>
                        </a:rPr>
                        <a:t>4</a:t>
                      </a:r>
                    </a:p>
                  </a:txBody>
                  <a:tcPr marL="50800" marR="50800" marT="12700" marB="12700" anchor="ctr">
                    <a:solidFill>
                      <a:srgbClr val="FAE5E3"/>
                    </a:solidFill>
                  </a:tcPr>
                </a:tc>
                <a:tc>
                  <a:txBody>
                    <a:bodyPr/>
                    <a:lstStyle/>
                    <a:p>
                      <a:pPr algn="ctr">
                        <a:lnSpc>
                          <a:spcPct val="96000"/>
                        </a:lnSpc>
                      </a:pPr>
                      <a:r>
                        <a:rPr sz="919" b="1">
                          <a:solidFill>
                            <a:srgbClr val="232323"/>
                          </a:solidFill>
                        </a:rPr>
                        <a:t>△回避可</a:t>
                      </a:r>
                    </a:p>
                  </a:txBody>
                  <a:tcPr marL="50800" marR="50800" marT="12700" marB="12700" anchor="ctr">
                    <a:solidFill>
                      <a:srgbClr val="E7E8F8"/>
                    </a:solidFill>
                  </a:tcPr>
                </a:tc>
                <a:tc>
                  <a:txBody>
                    <a:bodyPr/>
                    <a:lstStyle/>
                    <a:p>
                      <a:pPr algn="l">
                        <a:lnSpc>
                          <a:spcPct val="96000"/>
                        </a:lnSpc>
                      </a:pPr>
                      <a:r>
                        <a:rPr sz="919" b="0">
                          <a:solidFill>
                            <a:srgbClr val="232323"/>
                          </a:solidFill>
                        </a:rPr>
                        <a:t>月次自動実行・ファイル保管が論点／人起点のMVPで回避可</a:t>
                      </a:r>
                    </a:p>
                  </a:txBody>
                  <a:tcPr marL="50800" marR="50800" marT="12700" marB="12700" anchor="ctr">
                    <a:solidFill>
                      <a:srgbClr val="F8FDFA"/>
                    </a:solidFill>
                  </a:tcPr>
                </a:tc>
                <a:extLst>
                  <a:ext uri="{0D108BD9-81ED-4DB2-BD59-A6C34878D82A}">
                    <a16:rowId xmlns:a16="http://schemas.microsoft.com/office/drawing/2014/main" val="10006"/>
                  </a:ext>
                </a:extLst>
              </a:tr>
              <a:tr h="384048">
                <a:tc>
                  <a:txBody>
                    <a:bodyPr/>
                    <a:lstStyle/>
                    <a:p>
                      <a:pPr algn="ctr">
                        <a:lnSpc>
                          <a:spcPct val="96000"/>
                        </a:lnSpc>
                      </a:pPr>
                      <a:r>
                        <a:rPr sz="1089" b="1">
                          <a:solidFill>
                            <a:srgbClr val="1B5C80"/>
                          </a:solidFill>
                        </a:rPr>
                        <a:t>チーム7</a:t>
                      </a:r>
                    </a:p>
                  </a:txBody>
                  <a:tcPr marL="50800" marR="50800" marT="12700" marB="12700" anchor="ctr">
                    <a:solidFill>
                      <a:srgbClr val="FFFFFF"/>
                    </a:solidFill>
                  </a:tcPr>
                </a:tc>
                <a:tc>
                  <a:txBody>
                    <a:bodyPr/>
                    <a:lstStyle/>
                    <a:p>
                      <a:pPr algn="l">
                        <a:lnSpc>
                          <a:spcPct val="96000"/>
                        </a:lnSpc>
                      </a:pPr>
                      <a:r>
                        <a:rPr sz="919" b="1">
                          <a:solidFill>
                            <a:srgbClr val="232323"/>
                          </a:solidFill>
                        </a:rPr>
                        <a:t>請求と関連データの照合・不整合チェック</a:t>
                      </a:r>
                    </a:p>
                  </a:txBody>
                  <a:tcPr marL="50800" marR="50800" marT="12700" marB="12700" anchor="ctr">
                    <a:solidFill>
                      <a:srgbClr val="FFFFFF"/>
                    </a:solidFill>
                  </a:tcPr>
                </a:tc>
                <a:tc>
                  <a:txBody>
                    <a:bodyPr/>
                    <a:lstStyle/>
                    <a:p>
                      <a:pPr algn="l">
                        <a:lnSpc>
                          <a:spcPct val="96000"/>
                        </a:lnSpc>
                      </a:pPr>
                      <a:endParaRPr/>
                    </a:p>
                  </a:txBody>
                  <a:tcPr marL="50800" marR="50800" marT="12700" marB="12700" anchor="ctr">
                    <a:solidFill>
                      <a:srgbClr val="FFFFFF"/>
                    </a:solidFill>
                  </a:tcPr>
                </a:tc>
                <a:tc>
                  <a:txBody>
                    <a:bodyPr/>
                    <a:lstStyle/>
                    <a:p>
                      <a:pPr algn="ctr">
                        <a:lnSpc>
                          <a:spcPct val="96000"/>
                        </a:lnSpc>
                      </a:pPr>
                      <a:r>
                        <a:rPr sz="1270" b="1">
                          <a:solidFill>
                            <a:srgbClr val="232323"/>
                          </a:solidFill>
                        </a:rPr>
                        <a:t>S</a:t>
                      </a:r>
                    </a:p>
                  </a:txBody>
                  <a:tcPr marL="50800" marR="50800" marT="12700" marB="12700" anchor="ctr">
                    <a:solidFill>
                      <a:srgbClr val="A6E2F3"/>
                    </a:solidFill>
                  </a:tcPr>
                </a:tc>
                <a:tc>
                  <a:txBody>
                    <a:bodyPr/>
                    <a:lstStyle/>
                    <a:p>
                      <a:pPr algn="ctr">
                        <a:lnSpc>
                          <a:spcPct val="96000"/>
                        </a:lnSpc>
                      </a:pPr>
                      <a:r>
                        <a:rPr sz="1270" b="1">
                          <a:solidFill>
                            <a:srgbClr val="232323"/>
                          </a:solidFill>
                        </a:rPr>
                        <a:t>3</a:t>
                      </a:r>
                    </a:p>
                  </a:txBody>
                  <a:tcPr marL="50800" marR="50800" marT="12700" marB="12700" anchor="ctr">
                    <a:solidFill>
                      <a:srgbClr val="E7E8F8"/>
                    </a:solidFill>
                  </a:tcPr>
                </a:tc>
                <a:tc>
                  <a:txBody>
                    <a:bodyPr/>
                    <a:lstStyle/>
                    <a:p>
                      <a:pPr algn="ctr">
                        <a:lnSpc>
                          <a:spcPct val="96000"/>
                        </a:lnSpc>
                      </a:pPr>
                      <a:r>
                        <a:rPr sz="919" b="1">
                          <a:solidFill>
                            <a:srgbClr val="232323"/>
                          </a:solidFill>
                        </a:rPr>
                        <a:t>○</a:t>
                      </a:r>
                    </a:p>
                  </a:txBody>
                  <a:tcPr marL="50800" marR="50800" marT="12700" marB="12700" anchor="ctr">
                    <a:solidFill>
                      <a:srgbClr val="DBF1F7"/>
                    </a:solidFill>
                  </a:tcPr>
                </a:tc>
                <a:tc>
                  <a:txBody>
                    <a:bodyPr/>
                    <a:lstStyle/>
                    <a:p>
                      <a:pPr algn="l">
                        <a:lnSpc>
                          <a:spcPct val="96000"/>
                        </a:lnSpc>
                      </a:pPr>
                      <a:r>
                        <a:rPr sz="919" b="0">
                          <a:solidFill>
                            <a:srgbClr val="232323"/>
                          </a:solidFill>
                        </a:rPr>
                        <a:t>ファイル命名規則の維持／判定基準の固定化</a:t>
                      </a:r>
                    </a:p>
                  </a:txBody>
                  <a:tcPr marL="50800" marR="50800" marT="12700" marB="12700" anchor="ctr">
                    <a:solidFill>
                      <a:srgbClr val="FFFFFF"/>
                    </a:solidFill>
                  </a:tcPr>
                </a:tc>
                <a:extLst>
                  <a:ext uri="{0D108BD9-81ED-4DB2-BD59-A6C34878D82A}">
                    <a16:rowId xmlns:a16="http://schemas.microsoft.com/office/drawing/2014/main" val="10007"/>
                  </a:ext>
                </a:extLst>
              </a:tr>
              <a:tr h="384048">
                <a:tc>
                  <a:txBody>
                    <a:bodyPr/>
                    <a:lstStyle/>
                    <a:p>
                      <a:pPr algn="ctr">
                        <a:lnSpc>
                          <a:spcPct val="96000"/>
                        </a:lnSpc>
                      </a:pPr>
                      <a:r>
                        <a:rPr sz="1089" b="1">
                          <a:solidFill>
                            <a:srgbClr val="1B5C80"/>
                          </a:solidFill>
                        </a:rPr>
                        <a:t>チーム8</a:t>
                      </a:r>
                    </a:p>
                  </a:txBody>
                  <a:tcPr marL="50800" marR="50800" marT="12700" marB="12700" anchor="ctr">
                    <a:solidFill>
                      <a:srgbClr val="F8FDFA"/>
                    </a:solidFill>
                  </a:tcPr>
                </a:tc>
                <a:tc>
                  <a:txBody>
                    <a:bodyPr/>
                    <a:lstStyle/>
                    <a:p>
                      <a:pPr algn="l">
                        <a:lnSpc>
                          <a:spcPct val="96000"/>
                        </a:lnSpc>
                      </a:pPr>
                      <a:r>
                        <a:rPr sz="919" b="1">
                          <a:solidFill>
                            <a:srgbClr val="232323"/>
                          </a:solidFill>
                        </a:rPr>
                        <a:t>会議調整・タスク抽出・レビュー観点の蓄積</a:t>
                      </a:r>
                    </a:p>
                  </a:txBody>
                  <a:tcPr marL="50800" marR="50800" marT="12700" marB="12700" anchor="ctr">
                    <a:solidFill>
                      <a:srgbClr val="F8FDFA"/>
                    </a:solidFill>
                  </a:tcPr>
                </a:tc>
                <a:tc>
                  <a:txBody>
                    <a:bodyPr/>
                    <a:lstStyle/>
                    <a:p>
                      <a:pPr algn="l">
                        <a:lnSpc>
                          <a:spcPct val="96000"/>
                        </a:lnSpc>
                      </a:pPr>
                      <a:endParaRPr/>
                    </a:p>
                  </a:txBody>
                  <a:tcPr marL="50800" marR="50800" marT="12700" marB="12700" anchor="ctr">
                    <a:solidFill>
                      <a:srgbClr val="F8FDFA"/>
                    </a:solidFill>
                  </a:tcPr>
                </a:tc>
                <a:tc>
                  <a:txBody>
                    <a:bodyPr/>
                    <a:lstStyle/>
                    <a:p>
                      <a:pPr algn="ctr">
                        <a:lnSpc>
                          <a:spcPct val="96000"/>
                        </a:lnSpc>
                      </a:pPr>
                      <a:r>
                        <a:rPr sz="1270" b="1">
                          <a:solidFill>
                            <a:srgbClr val="232323"/>
                          </a:solidFill>
                        </a:rPr>
                        <a:t>B</a:t>
                      </a:r>
                    </a:p>
                  </a:txBody>
                  <a:tcPr marL="50800" marR="50800" marT="12700" marB="12700" anchor="ctr">
                    <a:solidFill>
                      <a:srgbClr val="E7E8F8"/>
                    </a:solidFill>
                  </a:tcPr>
                </a:tc>
                <a:tc>
                  <a:txBody>
                    <a:bodyPr/>
                    <a:lstStyle/>
                    <a:p>
                      <a:pPr algn="ctr">
                        <a:lnSpc>
                          <a:spcPct val="96000"/>
                        </a:lnSpc>
                      </a:pPr>
                      <a:r>
                        <a:rPr sz="1270" b="1">
                          <a:solidFill>
                            <a:srgbClr val="232323"/>
                          </a:solidFill>
                        </a:rPr>
                        <a:t>4</a:t>
                      </a:r>
                    </a:p>
                  </a:txBody>
                  <a:tcPr marL="50800" marR="50800" marT="12700" marB="12700" anchor="ctr">
                    <a:solidFill>
                      <a:srgbClr val="FAE5E3"/>
                    </a:solidFill>
                  </a:tcPr>
                </a:tc>
                <a:tc>
                  <a:txBody>
                    <a:bodyPr/>
                    <a:lstStyle/>
                    <a:p>
                      <a:pPr algn="ctr">
                        <a:lnSpc>
                          <a:spcPct val="96000"/>
                        </a:lnSpc>
                      </a:pPr>
                      <a:r>
                        <a:rPr sz="919" b="1">
                          <a:solidFill>
                            <a:srgbClr val="232323"/>
                          </a:solidFill>
                        </a:rPr>
                        <a:t>△確認要</a:t>
                      </a:r>
                    </a:p>
                  </a:txBody>
                  <a:tcPr marL="50800" marR="50800" marT="12700" marB="12700" anchor="ctr">
                    <a:solidFill>
                      <a:srgbClr val="E7E8F8"/>
                    </a:solidFill>
                  </a:tcPr>
                </a:tc>
                <a:tc>
                  <a:txBody>
                    <a:bodyPr/>
                    <a:lstStyle/>
                    <a:p>
                      <a:pPr algn="l">
                        <a:lnSpc>
                          <a:spcPct val="96000"/>
                        </a:lnSpc>
                      </a:pPr>
                      <a:r>
                        <a:rPr sz="919" b="0">
                          <a:solidFill>
                            <a:srgbClr val="232323"/>
                          </a:solidFill>
                        </a:rPr>
                        <a:t>予定表・会議室・メール参照に含まれる個人情報の可否（事務局確認）</a:t>
                      </a:r>
                    </a:p>
                  </a:txBody>
                  <a:tcPr marL="50800" marR="50800" marT="12700" marB="12700" anchor="ctr">
                    <a:solidFill>
                      <a:srgbClr val="F8FDFA"/>
                    </a:solidFill>
                  </a:tcPr>
                </a:tc>
                <a:extLst>
                  <a:ext uri="{0D108BD9-81ED-4DB2-BD59-A6C34878D82A}">
                    <a16:rowId xmlns:a16="http://schemas.microsoft.com/office/drawing/2014/main" val="10008"/>
                  </a:ext>
                </a:extLst>
              </a:tr>
              <a:tr h="384048">
                <a:tc>
                  <a:txBody>
                    <a:bodyPr/>
                    <a:lstStyle/>
                    <a:p>
                      <a:pPr algn="ctr">
                        <a:lnSpc>
                          <a:spcPct val="96000"/>
                        </a:lnSpc>
                      </a:pPr>
                      <a:r>
                        <a:rPr sz="1089" b="1">
                          <a:solidFill>
                            <a:srgbClr val="1B5C80"/>
                          </a:solidFill>
                        </a:rPr>
                        <a:t>チーム9</a:t>
                      </a:r>
                    </a:p>
                  </a:txBody>
                  <a:tcPr marL="50800" marR="50800" marT="12700" marB="12700" anchor="ctr">
                    <a:solidFill>
                      <a:srgbClr val="FFFFFF"/>
                    </a:solidFill>
                  </a:tcPr>
                </a:tc>
                <a:tc>
                  <a:txBody>
                    <a:bodyPr/>
                    <a:lstStyle/>
                    <a:p>
                      <a:pPr algn="l">
                        <a:lnSpc>
                          <a:spcPct val="96000"/>
                        </a:lnSpc>
                      </a:pPr>
                      <a:r>
                        <a:rPr sz="919" b="1">
                          <a:solidFill>
                            <a:srgbClr val="232323"/>
                          </a:solidFill>
                        </a:rPr>
                        <a:t>レビュー対象の一覧化・依頼・完了確認</a:t>
                      </a:r>
                    </a:p>
                  </a:txBody>
                  <a:tcPr marL="50800" marR="50800" marT="12700" marB="12700" anchor="ctr">
                    <a:solidFill>
                      <a:srgbClr val="FFFFFF"/>
                    </a:solidFill>
                  </a:tcPr>
                </a:tc>
                <a:tc>
                  <a:txBody>
                    <a:bodyPr/>
                    <a:lstStyle/>
                    <a:p>
                      <a:pPr algn="l">
                        <a:lnSpc>
                          <a:spcPct val="96000"/>
                        </a:lnSpc>
                      </a:pPr>
                      <a:endParaRPr/>
                    </a:p>
                  </a:txBody>
                  <a:tcPr marL="50800" marR="50800" marT="12700" marB="12700" anchor="ctr">
                    <a:solidFill>
                      <a:srgbClr val="FFFFFF"/>
                    </a:solidFill>
                  </a:tcPr>
                </a:tc>
                <a:tc>
                  <a:txBody>
                    <a:bodyPr/>
                    <a:lstStyle/>
                    <a:p>
                      <a:pPr algn="ctr">
                        <a:lnSpc>
                          <a:spcPct val="96000"/>
                        </a:lnSpc>
                      </a:pPr>
                      <a:r>
                        <a:rPr sz="1270" b="1">
                          <a:solidFill>
                            <a:srgbClr val="232323"/>
                          </a:solidFill>
                        </a:rPr>
                        <a:t>B</a:t>
                      </a:r>
                    </a:p>
                  </a:txBody>
                  <a:tcPr marL="50800" marR="50800" marT="12700" marB="12700" anchor="ctr">
                    <a:solidFill>
                      <a:srgbClr val="E7E8F8"/>
                    </a:solidFill>
                  </a:tcPr>
                </a:tc>
                <a:tc>
                  <a:txBody>
                    <a:bodyPr/>
                    <a:lstStyle/>
                    <a:p>
                      <a:pPr algn="ctr">
                        <a:lnSpc>
                          <a:spcPct val="96000"/>
                        </a:lnSpc>
                      </a:pPr>
                      <a:r>
                        <a:rPr sz="1270" b="1">
                          <a:solidFill>
                            <a:srgbClr val="232323"/>
                          </a:solidFill>
                        </a:rPr>
                        <a:t>4</a:t>
                      </a:r>
                    </a:p>
                  </a:txBody>
                  <a:tcPr marL="50800" marR="50800" marT="12700" marB="12700" anchor="ctr">
                    <a:solidFill>
                      <a:srgbClr val="FAE5E3"/>
                    </a:solidFill>
                  </a:tcPr>
                </a:tc>
                <a:tc>
                  <a:txBody>
                    <a:bodyPr/>
                    <a:lstStyle/>
                    <a:p>
                      <a:pPr algn="ctr">
                        <a:lnSpc>
                          <a:spcPct val="96000"/>
                        </a:lnSpc>
                      </a:pPr>
                      <a:r>
                        <a:rPr sz="919" b="1">
                          <a:solidFill>
                            <a:srgbClr val="232323"/>
                          </a:solidFill>
                        </a:rPr>
                        <a:t>△回避可</a:t>
                      </a:r>
                    </a:p>
                  </a:txBody>
                  <a:tcPr marL="50800" marR="50800" marT="12700" marB="12700" anchor="ctr">
                    <a:solidFill>
                      <a:srgbClr val="E7E8F8"/>
                    </a:solidFill>
                  </a:tcPr>
                </a:tc>
                <a:tc>
                  <a:txBody>
                    <a:bodyPr/>
                    <a:lstStyle/>
                    <a:p>
                      <a:pPr algn="l">
                        <a:lnSpc>
                          <a:spcPct val="96000"/>
                        </a:lnSpc>
                      </a:pPr>
                      <a:r>
                        <a:rPr sz="919" b="0">
                          <a:solidFill>
                            <a:srgbClr val="232323"/>
                          </a:solidFill>
                        </a:rPr>
                        <a:t>共有サーバはSharePoint格納で回避可／固定文面送信時の人確認は要確認</a:t>
                      </a:r>
                    </a:p>
                  </a:txBody>
                  <a:tcPr marL="50800" marR="50800" marT="12700" marB="12700" anchor="ctr">
                    <a:solidFill>
                      <a:srgbClr val="FFFFFF"/>
                    </a:solidFill>
                  </a:tcPr>
                </a:tc>
                <a:extLst>
                  <a:ext uri="{0D108BD9-81ED-4DB2-BD59-A6C34878D82A}">
                    <a16:rowId xmlns:a16="http://schemas.microsoft.com/office/drawing/2014/main" val="10009"/>
                  </a:ext>
                </a:extLst>
              </a:tr>
              <a:tr h="384048">
                <a:tc>
                  <a:txBody>
                    <a:bodyPr/>
                    <a:lstStyle/>
                    <a:p>
                      <a:pPr algn="ctr">
                        <a:lnSpc>
                          <a:spcPct val="96000"/>
                        </a:lnSpc>
                      </a:pPr>
                      <a:r>
                        <a:rPr sz="1089" b="1">
                          <a:solidFill>
                            <a:srgbClr val="1B5C80"/>
                          </a:solidFill>
                        </a:rPr>
                        <a:t>チーム10</a:t>
                      </a:r>
                    </a:p>
                  </a:txBody>
                  <a:tcPr marL="50800" marR="50800" marT="12700" marB="12700" anchor="ctr">
                    <a:solidFill>
                      <a:srgbClr val="F8FDFA"/>
                    </a:solidFill>
                  </a:tcPr>
                </a:tc>
                <a:tc>
                  <a:txBody>
                    <a:bodyPr/>
                    <a:lstStyle/>
                    <a:p>
                      <a:pPr algn="l">
                        <a:lnSpc>
                          <a:spcPct val="96000"/>
                        </a:lnSpc>
                      </a:pPr>
                      <a:r>
                        <a:rPr sz="919" b="1">
                          <a:solidFill>
                            <a:srgbClr val="232323"/>
                          </a:solidFill>
                        </a:rPr>
                        <a:t>文字起こしと会議資料から議事録ドラフト生成</a:t>
                      </a:r>
                    </a:p>
                  </a:txBody>
                  <a:tcPr marL="50800" marR="50800" marT="12700" marB="12700" anchor="ctr">
                    <a:solidFill>
                      <a:srgbClr val="F8FDFA"/>
                    </a:solidFill>
                  </a:tcPr>
                </a:tc>
                <a:tc>
                  <a:txBody>
                    <a:bodyPr/>
                    <a:lstStyle/>
                    <a:p>
                      <a:pPr algn="l">
                        <a:lnSpc>
                          <a:spcPct val="96000"/>
                        </a:lnSpc>
                      </a:pPr>
                      <a:endParaRPr/>
                    </a:p>
                  </a:txBody>
                  <a:tcPr marL="50800" marR="50800" marT="12700" marB="12700" anchor="ctr">
                    <a:solidFill>
                      <a:srgbClr val="F8FDFA"/>
                    </a:solidFill>
                  </a:tcPr>
                </a:tc>
                <a:tc>
                  <a:txBody>
                    <a:bodyPr/>
                    <a:lstStyle/>
                    <a:p>
                      <a:pPr algn="ctr">
                        <a:lnSpc>
                          <a:spcPct val="96000"/>
                        </a:lnSpc>
                      </a:pPr>
                      <a:r>
                        <a:rPr sz="1270" b="1">
                          <a:solidFill>
                            <a:srgbClr val="232323"/>
                          </a:solidFill>
                        </a:rPr>
                        <a:t>A</a:t>
                      </a:r>
                    </a:p>
                  </a:txBody>
                  <a:tcPr marL="50800" marR="50800" marT="12700" marB="12700" anchor="ctr">
                    <a:solidFill>
                      <a:srgbClr val="DBF1F7"/>
                    </a:solidFill>
                  </a:tcPr>
                </a:tc>
                <a:tc>
                  <a:txBody>
                    <a:bodyPr/>
                    <a:lstStyle/>
                    <a:p>
                      <a:pPr algn="ctr">
                        <a:lnSpc>
                          <a:spcPct val="96000"/>
                        </a:lnSpc>
                      </a:pPr>
                      <a:r>
                        <a:rPr sz="1270" b="1">
                          <a:solidFill>
                            <a:srgbClr val="232323"/>
                          </a:solidFill>
                        </a:rPr>
                        <a:t>3</a:t>
                      </a:r>
                    </a:p>
                  </a:txBody>
                  <a:tcPr marL="50800" marR="50800" marT="12700" marB="12700" anchor="ctr">
                    <a:solidFill>
                      <a:srgbClr val="E7E8F8"/>
                    </a:solidFill>
                  </a:tcPr>
                </a:tc>
                <a:tc>
                  <a:txBody>
                    <a:bodyPr/>
                    <a:lstStyle/>
                    <a:p>
                      <a:pPr algn="ctr">
                        <a:lnSpc>
                          <a:spcPct val="96000"/>
                        </a:lnSpc>
                      </a:pPr>
                      <a:r>
                        <a:rPr sz="919" b="1">
                          <a:solidFill>
                            <a:srgbClr val="232323"/>
                          </a:solidFill>
                        </a:rPr>
                        <a:t>○</a:t>
                      </a:r>
                    </a:p>
                  </a:txBody>
                  <a:tcPr marL="50800" marR="50800" marT="12700" marB="12700" anchor="ctr">
                    <a:solidFill>
                      <a:srgbClr val="DBF1F7"/>
                    </a:solidFill>
                  </a:tcPr>
                </a:tc>
                <a:tc>
                  <a:txBody>
                    <a:bodyPr/>
                    <a:lstStyle/>
                    <a:p>
                      <a:pPr algn="l">
                        <a:lnSpc>
                          <a:spcPct val="96000"/>
                        </a:lnSpc>
                      </a:pPr>
                      <a:r>
                        <a:rPr sz="919" b="0">
                          <a:solidFill>
                            <a:srgbClr val="232323"/>
                          </a:solidFill>
                        </a:rPr>
                        <a:t>文字起こしの取得権限／議事録テンプレート</a:t>
                      </a:r>
                    </a:p>
                  </a:txBody>
                  <a:tcPr marL="50800" marR="50800" marT="12700" marB="12700" anchor="ctr">
                    <a:solidFill>
                      <a:srgbClr val="F8FDFA"/>
                    </a:solidFill>
                  </a:tcPr>
                </a:tc>
                <a:extLst>
                  <a:ext uri="{0D108BD9-81ED-4DB2-BD59-A6C34878D82A}">
                    <a16:rowId xmlns:a16="http://schemas.microsoft.com/office/drawing/2014/main" val="10010"/>
                  </a:ext>
                </a:extLst>
              </a:tr>
              <a:tr h="384048">
                <a:tc>
                  <a:txBody>
                    <a:bodyPr/>
                    <a:lstStyle/>
                    <a:p>
                      <a:pPr algn="ctr">
                        <a:lnSpc>
                          <a:spcPct val="96000"/>
                        </a:lnSpc>
                      </a:pPr>
                      <a:r>
                        <a:rPr sz="1089" b="1">
                          <a:solidFill>
                            <a:srgbClr val="1B5C80"/>
                          </a:solidFill>
                        </a:rPr>
                        <a:t>チーム11</a:t>
                      </a:r>
                    </a:p>
                  </a:txBody>
                  <a:tcPr marL="50800" marR="50800" marT="12700" marB="12700" anchor="ctr">
                    <a:solidFill>
                      <a:srgbClr val="FFFFFF"/>
                    </a:solidFill>
                  </a:tcPr>
                </a:tc>
                <a:tc>
                  <a:txBody>
                    <a:bodyPr/>
                    <a:lstStyle/>
                    <a:p>
                      <a:pPr algn="l">
                        <a:lnSpc>
                          <a:spcPct val="96000"/>
                        </a:lnSpc>
                      </a:pPr>
                      <a:r>
                        <a:rPr sz="919" b="1">
                          <a:solidFill>
                            <a:srgbClr val="232323"/>
                          </a:solidFill>
                        </a:rPr>
                        <a:t>社内LAN問い合わせの一次受付（FAQ案内）</a:t>
                      </a:r>
                    </a:p>
                  </a:txBody>
                  <a:tcPr marL="50800" marR="50800" marT="12700" marB="12700" anchor="ctr">
                    <a:solidFill>
                      <a:srgbClr val="FFFFFF"/>
                    </a:solidFill>
                  </a:tcPr>
                </a:tc>
                <a:tc>
                  <a:txBody>
                    <a:bodyPr/>
                    <a:lstStyle/>
                    <a:p>
                      <a:pPr algn="l">
                        <a:lnSpc>
                          <a:spcPct val="96000"/>
                        </a:lnSpc>
                      </a:pPr>
                      <a:endParaRPr/>
                    </a:p>
                  </a:txBody>
                  <a:tcPr marL="50800" marR="50800" marT="12700" marB="12700" anchor="ctr">
                    <a:solidFill>
                      <a:srgbClr val="FFFFFF"/>
                    </a:solidFill>
                  </a:tcPr>
                </a:tc>
                <a:tc>
                  <a:txBody>
                    <a:bodyPr/>
                    <a:lstStyle/>
                    <a:p>
                      <a:pPr algn="ctr">
                        <a:lnSpc>
                          <a:spcPct val="96000"/>
                        </a:lnSpc>
                      </a:pPr>
                      <a:r>
                        <a:rPr sz="1270" b="1">
                          <a:solidFill>
                            <a:srgbClr val="232323"/>
                          </a:solidFill>
                        </a:rPr>
                        <a:t>A</a:t>
                      </a:r>
                    </a:p>
                  </a:txBody>
                  <a:tcPr marL="50800" marR="50800" marT="12700" marB="12700" anchor="ctr">
                    <a:solidFill>
                      <a:srgbClr val="DBF1F7"/>
                    </a:solidFill>
                  </a:tcPr>
                </a:tc>
                <a:tc>
                  <a:txBody>
                    <a:bodyPr/>
                    <a:lstStyle/>
                    <a:p>
                      <a:pPr algn="ctr">
                        <a:lnSpc>
                          <a:spcPct val="96000"/>
                        </a:lnSpc>
                      </a:pPr>
                      <a:r>
                        <a:rPr sz="1270" b="1">
                          <a:solidFill>
                            <a:srgbClr val="232323"/>
                          </a:solidFill>
                        </a:rPr>
                        <a:t>3</a:t>
                      </a:r>
                    </a:p>
                  </a:txBody>
                  <a:tcPr marL="50800" marR="50800" marT="12700" marB="12700" anchor="ctr">
                    <a:solidFill>
                      <a:srgbClr val="E7E8F8"/>
                    </a:solidFill>
                  </a:tcPr>
                </a:tc>
                <a:tc>
                  <a:txBody>
                    <a:bodyPr/>
                    <a:lstStyle/>
                    <a:p>
                      <a:pPr algn="ctr">
                        <a:lnSpc>
                          <a:spcPct val="96000"/>
                        </a:lnSpc>
                      </a:pPr>
                      <a:r>
                        <a:rPr sz="919" b="1">
                          <a:solidFill>
                            <a:srgbClr val="232323"/>
                          </a:solidFill>
                        </a:rPr>
                        <a:t>○</a:t>
                      </a:r>
                    </a:p>
                  </a:txBody>
                  <a:tcPr marL="50800" marR="50800" marT="12700" marB="12700" anchor="ctr">
                    <a:solidFill>
                      <a:srgbClr val="DBF1F7"/>
                    </a:solidFill>
                  </a:tcPr>
                </a:tc>
                <a:tc>
                  <a:txBody>
                    <a:bodyPr/>
                    <a:lstStyle/>
                    <a:p>
                      <a:pPr algn="l">
                        <a:lnSpc>
                          <a:spcPct val="96000"/>
                        </a:lnSpc>
                      </a:pPr>
                      <a:r>
                        <a:rPr sz="919" b="0" dirty="0" err="1">
                          <a:solidFill>
                            <a:srgbClr val="232323"/>
                          </a:solidFill>
                        </a:rPr>
                        <a:t>FAQ整備／本番移行／利用ルール・運用保守</a:t>
                      </a:r>
                      <a:endParaRPr sz="919" b="0" dirty="0">
                        <a:solidFill>
                          <a:srgbClr val="232323"/>
                        </a:solidFill>
                      </a:endParaRPr>
                    </a:p>
                  </a:txBody>
                  <a:tcPr marL="50800" marR="50800" marT="12700" marB="12700" anchor="ctr">
                    <a:solidFill>
                      <a:srgbClr val="FFFFFF"/>
                    </a:solidFill>
                  </a:tcPr>
                </a:tc>
                <a:extLst>
                  <a:ext uri="{0D108BD9-81ED-4DB2-BD59-A6C34878D82A}">
                    <a16:rowId xmlns:a16="http://schemas.microsoft.com/office/drawing/2014/main" val="10011"/>
                  </a:ext>
                </a:extLst>
              </a:tr>
            </a:tbl>
          </a:graphicData>
        </a:graphic>
      </p:graphicFrame>
      <p:sp>
        <p:nvSpPr>
          <p:cNvPr id="7" name="Chevron 6"/>
          <p:cNvSpPr/>
          <p:nvPr/>
        </p:nvSpPr>
        <p:spPr>
          <a:xfrm>
            <a:off x="3849624" y="226085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4050792" y="226085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4251960" y="226085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4453128" y="2260854"/>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4654296" y="2260854"/>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92040" y="2221992"/>
            <a:ext cx="475488" cy="219456"/>
          </a:xfrm>
          <a:prstGeom prst="rect">
            <a:avLst/>
          </a:prstGeom>
          <a:noFill/>
        </p:spPr>
        <p:txBody>
          <a:bodyPr wrap="square" lIns="25400" tIns="12700" rIns="25400" bIns="12700" anchor="ctr">
            <a:spAutoFit/>
          </a:bodyPr>
          <a:lstStyle/>
          <a:p>
            <a:pPr algn="l">
              <a:lnSpc>
                <a:spcPct val="100000"/>
              </a:lnSpc>
            </a:pPr>
            <a:r>
              <a:rPr sz="1000" b="1">
                <a:solidFill>
                  <a:srgbClr val="1B5C80"/>
                </a:solidFill>
              </a:rPr>
              <a:t>③</a:t>
            </a:r>
          </a:p>
        </p:txBody>
      </p:sp>
      <p:sp>
        <p:nvSpPr>
          <p:cNvPr id="13" name="Chevron 12"/>
          <p:cNvSpPr/>
          <p:nvPr/>
        </p:nvSpPr>
        <p:spPr>
          <a:xfrm>
            <a:off x="3849624" y="2644902"/>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Chevron 13"/>
          <p:cNvSpPr/>
          <p:nvPr/>
        </p:nvSpPr>
        <p:spPr>
          <a:xfrm>
            <a:off x="4050792" y="2644902"/>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Chevron 14"/>
          <p:cNvSpPr/>
          <p:nvPr/>
        </p:nvSpPr>
        <p:spPr>
          <a:xfrm>
            <a:off x="4251960" y="2644902"/>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Chevron 15"/>
          <p:cNvSpPr/>
          <p:nvPr/>
        </p:nvSpPr>
        <p:spPr>
          <a:xfrm>
            <a:off x="4453128" y="2644902"/>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Chevron 16"/>
          <p:cNvSpPr/>
          <p:nvPr/>
        </p:nvSpPr>
        <p:spPr>
          <a:xfrm>
            <a:off x="4654296" y="2644902"/>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892040" y="2606040"/>
            <a:ext cx="475488" cy="219456"/>
          </a:xfrm>
          <a:prstGeom prst="rect">
            <a:avLst/>
          </a:prstGeom>
          <a:noFill/>
        </p:spPr>
        <p:txBody>
          <a:bodyPr wrap="square" lIns="25400" tIns="12700" rIns="25400" bIns="12700" anchor="ctr">
            <a:spAutoFit/>
          </a:bodyPr>
          <a:lstStyle/>
          <a:p>
            <a:pPr algn="l">
              <a:lnSpc>
                <a:spcPct val="100000"/>
              </a:lnSpc>
            </a:pPr>
            <a:r>
              <a:rPr sz="1000" b="1">
                <a:solidFill>
                  <a:srgbClr val="1B5C80"/>
                </a:solidFill>
              </a:rPr>
              <a:t>③</a:t>
            </a:r>
          </a:p>
        </p:txBody>
      </p:sp>
      <p:sp>
        <p:nvSpPr>
          <p:cNvPr id="19" name="Chevron 18"/>
          <p:cNvSpPr/>
          <p:nvPr/>
        </p:nvSpPr>
        <p:spPr>
          <a:xfrm>
            <a:off x="3849624" y="302895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Chevron 19"/>
          <p:cNvSpPr/>
          <p:nvPr/>
        </p:nvSpPr>
        <p:spPr>
          <a:xfrm>
            <a:off x="4050792" y="302895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Chevron 20"/>
          <p:cNvSpPr/>
          <p:nvPr/>
        </p:nvSpPr>
        <p:spPr>
          <a:xfrm>
            <a:off x="4251960" y="302895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Chevron 21"/>
          <p:cNvSpPr/>
          <p:nvPr/>
        </p:nvSpPr>
        <p:spPr>
          <a:xfrm>
            <a:off x="4453128" y="3028950"/>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Chevron 22"/>
          <p:cNvSpPr/>
          <p:nvPr/>
        </p:nvSpPr>
        <p:spPr>
          <a:xfrm>
            <a:off x="4654296" y="3028950"/>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892040" y="2990088"/>
            <a:ext cx="475488" cy="219456"/>
          </a:xfrm>
          <a:prstGeom prst="rect">
            <a:avLst/>
          </a:prstGeom>
          <a:noFill/>
        </p:spPr>
        <p:txBody>
          <a:bodyPr wrap="square" lIns="25400" tIns="12700" rIns="25400" bIns="12700" anchor="ctr">
            <a:spAutoFit/>
          </a:bodyPr>
          <a:lstStyle/>
          <a:p>
            <a:pPr algn="l">
              <a:lnSpc>
                <a:spcPct val="100000"/>
              </a:lnSpc>
            </a:pPr>
            <a:r>
              <a:rPr sz="1000" b="1">
                <a:solidFill>
                  <a:srgbClr val="1B5C80"/>
                </a:solidFill>
              </a:rPr>
              <a:t>③</a:t>
            </a:r>
          </a:p>
        </p:txBody>
      </p:sp>
      <p:sp>
        <p:nvSpPr>
          <p:cNvPr id="25" name="Chevron 24"/>
          <p:cNvSpPr/>
          <p:nvPr/>
        </p:nvSpPr>
        <p:spPr>
          <a:xfrm>
            <a:off x="3849624" y="3412998"/>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Chevron 25"/>
          <p:cNvSpPr/>
          <p:nvPr/>
        </p:nvSpPr>
        <p:spPr>
          <a:xfrm>
            <a:off x="4050792" y="3412998"/>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Chevron 26"/>
          <p:cNvSpPr/>
          <p:nvPr/>
        </p:nvSpPr>
        <p:spPr>
          <a:xfrm>
            <a:off x="4251960" y="3412998"/>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Chevron 27"/>
          <p:cNvSpPr/>
          <p:nvPr/>
        </p:nvSpPr>
        <p:spPr>
          <a:xfrm>
            <a:off x="4453128" y="3412998"/>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Chevron 28"/>
          <p:cNvSpPr/>
          <p:nvPr/>
        </p:nvSpPr>
        <p:spPr>
          <a:xfrm>
            <a:off x="4654296" y="3412998"/>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892040" y="3374136"/>
            <a:ext cx="475488" cy="219456"/>
          </a:xfrm>
          <a:prstGeom prst="rect">
            <a:avLst/>
          </a:prstGeom>
          <a:noFill/>
        </p:spPr>
        <p:txBody>
          <a:bodyPr wrap="square" lIns="25400" tIns="12700" rIns="25400" bIns="12700" anchor="ctr">
            <a:spAutoFit/>
          </a:bodyPr>
          <a:lstStyle/>
          <a:p>
            <a:pPr algn="l">
              <a:lnSpc>
                <a:spcPct val="100000"/>
              </a:lnSpc>
            </a:pPr>
            <a:r>
              <a:rPr sz="1000" b="1">
                <a:solidFill>
                  <a:srgbClr val="1B5C80"/>
                </a:solidFill>
              </a:rPr>
              <a:t>－</a:t>
            </a:r>
          </a:p>
        </p:txBody>
      </p:sp>
      <p:sp>
        <p:nvSpPr>
          <p:cNvPr id="31" name="Chevron 30"/>
          <p:cNvSpPr/>
          <p:nvPr/>
        </p:nvSpPr>
        <p:spPr>
          <a:xfrm>
            <a:off x="3849624" y="3797046"/>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Chevron 31"/>
          <p:cNvSpPr/>
          <p:nvPr/>
        </p:nvSpPr>
        <p:spPr>
          <a:xfrm>
            <a:off x="4050792" y="3797046"/>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Chevron 32"/>
          <p:cNvSpPr/>
          <p:nvPr/>
        </p:nvSpPr>
        <p:spPr>
          <a:xfrm>
            <a:off x="4251960" y="3797046"/>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Chevron 33"/>
          <p:cNvSpPr/>
          <p:nvPr/>
        </p:nvSpPr>
        <p:spPr>
          <a:xfrm>
            <a:off x="4453128" y="3797046"/>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Chevron 34"/>
          <p:cNvSpPr/>
          <p:nvPr/>
        </p:nvSpPr>
        <p:spPr>
          <a:xfrm>
            <a:off x="4654296" y="3797046"/>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892040" y="3758184"/>
            <a:ext cx="475488" cy="219456"/>
          </a:xfrm>
          <a:prstGeom prst="rect">
            <a:avLst/>
          </a:prstGeom>
          <a:noFill/>
        </p:spPr>
        <p:txBody>
          <a:bodyPr wrap="square" lIns="25400" tIns="12700" rIns="25400" bIns="12700" anchor="ctr">
            <a:spAutoFit/>
          </a:bodyPr>
          <a:lstStyle/>
          <a:p>
            <a:pPr algn="l">
              <a:lnSpc>
                <a:spcPct val="100000"/>
              </a:lnSpc>
            </a:pPr>
            <a:r>
              <a:rPr sz="1000" b="1">
                <a:solidFill>
                  <a:srgbClr val="1B5C80"/>
                </a:solidFill>
              </a:rPr>
              <a:t>⑤</a:t>
            </a:r>
          </a:p>
        </p:txBody>
      </p:sp>
      <p:sp>
        <p:nvSpPr>
          <p:cNvPr id="37" name="Chevron 36"/>
          <p:cNvSpPr/>
          <p:nvPr/>
        </p:nvSpPr>
        <p:spPr>
          <a:xfrm>
            <a:off x="3849624" y="418109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Chevron 37"/>
          <p:cNvSpPr/>
          <p:nvPr/>
        </p:nvSpPr>
        <p:spPr>
          <a:xfrm>
            <a:off x="4050792" y="418109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Chevron 38"/>
          <p:cNvSpPr/>
          <p:nvPr/>
        </p:nvSpPr>
        <p:spPr>
          <a:xfrm>
            <a:off x="4251960" y="418109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Chevron 39"/>
          <p:cNvSpPr/>
          <p:nvPr/>
        </p:nvSpPr>
        <p:spPr>
          <a:xfrm>
            <a:off x="4453128" y="4181094"/>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Chevron 40"/>
          <p:cNvSpPr/>
          <p:nvPr/>
        </p:nvSpPr>
        <p:spPr>
          <a:xfrm>
            <a:off x="4654296" y="4181094"/>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892040" y="4142232"/>
            <a:ext cx="475488" cy="219456"/>
          </a:xfrm>
          <a:prstGeom prst="rect">
            <a:avLst/>
          </a:prstGeom>
          <a:noFill/>
        </p:spPr>
        <p:txBody>
          <a:bodyPr wrap="square" lIns="25400" tIns="12700" rIns="25400" bIns="12700" anchor="ctr">
            <a:spAutoFit/>
          </a:bodyPr>
          <a:lstStyle/>
          <a:p>
            <a:pPr algn="l">
              <a:lnSpc>
                <a:spcPct val="100000"/>
              </a:lnSpc>
            </a:pPr>
            <a:r>
              <a:rPr sz="1000" b="1">
                <a:solidFill>
                  <a:srgbClr val="1B5C80"/>
                </a:solidFill>
              </a:rPr>
              <a:t>③ *</a:t>
            </a:r>
          </a:p>
        </p:txBody>
      </p:sp>
      <p:sp>
        <p:nvSpPr>
          <p:cNvPr id="43" name="Chevron 42"/>
          <p:cNvSpPr/>
          <p:nvPr/>
        </p:nvSpPr>
        <p:spPr>
          <a:xfrm>
            <a:off x="3849624" y="4565142"/>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Chevron 43"/>
          <p:cNvSpPr/>
          <p:nvPr/>
        </p:nvSpPr>
        <p:spPr>
          <a:xfrm>
            <a:off x="4050792" y="4565142"/>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Chevron 44"/>
          <p:cNvSpPr/>
          <p:nvPr/>
        </p:nvSpPr>
        <p:spPr>
          <a:xfrm>
            <a:off x="4251960" y="4565142"/>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Chevron 45"/>
          <p:cNvSpPr/>
          <p:nvPr/>
        </p:nvSpPr>
        <p:spPr>
          <a:xfrm>
            <a:off x="4453128" y="4565142"/>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Chevron 46"/>
          <p:cNvSpPr/>
          <p:nvPr/>
        </p:nvSpPr>
        <p:spPr>
          <a:xfrm>
            <a:off x="4654296" y="4565142"/>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4892040" y="4526280"/>
            <a:ext cx="475488" cy="219456"/>
          </a:xfrm>
          <a:prstGeom prst="rect">
            <a:avLst/>
          </a:prstGeom>
          <a:noFill/>
        </p:spPr>
        <p:txBody>
          <a:bodyPr wrap="square" lIns="25400" tIns="12700" rIns="25400" bIns="12700" anchor="ctr">
            <a:spAutoFit/>
          </a:bodyPr>
          <a:lstStyle/>
          <a:p>
            <a:pPr algn="l">
              <a:lnSpc>
                <a:spcPct val="100000"/>
              </a:lnSpc>
            </a:pPr>
            <a:r>
              <a:rPr sz="1000" b="1">
                <a:solidFill>
                  <a:srgbClr val="1B5C80"/>
                </a:solidFill>
              </a:rPr>
              <a:t>⑤ *</a:t>
            </a:r>
          </a:p>
        </p:txBody>
      </p:sp>
      <p:sp>
        <p:nvSpPr>
          <p:cNvPr id="49" name="Chevron 48"/>
          <p:cNvSpPr/>
          <p:nvPr/>
        </p:nvSpPr>
        <p:spPr>
          <a:xfrm>
            <a:off x="3849624" y="494919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Chevron 49"/>
          <p:cNvSpPr/>
          <p:nvPr/>
        </p:nvSpPr>
        <p:spPr>
          <a:xfrm>
            <a:off x="4050792" y="494919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Chevron 50"/>
          <p:cNvSpPr/>
          <p:nvPr/>
        </p:nvSpPr>
        <p:spPr>
          <a:xfrm>
            <a:off x="4251960" y="494919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Chevron 51"/>
          <p:cNvSpPr/>
          <p:nvPr/>
        </p:nvSpPr>
        <p:spPr>
          <a:xfrm>
            <a:off x="4453128" y="494919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Chevron 52"/>
          <p:cNvSpPr/>
          <p:nvPr/>
        </p:nvSpPr>
        <p:spPr>
          <a:xfrm>
            <a:off x="4654296" y="4949190"/>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4892040" y="4910328"/>
            <a:ext cx="475488" cy="219456"/>
          </a:xfrm>
          <a:prstGeom prst="rect">
            <a:avLst/>
          </a:prstGeom>
          <a:noFill/>
        </p:spPr>
        <p:txBody>
          <a:bodyPr wrap="square" lIns="25400" tIns="12700" rIns="25400" bIns="12700" anchor="ctr">
            <a:spAutoFit/>
          </a:bodyPr>
          <a:lstStyle/>
          <a:p>
            <a:pPr algn="l">
              <a:lnSpc>
                <a:spcPct val="100000"/>
              </a:lnSpc>
            </a:pPr>
            <a:r>
              <a:rPr sz="1000" b="1">
                <a:solidFill>
                  <a:srgbClr val="1B5C80"/>
                </a:solidFill>
              </a:rPr>
              <a:t>④</a:t>
            </a:r>
          </a:p>
        </p:txBody>
      </p:sp>
      <p:sp>
        <p:nvSpPr>
          <p:cNvPr id="55" name="Chevron 54"/>
          <p:cNvSpPr/>
          <p:nvPr/>
        </p:nvSpPr>
        <p:spPr>
          <a:xfrm>
            <a:off x="3849624" y="5333238"/>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Chevron 55"/>
          <p:cNvSpPr/>
          <p:nvPr/>
        </p:nvSpPr>
        <p:spPr>
          <a:xfrm>
            <a:off x="4050792" y="5333238"/>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Chevron 56"/>
          <p:cNvSpPr/>
          <p:nvPr/>
        </p:nvSpPr>
        <p:spPr>
          <a:xfrm>
            <a:off x="4251960" y="5333238"/>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Chevron 57"/>
          <p:cNvSpPr/>
          <p:nvPr/>
        </p:nvSpPr>
        <p:spPr>
          <a:xfrm>
            <a:off x="4453128" y="5333238"/>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Chevron 58"/>
          <p:cNvSpPr/>
          <p:nvPr/>
        </p:nvSpPr>
        <p:spPr>
          <a:xfrm>
            <a:off x="4654296" y="5333238"/>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4892040" y="5294376"/>
            <a:ext cx="475488" cy="219456"/>
          </a:xfrm>
          <a:prstGeom prst="rect">
            <a:avLst/>
          </a:prstGeom>
          <a:noFill/>
        </p:spPr>
        <p:txBody>
          <a:bodyPr wrap="square" lIns="25400" tIns="12700" rIns="25400" bIns="12700" anchor="ctr">
            <a:spAutoFit/>
          </a:bodyPr>
          <a:lstStyle/>
          <a:p>
            <a:pPr algn="l">
              <a:lnSpc>
                <a:spcPct val="100000"/>
              </a:lnSpc>
            </a:pPr>
            <a:r>
              <a:rPr sz="1000" b="1">
                <a:solidFill>
                  <a:srgbClr val="1B5C80"/>
                </a:solidFill>
              </a:rPr>
              <a:t>④</a:t>
            </a:r>
          </a:p>
        </p:txBody>
      </p:sp>
      <p:sp>
        <p:nvSpPr>
          <p:cNvPr id="61" name="Chevron 60"/>
          <p:cNvSpPr/>
          <p:nvPr/>
        </p:nvSpPr>
        <p:spPr>
          <a:xfrm>
            <a:off x="3849624" y="5717286"/>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Chevron 61"/>
          <p:cNvSpPr/>
          <p:nvPr/>
        </p:nvSpPr>
        <p:spPr>
          <a:xfrm>
            <a:off x="4050792" y="5717286"/>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Chevron 62"/>
          <p:cNvSpPr/>
          <p:nvPr/>
        </p:nvSpPr>
        <p:spPr>
          <a:xfrm>
            <a:off x="4251960" y="5717286"/>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Chevron 63"/>
          <p:cNvSpPr/>
          <p:nvPr/>
        </p:nvSpPr>
        <p:spPr>
          <a:xfrm>
            <a:off x="4453128" y="5717286"/>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Chevron 64"/>
          <p:cNvSpPr/>
          <p:nvPr/>
        </p:nvSpPr>
        <p:spPr>
          <a:xfrm>
            <a:off x="4654296" y="5717286"/>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892040" y="5678424"/>
            <a:ext cx="475488" cy="219456"/>
          </a:xfrm>
          <a:prstGeom prst="rect">
            <a:avLst/>
          </a:prstGeom>
          <a:noFill/>
        </p:spPr>
        <p:txBody>
          <a:bodyPr wrap="square" lIns="25400" tIns="12700" rIns="25400" bIns="12700" anchor="ctr">
            <a:spAutoFit/>
          </a:bodyPr>
          <a:lstStyle/>
          <a:p>
            <a:pPr algn="l">
              <a:lnSpc>
                <a:spcPct val="100000"/>
              </a:lnSpc>
            </a:pPr>
            <a:r>
              <a:rPr sz="1000" b="1">
                <a:solidFill>
                  <a:srgbClr val="1B5C80"/>
                </a:solidFill>
              </a:rPr>
              <a:t>④</a:t>
            </a:r>
          </a:p>
        </p:txBody>
      </p:sp>
      <p:sp>
        <p:nvSpPr>
          <p:cNvPr id="67" name="Chevron 66"/>
          <p:cNvSpPr/>
          <p:nvPr/>
        </p:nvSpPr>
        <p:spPr>
          <a:xfrm>
            <a:off x="3849624" y="610133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Chevron 67"/>
          <p:cNvSpPr/>
          <p:nvPr/>
        </p:nvSpPr>
        <p:spPr>
          <a:xfrm>
            <a:off x="4050792" y="610133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Chevron 68"/>
          <p:cNvSpPr/>
          <p:nvPr/>
        </p:nvSpPr>
        <p:spPr>
          <a:xfrm>
            <a:off x="4251960" y="610133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Chevron 69"/>
          <p:cNvSpPr/>
          <p:nvPr/>
        </p:nvSpPr>
        <p:spPr>
          <a:xfrm>
            <a:off x="4453128" y="610133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Chevron 70"/>
          <p:cNvSpPr/>
          <p:nvPr/>
        </p:nvSpPr>
        <p:spPr>
          <a:xfrm>
            <a:off x="4654296" y="6101334"/>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4892040" y="6062472"/>
            <a:ext cx="475488" cy="219456"/>
          </a:xfrm>
          <a:prstGeom prst="rect">
            <a:avLst/>
          </a:prstGeom>
          <a:noFill/>
        </p:spPr>
        <p:txBody>
          <a:bodyPr wrap="square" lIns="25400" tIns="12700" rIns="25400" bIns="12700" anchor="ctr">
            <a:spAutoFit/>
          </a:bodyPr>
          <a:lstStyle/>
          <a:p>
            <a:pPr algn="l">
              <a:lnSpc>
                <a:spcPct val="100000"/>
              </a:lnSpc>
            </a:pPr>
            <a:r>
              <a:rPr sz="1000" b="1">
                <a:solidFill>
                  <a:srgbClr val="1B5C80"/>
                </a:solidFill>
              </a:rPr>
              <a:t>④</a:t>
            </a:r>
          </a:p>
        </p:txBody>
      </p:sp>
      <p:sp>
        <p:nvSpPr>
          <p:cNvPr id="73" name="Rectangle 72"/>
          <p:cNvSpPr/>
          <p:nvPr/>
        </p:nvSpPr>
        <p:spPr>
          <a:xfrm>
            <a:off x="740664" y="6419088"/>
            <a:ext cx="10716768" cy="216000"/>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923544" y="6419088"/>
            <a:ext cx="10351008" cy="216000"/>
          </a:xfrm>
          <a:prstGeom prst="rect">
            <a:avLst/>
          </a:prstGeom>
          <a:noFill/>
        </p:spPr>
        <p:txBody>
          <a:bodyPr wrap="square" lIns="25400" tIns="12700" rIns="25400" bIns="12700" anchor="ctr">
            <a:spAutoFit/>
          </a:bodyPr>
          <a:lstStyle/>
          <a:p>
            <a:pPr algn="l">
              <a:lnSpc>
                <a:spcPct val="100000"/>
              </a:lnSpc>
            </a:pPr>
            <a:r>
              <a:rPr sz="919" b="0" dirty="0">
                <a:solidFill>
                  <a:srgbClr val="232323"/>
                </a:solidFill>
              </a:rPr>
              <a:t>＊ チーム6・7は第2回 事前相談会が未実施のため、第1回と企画書をもとにした暫定評価。△は「進められない」ではなく論点があることを示す。回避策と確認事項の内訳はスライド8を参照。</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エグゼクティブサマリ：全体状況とフォロー優先順位</a:t>
            </a:r>
          </a:p>
        </p:txBody>
      </p:sp>
      <p:sp>
        <p:nvSpPr>
          <p:cNvPr id="3" name="Text Placeholder 2"/>
          <p:cNvSpPr>
            <a:spLocks noGrp="1"/>
          </p:cNvSpPr>
          <p:nvPr>
            <p:ph type="body" sz="half" idx="2"/>
          </p:nvPr>
        </p:nvSpPr>
        <p:spPr/>
        <p:txBody>
          <a:bodyPr/>
          <a:lstStyle/>
          <a:p>
            <a:r>
              <a:rPr sz="1270">
                <a:solidFill>
                  <a:srgbClr val="6E767C"/>
                </a:solidFill>
              </a:rPr>
              <a:t>10月発表に向けた見込みの分布と、論点の切り分け</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6</a:t>
            </a:r>
          </a:p>
        </p:txBody>
      </p:sp>
      <p:sp>
        <p:nvSpPr>
          <p:cNvPr id="5" name="Rectangle 4"/>
          <p:cNvSpPr/>
          <p:nvPr/>
        </p:nvSpPr>
        <p:spPr>
          <a:xfrm>
            <a:off x="740664" y="1188720"/>
            <a:ext cx="10716768" cy="54864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14984" y="1188720"/>
            <a:ext cx="10168128" cy="548640"/>
          </a:xfrm>
          <a:prstGeom prst="rect">
            <a:avLst/>
          </a:prstGeom>
          <a:noFill/>
        </p:spPr>
        <p:txBody>
          <a:bodyPr wrap="square" lIns="25400" tIns="12700" rIns="25400" bIns="12700" anchor="ctr">
            <a:spAutoFit/>
          </a:bodyPr>
          <a:lstStyle/>
          <a:p>
            <a:pPr algn="l">
              <a:lnSpc>
                <a:spcPct val="100000"/>
              </a:lnSpc>
            </a:pPr>
            <a:r>
              <a:rPr sz="1452" b="1">
                <a:solidFill>
                  <a:srgbClr val="FFFFFF"/>
                </a:solidFill>
              </a:rPr>
              <a:t>多くのチームはMVP化により10月発表が可能。論点は「事務局判断が必要なもの」と「チーム側で回避しながら進められるもの」に切り分ける。</a:t>
            </a:r>
          </a:p>
        </p:txBody>
      </p:sp>
      <p:sp>
        <p:nvSpPr>
          <p:cNvPr id="7" name="Rectangle 6"/>
          <p:cNvSpPr/>
          <p:nvPr/>
        </p:nvSpPr>
        <p:spPr>
          <a:xfrm>
            <a:off x="740664" y="1847088"/>
            <a:ext cx="2606040" cy="1060704"/>
          </a:xfrm>
          <a:prstGeom prst="rect">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40664" y="1847088"/>
            <a:ext cx="2606040" cy="347472"/>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0664" y="1847088"/>
            <a:ext cx="2606040" cy="347472"/>
          </a:xfrm>
          <a:prstGeom prst="rect">
            <a:avLst/>
          </a:prstGeom>
          <a:noFill/>
        </p:spPr>
        <p:txBody>
          <a:bodyPr wrap="square" lIns="25400" tIns="12700" rIns="25400" bIns="12700" anchor="ctr">
            <a:spAutoFit/>
          </a:bodyPr>
          <a:lstStyle/>
          <a:p>
            <a:pPr algn="ctr">
              <a:lnSpc>
                <a:spcPct val="100000"/>
              </a:lnSpc>
            </a:pPr>
            <a:r>
              <a:rPr sz="1270" b="1">
                <a:solidFill>
                  <a:srgbClr val="FFFFFF"/>
                </a:solidFill>
              </a:rPr>
              <a:t>S　1チーム</a:t>
            </a:r>
          </a:p>
        </p:txBody>
      </p:sp>
      <p:sp>
        <p:nvSpPr>
          <p:cNvPr id="10" name="TextBox 9"/>
          <p:cNvSpPr txBox="1"/>
          <p:nvPr/>
        </p:nvSpPr>
        <p:spPr>
          <a:xfrm>
            <a:off x="832104" y="2249424"/>
            <a:ext cx="2423160" cy="256032"/>
          </a:xfrm>
          <a:prstGeom prst="rect">
            <a:avLst/>
          </a:prstGeom>
          <a:noFill/>
        </p:spPr>
        <p:txBody>
          <a:bodyPr wrap="square" lIns="25400" tIns="12700" rIns="25400" bIns="12700" anchor="t">
            <a:spAutoFit/>
          </a:bodyPr>
          <a:lstStyle/>
          <a:p>
            <a:pPr algn="ctr">
              <a:lnSpc>
                <a:spcPct val="100000"/>
              </a:lnSpc>
            </a:pPr>
            <a:r>
              <a:rPr sz="1270" b="1">
                <a:solidFill>
                  <a:srgbClr val="232323"/>
                </a:solidFill>
              </a:rPr>
              <a:t>チーム7</a:t>
            </a:r>
          </a:p>
        </p:txBody>
      </p:sp>
      <p:sp>
        <p:nvSpPr>
          <p:cNvPr id="11" name="TextBox 10"/>
          <p:cNvSpPr txBox="1"/>
          <p:nvPr/>
        </p:nvSpPr>
        <p:spPr>
          <a:xfrm>
            <a:off x="850392" y="2542032"/>
            <a:ext cx="2386584" cy="310896"/>
          </a:xfrm>
          <a:prstGeom prst="rect">
            <a:avLst/>
          </a:prstGeom>
          <a:noFill/>
        </p:spPr>
        <p:txBody>
          <a:bodyPr wrap="square" lIns="25400" tIns="12700" rIns="25400" bIns="12700" anchor="t">
            <a:spAutoFit/>
          </a:bodyPr>
          <a:lstStyle/>
          <a:p>
            <a:pPr algn="ctr">
              <a:lnSpc>
                <a:spcPct val="112000"/>
              </a:lnSpc>
            </a:pPr>
            <a:r>
              <a:rPr sz="919" b="0">
                <a:solidFill>
                  <a:srgbClr val="232323"/>
                </a:solidFill>
              </a:rPr>
              <a:t>MVP範囲・入出力・デモ筋書きが明確</a:t>
            </a:r>
          </a:p>
        </p:txBody>
      </p:sp>
      <p:sp>
        <p:nvSpPr>
          <p:cNvPr id="12" name="Rectangle 11"/>
          <p:cNvSpPr/>
          <p:nvPr/>
        </p:nvSpPr>
        <p:spPr>
          <a:xfrm>
            <a:off x="3429000" y="1847088"/>
            <a:ext cx="2606040" cy="106070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429000" y="1847088"/>
            <a:ext cx="2606040" cy="347472"/>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429000" y="1847088"/>
            <a:ext cx="2606040" cy="347472"/>
          </a:xfrm>
          <a:prstGeom prst="rect">
            <a:avLst/>
          </a:prstGeom>
          <a:noFill/>
        </p:spPr>
        <p:txBody>
          <a:bodyPr wrap="square" lIns="25400" tIns="12700" rIns="25400" bIns="12700" anchor="ctr">
            <a:spAutoFit/>
          </a:bodyPr>
          <a:lstStyle/>
          <a:p>
            <a:pPr algn="ctr">
              <a:lnSpc>
                <a:spcPct val="100000"/>
              </a:lnSpc>
            </a:pPr>
            <a:r>
              <a:rPr sz="1270" b="1">
                <a:solidFill>
                  <a:srgbClr val="FFFFFF"/>
                </a:solidFill>
              </a:rPr>
              <a:t>A　5チーム</a:t>
            </a:r>
          </a:p>
        </p:txBody>
      </p:sp>
      <p:sp>
        <p:nvSpPr>
          <p:cNvPr id="15" name="TextBox 14"/>
          <p:cNvSpPr txBox="1"/>
          <p:nvPr/>
        </p:nvSpPr>
        <p:spPr>
          <a:xfrm>
            <a:off x="3520440" y="2249424"/>
            <a:ext cx="2423160" cy="256032"/>
          </a:xfrm>
          <a:prstGeom prst="rect">
            <a:avLst/>
          </a:prstGeom>
          <a:noFill/>
        </p:spPr>
        <p:txBody>
          <a:bodyPr wrap="square" lIns="25400" tIns="12700" rIns="25400" bIns="12700" anchor="t">
            <a:spAutoFit/>
          </a:bodyPr>
          <a:lstStyle/>
          <a:p>
            <a:pPr algn="ctr">
              <a:lnSpc>
                <a:spcPct val="100000"/>
              </a:lnSpc>
            </a:pPr>
            <a:r>
              <a:rPr sz="1270" b="1">
                <a:solidFill>
                  <a:srgbClr val="232323"/>
                </a:solidFill>
              </a:rPr>
              <a:t>チーム1・2・5・10・11</a:t>
            </a:r>
          </a:p>
        </p:txBody>
      </p:sp>
      <p:sp>
        <p:nvSpPr>
          <p:cNvPr id="16" name="TextBox 15"/>
          <p:cNvSpPr txBox="1"/>
          <p:nvPr/>
        </p:nvSpPr>
        <p:spPr>
          <a:xfrm>
            <a:off x="3538728" y="2542032"/>
            <a:ext cx="2386584" cy="310896"/>
          </a:xfrm>
          <a:prstGeom prst="rect">
            <a:avLst/>
          </a:prstGeom>
          <a:noFill/>
        </p:spPr>
        <p:txBody>
          <a:bodyPr wrap="square" lIns="25400" tIns="12700" rIns="25400" bIns="12700" anchor="t">
            <a:spAutoFit/>
          </a:bodyPr>
          <a:lstStyle/>
          <a:p>
            <a:pPr algn="ctr">
              <a:lnSpc>
                <a:spcPct val="112000"/>
              </a:lnSpc>
            </a:pPr>
            <a:r>
              <a:rPr sz="919" b="0">
                <a:solidFill>
                  <a:srgbClr val="232323"/>
                </a:solidFill>
              </a:rPr>
              <a:t>軽微な整理でデモ化できる</a:t>
            </a:r>
          </a:p>
        </p:txBody>
      </p:sp>
      <p:sp>
        <p:nvSpPr>
          <p:cNvPr id="17" name="Rectangle 16"/>
          <p:cNvSpPr/>
          <p:nvPr/>
        </p:nvSpPr>
        <p:spPr>
          <a:xfrm>
            <a:off x="6117336" y="1847088"/>
            <a:ext cx="2606040" cy="106070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117336" y="1847088"/>
            <a:ext cx="2606040" cy="347472"/>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117336" y="1847088"/>
            <a:ext cx="2606040" cy="347472"/>
          </a:xfrm>
          <a:prstGeom prst="rect">
            <a:avLst/>
          </a:prstGeom>
          <a:noFill/>
        </p:spPr>
        <p:txBody>
          <a:bodyPr wrap="square" lIns="25400" tIns="12700" rIns="25400" bIns="12700" anchor="ctr">
            <a:spAutoFit/>
          </a:bodyPr>
          <a:lstStyle/>
          <a:p>
            <a:pPr algn="ctr">
              <a:lnSpc>
                <a:spcPct val="100000"/>
              </a:lnSpc>
            </a:pPr>
            <a:r>
              <a:rPr sz="1270" b="1">
                <a:solidFill>
                  <a:srgbClr val="FFFFFF"/>
                </a:solidFill>
              </a:rPr>
              <a:t>B　4チーム</a:t>
            </a:r>
          </a:p>
        </p:txBody>
      </p:sp>
      <p:sp>
        <p:nvSpPr>
          <p:cNvPr id="20" name="TextBox 19"/>
          <p:cNvSpPr txBox="1"/>
          <p:nvPr/>
        </p:nvSpPr>
        <p:spPr>
          <a:xfrm>
            <a:off x="6208776" y="2249424"/>
            <a:ext cx="2423160" cy="256032"/>
          </a:xfrm>
          <a:prstGeom prst="rect">
            <a:avLst/>
          </a:prstGeom>
          <a:noFill/>
        </p:spPr>
        <p:txBody>
          <a:bodyPr wrap="square" lIns="25400" tIns="12700" rIns="25400" bIns="12700" anchor="t">
            <a:spAutoFit/>
          </a:bodyPr>
          <a:lstStyle/>
          <a:p>
            <a:pPr algn="ctr">
              <a:lnSpc>
                <a:spcPct val="100000"/>
              </a:lnSpc>
            </a:pPr>
            <a:r>
              <a:rPr sz="1270" b="1">
                <a:solidFill>
                  <a:srgbClr val="232323"/>
                </a:solidFill>
              </a:rPr>
              <a:t>チーム3・6・8・9</a:t>
            </a:r>
          </a:p>
        </p:txBody>
      </p:sp>
      <p:sp>
        <p:nvSpPr>
          <p:cNvPr id="21" name="TextBox 20"/>
          <p:cNvSpPr txBox="1"/>
          <p:nvPr/>
        </p:nvSpPr>
        <p:spPr>
          <a:xfrm>
            <a:off x="6227064" y="2542032"/>
            <a:ext cx="2386584" cy="310896"/>
          </a:xfrm>
          <a:prstGeom prst="rect">
            <a:avLst/>
          </a:prstGeom>
          <a:noFill/>
        </p:spPr>
        <p:txBody>
          <a:bodyPr wrap="square" lIns="25400" tIns="12700" rIns="25400" bIns="12700" anchor="t">
            <a:spAutoFit/>
          </a:bodyPr>
          <a:lstStyle/>
          <a:p>
            <a:pPr algn="ctr">
              <a:lnSpc>
                <a:spcPct val="112000"/>
              </a:lnSpc>
            </a:pPr>
            <a:r>
              <a:rPr sz="919" b="0">
                <a:solidFill>
                  <a:srgbClr val="232323"/>
                </a:solidFill>
              </a:rPr>
              <a:t>論点の切り分けと範囲の絞り込みが必要</a:t>
            </a:r>
          </a:p>
        </p:txBody>
      </p:sp>
      <p:sp>
        <p:nvSpPr>
          <p:cNvPr id="22" name="Rectangle 21"/>
          <p:cNvSpPr/>
          <p:nvPr/>
        </p:nvSpPr>
        <p:spPr>
          <a:xfrm>
            <a:off x="8805672" y="1847088"/>
            <a:ext cx="2606040" cy="1060704"/>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8805672" y="1847088"/>
            <a:ext cx="2606040" cy="347472"/>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805672" y="1847088"/>
            <a:ext cx="2606040" cy="347472"/>
          </a:xfrm>
          <a:prstGeom prst="rect">
            <a:avLst/>
          </a:prstGeom>
          <a:noFill/>
        </p:spPr>
        <p:txBody>
          <a:bodyPr wrap="square" lIns="25400" tIns="12700" rIns="25400" bIns="12700" anchor="ctr">
            <a:spAutoFit/>
          </a:bodyPr>
          <a:lstStyle/>
          <a:p>
            <a:pPr algn="ctr">
              <a:lnSpc>
                <a:spcPct val="100000"/>
              </a:lnSpc>
            </a:pPr>
            <a:r>
              <a:rPr sz="1270" b="1">
                <a:solidFill>
                  <a:srgbClr val="FFFFFF"/>
                </a:solidFill>
              </a:rPr>
              <a:t>C　1チーム</a:t>
            </a:r>
          </a:p>
        </p:txBody>
      </p:sp>
      <p:sp>
        <p:nvSpPr>
          <p:cNvPr id="25" name="TextBox 24"/>
          <p:cNvSpPr txBox="1"/>
          <p:nvPr/>
        </p:nvSpPr>
        <p:spPr>
          <a:xfrm>
            <a:off x="8897112" y="2249424"/>
            <a:ext cx="2423160" cy="256032"/>
          </a:xfrm>
          <a:prstGeom prst="rect">
            <a:avLst/>
          </a:prstGeom>
          <a:noFill/>
        </p:spPr>
        <p:txBody>
          <a:bodyPr wrap="square" lIns="25400" tIns="12700" rIns="25400" bIns="12700" anchor="t">
            <a:spAutoFit/>
          </a:bodyPr>
          <a:lstStyle/>
          <a:p>
            <a:pPr algn="ctr">
              <a:lnSpc>
                <a:spcPct val="100000"/>
              </a:lnSpc>
            </a:pPr>
            <a:r>
              <a:rPr sz="1270" b="1">
                <a:solidFill>
                  <a:srgbClr val="232323"/>
                </a:solidFill>
              </a:rPr>
              <a:t>チーム4</a:t>
            </a:r>
          </a:p>
        </p:txBody>
      </p:sp>
      <p:sp>
        <p:nvSpPr>
          <p:cNvPr id="26" name="TextBox 25"/>
          <p:cNvSpPr txBox="1"/>
          <p:nvPr/>
        </p:nvSpPr>
        <p:spPr>
          <a:xfrm>
            <a:off x="8915400" y="2542032"/>
            <a:ext cx="2386584" cy="310896"/>
          </a:xfrm>
          <a:prstGeom prst="rect">
            <a:avLst/>
          </a:prstGeom>
          <a:noFill/>
        </p:spPr>
        <p:txBody>
          <a:bodyPr wrap="square" lIns="25400" tIns="12700" rIns="25400" bIns="12700" anchor="t">
            <a:spAutoFit/>
          </a:bodyPr>
          <a:lstStyle/>
          <a:p>
            <a:pPr algn="ctr">
              <a:lnSpc>
                <a:spcPct val="112000"/>
              </a:lnSpc>
            </a:pPr>
            <a:r>
              <a:rPr sz="919" b="0">
                <a:solidFill>
                  <a:srgbClr val="232323"/>
                </a:solidFill>
              </a:rPr>
              <a:t>現行案では難しく、再設計が必要</a:t>
            </a:r>
          </a:p>
        </p:txBody>
      </p:sp>
      <p:sp>
        <p:nvSpPr>
          <p:cNvPr id="27" name="TextBox 26"/>
          <p:cNvSpPr txBox="1"/>
          <p:nvPr/>
        </p:nvSpPr>
        <p:spPr>
          <a:xfrm>
            <a:off x="740664" y="3035808"/>
            <a:ext cx="10716768" cy="402336"/>
          </a:xfrm>
          <a:prstGeom prst="rect">
            <a:avLst/>
          </a:prstGeom>
          <a:noFill/>
        </p:spPr>
        <p:txBody>
          <a:bodyPr wrap="square" lIns="25400" tIns="12700" rIns="25400" bIns="12700" anchor="t">
            <a:spAutoFit/>
          </a:bodyPr>
          <a:lstStyle/>
          <a:p>
            <a:pPr algn="l">
              <a:lnSpc>
                <a:spcPct val="120000"/>
              </a:lnSpc>
            </a:pPr>
            <a:r>
              <a:rPr sz="950" b="0">
                <a:solidFill>
                  <a:srgbClr val="232323"/>
                </a:solidFill>
              </a:rPr>
              <a:t>重点フォローのチーム3・6・8・9は、企画自体が実現できないという意味ではない。外部データ／個人情報・権限／ファイル保管／メール送信／エージェントフロー連携のどこに論点があるかを切り分け、手動運用やSharePoint格納で回避できる範囲を明確にする。回避可能な論点はチーム側で進行し、事務局判断が必要な論点のみ確認事項として残す。</a:t>
            </a:r>
          </a:p>
        </p:txBody>
      </p:sp>
      <p:sp>
        <p:nvSpPr>
          <p:cNvPr id="28" name="Rectangle 27"/>
          <p:cNvSpPr/>
          <p:nvPr/>
        </p:nvSpPr>
        <p:spPr>
          <a:xfrm>
            <a:off x="740664" y="3675887"/>
            <a:ext cx="10716768" cy="530352"/>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86968" y="3675887"/>
            <a:ext cx="1828800" cy="530352"/>
          </a:xfrm>
          <a:prstGeom prst="rect">
            <a:avLst/>
          </a:prstGeom>
          <a:noFill/>
        </p:spPr>
        <p:txBody>
          <a:bodyPr wrap="square" lIns="25400" tIns="12700" rIns="25400" bIns="12700" anchor="ctr">
            <a:spAutoFit/>
          </a:bodyPr>
          <a:lstStyle/>
          <a:p>
            <a:pPr algn="l">
              <a:lnSpc>
                <a:spcPct val="100000"/>
              </a:lnSpc>
            </a:pPr>
            <a:r>
              <a:rPr sz="1270" b="1">
                <a:solidFill>
                  <a:srgbClr val="1B5C80"/>
                </a:solidFill>
              </a:rPr>
              <a:t>外部データ</a:t>
            </a:r>
          </a:p>
        </p:txBody>
      </p:sp>
      <p:sp>
        <p:nvSpPr>
          <p:cNvPr id="30" name="TextBox 29"/>
          <p:cNvSpPr txBox="1"/>
          <p:nvPr/>
        </p:nvSpPr>
        <p:spPr>
          <a:xfrm>
            <a:off x="2752344" y="3675887"/>
            <a:ext cx="8503920" cy="530352"/>
          </a:xfrm>
          <a:prstGeom prst="rect">
            <a:avLst/>
          </a:prstGeom>
          <a:noFill/>
        </p:spPr>
        <p:txBody>
          <a:bodyPr wrap="square" lIns="25400" tIns="12700" rIns="25400" bIns="12700" anchor="ctr">
            <a:spAutoFit/>
          </a:bodyPr>
          <a:lstStyle/>
          <a:p>
            <a:pPr algn="l">
              <a:lnSpc>
                <a:spcPct val="114000"/>
              </a:lnSpc>
            </a:pPr>
            <a:r>
              <a:rPr sz="950" b="0">
                <a:solidFill>
                  <a:srgbClr val="232323"/>
                </a:solidFill>
              </a:rPr>
              <a:t>外部Web・APIは使用しない。必要な資料は人が取得しSharePointへ格納する方針で回避予定（チーム3・4）。</a:t>
            </a:r>
          </a:p>
        </p:txBody>
      </p:sp>
      <p:sp>
        <p:nvSpPr>
          <p:cNvPr id="31" name="Rectangle 30"/>
          <p:cNvSpPr/>
          <p:nvPr/>
        </p:nvSpPr>
        <p:spPr>
          <a:xfrm>
            <a:off x="740664" y="4261103"/>
            <a:ext cx="10716768" cy="530352"/>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86968" y="4261103"/>
            <a:ext cx="1828800" cy="530352"/>
          </a:xfrm>
          <a:prstGeom prst="rect">
            <a:avLst/>
          </a:prstGeom>
          <a:noFill/>
        </p:spPr>
        <p:txBody>
          <a:bodyPr wrap="square" lIns="25400" tIns="12700" rIns="25400" bIns="12700" anchor="ctr">
            <a:spAutoFit/>
          </a:bodyPr>
          <a:lstStyle/>
          <a:p>
            <a:pPr algn="l">
              <a:lnSpc>
                <a:spcPct val="100000"/>
              </a:lnSpc>
            </a:pPr>
            <a:r>
              <a:rPr sz="1270" b="1">
                <a:solidFill>
                  <a:srgbClr val="1B5C80"/>
                </a:solidFill>
              </a:rPr>
              <a:t>個人情報・権限</a:t>
            </a:r>
          </a:p>
        </p:txBody>
      </p:sp>
      <p:sp>
        <p:nvSpPr>
          <p:cNvPr id="33" name="TextBox 32"/>
          <p:cNvSpPr txBox="1"/>
          <p:nvPr/>
        </p:nvSpPr>
        <p:spPr>
          <a:xfrm>
            <a:off x="2752344" y="4261103"/>
            <a:ext cx="8503920" cy="530352"/>
          </a:xfrm>
          <a:prstGeom prst="rect">
            <a:avLst/>
          </a:prstGeom>
          <a:noFill/>
        </p:spPr>
        <p:txBody>
          <a:bodyPr wrap="square" lIns="25400" tIns="12700" rIns="25400" bIns="12700" anchor="ctr">
            <a:spAutoFit/>
          </a:bodyPr>
          <a:lstStyle/>
          <a:p>
            <a:pPr algn="l">
              <a:lnSpc>
                <a:spcPct val="114000"/>
              </a:lnSpc>
            </a:pPr>
            <a:r>
              <a:rPr sz="950" b="0">
                <a:solidFill>
                  <a:srgbClr val="232323"/>
                </a:solidFill>
              </a:rPr>
              <a:t>予定表・会議室・メール・Teams情報の扱いは事務局確認が必要。設計に影響する（チーム8・9）。</a:t>
            </a:r>
          </a:p>
        </p:txBody>
      </p:sp>
      <p:sp>
        <p:nvSpPr>
          <p:cNvPr id="34" name="Rectangle 33"/>
          <p:cNvSpPr/>
          <p:nvPr/>
        </p:nvSpPr>
        <p:spPr>
          <a:xfrm>
            <a:off x="740664" y="4846319"/>
            <a:ext cx="10716768" cy="530352"/>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86968" y="4846319"/>
            <a:ext cx="1828800" cy="530352"/>
          </a:xfrm>
          <a:prstGeom prst="rect">
            <a:avLst/>
          </a:prstGeom>
          <a:noFill/>
        </p:spPr>
        <p:txBody>
          <a:bodyPr wrap="square" lIns="25400" tIns="12700" rIns="25400" bIns="12700" anchor="ctr">
            <a:spAutoFit/>
          </a:bodyPr>
          <a:lstStyle/>
          <a:p>
            <a:pPr algn="l">
              <a:lnSpc>
                <a:spcPct val="100000"/>
              </a:lnSpc>
            </a:pPr>
            <a:r>
              <a:rPr sz="1270" b="1">
                <a:solidFill>
                  <a:srgbClr val="1B5C80"/>
                </a:solidFill>
              </a:rPr>
              <a:t>ファイル保管</a:t>
            </a:r>
          </a:p>
        </p:txBody>
      </p:sp>
      <p:sp>
        <p:nvSpPr>
          <p:cNvPr id="36" name="TextBox 35"/>
          <p:cNvSpPr txBox="1"/>
          <p:nvPr/>
        </p:nvSpPr>
        <p:spPr>
          <a:xfrm>
            <a:off x="2752344" y="4846319"/>
            <a:ext cx="8503920" cy="530352"/>
          </a:xfrm>
          <a:prstGeom prst="rect">
            <a:avLst/>
          </a:prstGeom>
          <a:noFill/>
        </p:spPr>
        <p:txBody>
          <a:bodyPr wrap="square" lIns="25400" tIns="12700" rIns="25400" bIns="12700" anchor="ctr">
            <a:spAutoFit/>
          </a:bodyPr>
          <a:lstStyle/>
          <a:p>
            <a:pPr algn="l">
              <a:lnSpc>
                <a:spcPct val="114000"/>
              </a:lnSpc>
            </a:pPr>
            <a:r>
              <a:rPr sz="950" b="0">
                <a:solidFill>
                  <a:srgbClr val="232323"/>
                </a:solidFill>
              </a:rPr>
              <a:t>共有ファイルサーバの直接参照は不可。SharePoint／OneDrive格納を原則とする。個人情報や極秘情報を含む場合はマスキング等の追加対応が必要（チーム5・6・9）。</a:t>
            </a:r>
          </a:p>
        </p:txBody>
      </p:sp>
      <p:sp>
        <p:nvSpPr>
          <p:cNvPr id="37" name="Rectangle 36"/>
          <p:cNvSpPr/>
          <p:nvPr/>
        </p:nvSpPr>
        <p:spPr>
          <a:xfrm>
            <a:off x="740664" y="5431535"/>
            <a:ext cx="10716768" cy="530352"/>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86968" y="5431535"/>
            <a:ext cx="1828800" cy="530352"/>
          </a:xfrm>
          <a:prstGeom prst="rect">
            <a:avLst/>
          </a:prstGeom>
          <a:noFill/>
        </p:spPr>
        <p:txBody>
          <a:bodyPr wrap="square" lIns="25400" tIns="12700" rIns="25400" bIns="12700" anchor="ctr">
            <a:spAutoFit/>
          </a:bodyPr>
          <a:lstStyle/>
          <a:p>
            <a:pPr algn="l">
              <a:lnSpc>
                <a:spcPct val="100000"/>
              </a:lnSpc>
            </a:pPr>
            <a:r>
              <a:rPr sz="1270" b="1">
                <a:solidFill>
                  <a:srgbClr val="1B5C80"/>
                </a:solidFill>
              </a:rPr>
              <a:t>エージェントフロー</a:t>
            </a:r>
          </a:p>
        </p:txBody>
      </p:sp>
      <p:sp>
        <p:nvSpPr>
          <p:cNvPr id="39" name="TextBox 38"/>
          <p:cNvSpPr txBox="1"/>
          <p:nvPr/>
        </p:nvSpPr>
        <p:spPr>
          <a:xfrm>
            <a:off x="2752344" y="5431535"/>
            <a:ext cx="8503920" cy="530352"/>
          </a:xfrm>
          <a:prstGeom prst="rect">
            <a:avLst/>
          </a:prstGeom>
          <a:noFill/>
        </p:spPr>
        <p:txBody>
          <a:bodyPr wrap="square" lIns="25400" tIns="12700" rIns="25400" bIns="12700" anchor="ctr">
            <a:spAutoFit/>
          </a:bodyPr>
          <a:lstStyle/>
          <a:p>
            <a:pPr algn="l">
              <a:lnSpc>
                <a:spcPct val="114000"/>
              </a:lnSpc>
            </a:pPr>
            <a:r>
              <a:rPr sz="950" b="0">
                <a:solidFill>
                  <a:srgbClr val="232323"/>
                </a:solidFill>
              </a:rPr>
              <a:t>Power Automate側でエージェントフローを呼び出す構成の場合のみ「When an agent calls the flow」の使用が必要。直接連携しない場合は対象外。</a:t>
            </a:r>
          </a:p>
        </p:txBody>
      </p:sp>
      <p:sp>
        <p:nvSpPr>
          <p:cNvPr id="40" name="Rectangle 39"/>
          <p:cNvSpPr/>
          <p:nvPr/>
        </p:nvSpPr>
        <p:spPr>
          <a:xfrm>
            <a:off x="740664" y="6035040"/>
            <a:ext cx="10716768" cy="32918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886968" y="6035040"/>
            <a:ext cx="10424160" cy="329184"/>
          </a:xfrm>
          <a:prstGeom prst="rect">
            <a:avLst/>
          </a:prstGeom>
          <a:noFill/>
        </p:spPr>
        <p:txBody>
          <a:bodyPr wrap="square" lIns="25400" tIns="12700" rIns="25400" bIns="12700" anchor="ctr">
            <a:spAutoFit/>
          </a:bodyPr>
          <a:lstStyle/>
          <a:p>
            <a:pPr algn="l">
              <a:lnSpc>
                <a:spcPct val="100000"/>
              </a:lnSpc>
            </a:pPr>
            <a:r>
              <a:rPr sz="950" b="1">
                <a:solidFill>
                  <a:srgbClr val="232323"/>
                </a:solidFill>
              </a:rPr>
              <a:t>全チーム共有事項：Power Automate側でエージェントフローを呼び出す場合は「When an agent calls the flow」のみを使用する（詳細はスライド9）。</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使用アプリ想定と構築ボリューム（相対値）</a:t>
            </a:r>
          </a:p>
        </p:txBody>
      </p:sp>
      <p:sp>
        <p:nvSpPr>
          <p:cNvPr id="3" name="Text Placeholder 2"/>
          <p:cNvSpPr>
            <a:spLocks noGrp="1"/>
          </p:cNvSpPr>
          <p:nvPr>
            <p:ph type="body" sz="half" idx="2"/>
          </p:nvPr>
        </p:nvSpPr>
        <p:spPr/>
        <p:txBody>
          <a:bodyPr/>
          <a:lstStyle/>
          <a:p>
            <a:r>
              <a:rPr sz="1270">
                <a:solidFill>
                  <a:srgbClr val="6E767C"/>
                </a:solidFill>
              </a:rPr>
              <a:t>アプリの数ではなく、アプリごとの構築量の相対値と合計で比較する</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7</a:t>
            </a:r>
          </a:p>
        </p:txBody>
      </p:sp>
      <p:sp>
        <p:nvSpPr>
          <p:cNvPr id="5" name="TextBox 4"/>
          <p:cNvSpPr txBox="1"/>
          <p:nvPr/>
        </p:nvSpPr>
        <p:spPr>
          <a:xfrm>
            <a:off x="740664" y="1152144"/>
            <a:ext cx="10716768" cy="237744"/>
          </a:xfrm>
          <a:prstGeom prst="rect">
            <a:avLst/>
          </a:prstGeom>
          <a:noFill/>
        </p:spPr>
        <p:txBody>
          <a:bodyPr wrap="square" lIns="25400" tIns="12700" rIns="25400" bIns="12700" anchor="t">
            <a:spAutoFit/>
          </a:bodyPr>
          <a:lstStyle/>
          <a:p>
            <a:pPr algn="l">
              <a:lnSpc>
                <a:spcPct val="100000"/>
              </a:lnSpc>
            </a:pPr>
            <a:r>
              <a:rPr sz="919" b="0">
                <a:solidFill>
                  <a:srgbClr val="232323"/>
                </a:solidFill>
              </a:rPr>
              <a:t>数値は工数ではなく比較用の相対値。太字は各チームで最も作り込みが大きいアプリ。Forms・Power BIは使用しない前提のため列から除外している。</a:t>
            </a:r>
          </a:p>
        </p:txBody>
      </p:sp>
      <p:graphicFrame>
        <p:nvGraphicFramePr>
          <p:cNvPr id="6" name="Table 5"/>
          <p:cNvGraphicFramePr>
            <a:graphicFrameLocks noGrp="1"/>
          </p:cNvGraphicFramePr>
          <p:nvPr>
            <p:extLst>
              <p:ext uri="{D42A27DB-BD31-4B8C-83A1-F6EECF244321}">
                <p14:modId xmlns:p14="http://schemas.microsoft.com/office/powerpoint/2010/main" val="2624559999"/>
              </p:ext>
            </p:extLst>
          </p:nvPr>
        </p:nvGraphicFramePr>
        <p:xfrm>
          <a:off x="740664" y="1463040"/>
          <a:ext cx="10716768" cy="4338828"/>
        </p:xfrm>
        <a:graphic>
          <a:graphicData uri="http://schemas.openxmlformats.org/drawingml/2006/table">
            <a:tbl>
              <a:tblPr>
                <a:tableStyleId>{5C22544A-7EE6-4342-B048-85BDC9FD1C3A}</a:tableStyleId>
              </a:tblPr>
              <a:tblGrid>
                <a:gridCol w="731520">
                  <a:extLst>
                    <a:ext uri="{9D8B030D-6E8A-4147-A177-3AD203B41FA5}">
                      <a16:colId xmlns:a16="http://schemas.microsoft.com/office/drawing/2014/main" val="20000"/>
                    </a:ext>
                  </a:extLst>
                </a:gridCol>
                <a:gridCol w="713232">
                  <a:extLst>
                    <a:ext uri="{9D8B030D-6E8A-4147-A177-3AD203B41FA5}">
                      <a16:colId xmlns:a16="http://schemas.microsoft.com/office/drawing/2014/main" val="20001"/>
                    </a:ext>
                  </a:extLst>
                </a:gridCol>
                <a:gridCol w="749808">
                  <a:extLst>
                    <a:ext uri="{9D8B030D-6E8A-4147-A177-3AD203B41FA5}">
                      <a16:colId xmlns:a16="http://schemas.microsoft.com/office/drawing/2014/main" val="20002"/>
                    </a:ext>
                  </a:extLst>
                </a:gridCol>
                <a:gridCol w="932688">
                  <a:extLst>
                    <a:ext uri="{9D8B030D-6E8A-4147-A177-3AD203B41FA5}">
                      <a16:colId xmlns:a16="http://schemas.microsoft.com/office/drawing/2014/main" val="20003"/>
                    </a:ext>
                  </a:extLst>
                </a:gridCol>
                <a:gridCol w="658368">
                  <a:extLst>
                    <a:ext uri="{9D8B030D-6E8A-4147-A177-3AD203B41FA5}">
                      <a16:colId xmlns:a16="http://schemas.microsoft.com/office/drawing/2014/main" val="20004"/>
                    </a:ext>
                  </a:extLst>
                </a:gridCol>
                <a:gridCol w="713232">
                  <a:extLst>
                    <a:ext uri="{9D8B030D-6E8A-4147-A177-3AD203B41FA5}">
                      <a16:colId xmlns:a16="http://schemas.microsoft.com/office/drawing/2014/main" val="20005"/>
                    </a:ext>
                  </a:extLst>
                </a:gridCol>
                <a:gridCol w="658368">
                  <a:extLst>
                    <a:ext uri="{9D8B030D-6E8A-4147-A177-3AD203B41FA5}">
                      <a16:colId xmlns:a16="http://schemas.microsoft.com/office/drawing/2014/main" val="20006"/>
                    </a:ext>
                  </a:extLst>
                </a:gridCol>
                <a:gridCol w="731520">
                  <a:extLst>
                    <a:ext uri="{9D8B030D-6E8A-4147-A177-3AD203B41FA5}">
                      <a16:colId xmlns:a16="http://schemas.microsoft.com/office/drawing/2014/main" val="20007"/>
                    </a:ext>
                  </a:extLst>
                </a:gridCol>
                <a:gridCol w="548640">
                  <a:extLst>
                    <a:ext uri="{9D8B030D-6E8A-4147-A177-3AD203B41FA5}">
                      <a16:colId xmlns:a16="http://schemas.microsoft.com/office/drawing/2014/main" val="20008"/>
                    </a:ext>
                  </a:extLst>
                </a:gridCol>
                <a:gridCol w="2615184">
                  <a:extLst>
                    <a:ext uri="{9D8B030D-6E8A-4147-A177-3AD203B41FA5}">
                      <a16:colId xmlns:a16="http://schemas.microsoft.com/office/drawing/2014/main" val="20009"/>
                    </a:ext>
                  </a:extLst>
                </a:gridCol>
                <a:gridCol w="566928">
                  <a:extLst>
                    <a:ext uri="{9D8B030D-6E8A-4147-A177-3AD203B41FA5}">
                      <a16:colId xmlns:a16="http://schemas.microsoft.com/office/drawing/2014/main" val="20010"/>
                    </a:ext>
                  </a:extLst>
                </a:gridCol>
                <a:gridCol w="1097280">
                  <a:extLst>
                    <a:ext uri="{9D8B030D-6E8A-4147-A177-3AD203B41FA5}">
                      <a16:colId xmlns:a16="http://schemas.microsoft.com/office/drawing/2014/main" val="20011"/>
                    </a:ext>
                  </a:extLst>
                </a:gridCol>
              </a:tblGrid>
              <a:tr h="566928">
                <a:tc>
                  <a:txBody>
                    <a:bodyPr/>
                    <a:lstStyle/>
                    <a:p>
                      <a:pPr algn="ctr">
                        <a:lnSpc>
                          <a:spcPct val="96000"/>
                        </a:lnSpc>
                      </a:pPr>
                      <a:r>
                        <a:rPr sz="1089" b="1">
                          <a:solidFill>
                            <a:srgbClr val="FFFFFF"/>
                          </a:solidFill>
                        </a:rPr>
                        <a:t>チーム</a:t>
                      </a:r>
                    </a:p>
                  </a:txBody>
                  <a:tcPr marL="50800" marR="50800" marT="12700" marB="12700" anchor="ctr">
                    <a:solidFill>
                      <a:srgbClr val="1B5C80"/>
                    </a:solidFill>
                  </a:tcPr>
                </a:tc>
                <a:tc>
                  <a:txBody>
                    <a:bodyPr/>
                    <a:lstStyle/>
                    <a:p>
                      <a:pPr algn="ctr">
                        <a:lnSpc>
                          <a:spcPct val="96000"/>
                        </a:lnSpc>
                      </a:pPr>
                      <a:endParaRPr dirty="0">
                        <a:solidFill>
                          <a:schemeClr val="tx1"/>
                        </a:solidFill>
                      </a:endParaRPr>
                    </a:p>
                    <a:p>
                      <a:pPr algn="ctr">
                        <a:lnSpc>
                          <a:spcPct val="96000"/>
                        </a:lnSpc>
                      </a:pPr>
                      <a:r>
                        <a:rPr sz="860" b="1" dirty="0">
                          <a:solidFill>
                            <a:schemeClr val="tx1"/>
                          </a:solidFill>
                        </a:rPr>
                        <a:t>Copilot Studio</a:t>
                      </a:r>
                    </a:p>
                  </a:txBody>
                  <a:tcPr marL="50800" marR="50800" marT="12700" marB="12700" anchor="b">
                    <a:solidFill>
                      <a:schemeClr val="accent2">
                        <a:lumMod val="20000"/>
                        <a:lumOff val="80000"/>
                      </a:schemeClr>
                    </a:solidFill>
                  </a:tcPr>
                </a:tc>
                <a:tc>
                  <a:txBody>
                    <a:bodyPr/>
                    <a:lstStyle/>
                    <a:p>
                      <a:pPr algn="ctr">
                        <a:lnSpc>
                          <a:spcPct val="96000"/>
                        </a:lnSpc>
                      </a:pPr>
                      <a:endParaRPr dirty="0">
                        <a:solidFill>
                          <a:schemeClr val="tx1"/>
                        </a:solidFill>
                      </a:endParaRPr>
                    </a:p>
                    <a:p>
                      <a:pPr algn="ctr">
                        <a:lnSpc>
                          <a:spcPct val="96000"/>
                        </a:lnSpc>
                      </a:pPr>
                      <a:r>
                        <a:rPr sz="860" b="1" dirty="0">
                          <a:solidFill>
                            <a:schemeClr val="tx1"/>
                          </a:solidFill>
                        </a:rPr>
                        <a:t>Power Automate</a:t>
                      </a:r>
                    </a:p>
                  </a:txBody>
                  <a:tcPr marL="50800" marR="50800" marT="12700" marB="12700" anchor="b">
                    <a:solidFill>
                      <a:schemeClr val="accent2">
                        <a:lumMod val="20000"/>
                        <a:lumOff val="80000"/>
                      </a:schemeClr>
                    </a:solidFill>
                  </a:tcPr>
                </a:tc>
                <a:tc>
                  <a:txBody>
                    <a:bodyPr/>
                    <a:lstStyle/>
                    <a:p>
                      <a:pPr algn="ctr">
                        <a:lnSpc>
                          <a:spcPct val="96000"/>
                        </a:lnSpc>
                      </a:pPr>
                      <a:endParaRPr dirty="0">
                        <a:solidFill>
                          <a:schemeClr val="tx1"/>
                        </a:solidFill>
                      </a:endParaRPr>
                    </a:p>
                    <a:p>
                      <a:pPr algn="ctr">
                        <a:lnSpc>
                          <a:spcPct val="96000"/>
                        </a:lnSpc>
                      </a:pPr>
                      <a:r>
                        <a:rPr sz="860" b="1" dirty="0">
                          <a:solidFill>
                            <a:schemeClr val="tx1"/>
                          </a:solidFill>
                        </a:rPr>
                        <a:t>SharePoint / OneDrive</a:t>
                      </a:r>
                    </a:p>
                  </a:txBody>
                  <a:tcPr marL="50800" marR="50800" marT="12700" marB="12700" anchor="b">
                    <a:solidFill>
                      <a:schemeClr val="accent2">
                        <a:lumMod val="20000"/>
                        <a:lumOff val="80000"/>
                      </a:schemeClr>
                    </a:solidFill>
                  </a:tcPr>
                </a:tc>
                <a:tc>
                  <a:txBody>
                    <a:bodyPr/>
                    <a:lstStyle/>
                    <a:p>
                      <a:pPr algn="ctr">
                        <a:lnSpc>
                          <a:spcPct val="96000"/>
                        </a:lnSpc>
                      </a:pPr>
                      <a:endParaRPr dirty="0">
                        <a:solidFill>
                          <a:schemeClr val="tx1"/>
                        </a:solidFill>
                      </a:endParaRPr>
                    </a:p>
                    <a:p>
                      <a:pPr algn="ctr">
                        <a:lnSpc>
                          <a:spcPct val="96000"/>
                        </a:lnSpc>
                      </a:pPr>
                      <a:r>
                        <a:rPr sz="860" b="1" dirty="0">
                          <a:solidFill>
                            <a:schemeClr val="tx1"/>
                          </a:solidFill>
                        </a:rPr>
                        <a:t>Teams</a:t>
                      </a:r>
                    </a:p>
                  </a:txBody>
                  <a:tcPr marL="50800" marR="50800" marT="12700" marB="12700" anchor="b">
                    <a:solidFill>
                      <a:schemeClr val="accent2">
                        <a:lumMod val="20000"/>
                        <a:lumOff val="80000"/>
                      </a:schemeClr>
                    </a:solidFill>
                  </a:tcPr>
                </a:tc>
                <a:tc>
                  <a:txBody>
                    <a:bodyPr/>
                    <a:lstStyle/>
                    <a:p>
                      <a:pPr algn="ctr">
                        <a:lnSpc>
                          <a:spcPct val="96000"/>
                        </a:lnSpc>
                      </a:pPr>
                      <a:endParaRPr dirty="0">
                        <a:solidFill>
                          <a:schemeClr val="tx1"/>
                        </a:solidFill>
                      </a:endParaRPr>
                    </a:p>
                    <a:p>
                      <a:pPr algn="ctr">
                        <a:lnSpc>
                          <a:spcPct val="96000"/>
                        </a:lnSpc>
                      </a:pPr>
                      <a:r>
                        <a:rPr sz="860" b="1" dirty="0">
                          <a:solidFill>
                            <a:schemeClr val="tx1"/>
                          </a:solidFill>
                        </a:rPr>
                        <a:t>Outlook</a:t>
                      </a:r>
                    </a:p>
                  </a:txBody>
                  <a:tcPr marL="50800" marR="50800" marT="12700" marB="12700" anchor="b">
                    <a:solidFill>
                      <a:schemeClr val="accent2">
                        <a:lumMod val="20000"/>
                        <a:lumOff val="80000"/>
                      </a:schemeClr>
                    </a:solidFill>
                  </a:tcPr>
                </a:tc>
                <a:tc>
                  <a:txBody>
                    <a:bodyPr/>
                    <a:lstStyle/>
                    <a:p>
                      <a:pPr algn="ctr">
                        <a:lnSpc>
                          <a:spcPct val="96000"/>
                        </a:lnSpc>
                      </a:pPr>
                      <a:endParaRPr dirty="0">
                        <a:solidFill>
                          <a:schemeClr val="tx1"/>
                        </a:solidFill>
                      </a:endParaRPr>
                    </a:p>
                    <a:p>
                      <a:pPr algn="ctr">
                        <a:lnSpc>
                          <a:spcPct val="96000"/>
                        </a:lnSpc>
                      </a:pPr>
                      <a:r>
                        <a:rPr sz="860" b="1" dirty="0">
                          <a:solidFill>
                            <a:schemeClr val="tx1"/>
                          </a:solidFill>
                        </a:rPr>
                        <a:t>Excel</a:t>
                      </a:r>
                    </a:p>
                  </a:txBody>
                  <a:tcPr marL="50800" marR="50800" marT="12700" marB="12700" anchor="b">
                    <a:solidFill>
                      <a:schemeClr val="accent2">
                        <a:lumMod val="20000"/>
                        <a:lumOff val="80000"/>
                      </a:schemeClr>
                    </a:solidFill>
                  </a:tcPr>
                </a:tc>
                <a:tc>
                  <a:txBody>
                    <a:bodyPr/>
                    <a:lstStyle/>
                    <a:p>
                      <a:pPr algn="ctr">
                        <a:lnSpc>
                          <a:spcPct val="96000"/>
                        </a:lnSpc>
                      </a:pPr>
                      <a:endParaRPr dirty="0">
                        <a:solidFill>
                          <a:schemeClr val="tx1"/>
                        </a:solidFill>
                      </a:endParaRPr>
                    </a:p>
                    <a:p>
                      <a:pPr algn="ctr">
                        <a:lnSpc>
                          <a:spcPct val="96000"/>
                        </a:lnSpc>
                      </a:pPr>
                      <a:r>
                        <a:rPr sz="860" b="1" dirty="0">
                          <a:solidFill>
                            <a:schemeClr val="tx1"/>
                          </a:solidFill>
                        </a:rPr>
                        <a:t>Word / PPT</a:t>
                      </a:r>
                    </a:p>
                  </a:txBody>
                  <a:tcPr marL="50800" marR="50800" marT="12700" marB="12700" anchor="b">
                    <a:solidFill>
                      <a:schemeClr val="accent2">
                        <a:lumMod val="20000"/>
                        <a:lumOff val="80000"/>
                      </a:schemeClr>
                    </a:solidFill>
                  </a:tcPr>
                </a:tc>
                <a:tc>
                  <a:txBody>
                    <a:bodyPr/>
                    <a:lstStyle/>
                    <a:p>
                      <a:pPr algn="ctr">
                        <a:lnSpc>
                          <a:spcPct val="96000"/>
                        </a:lnSpc>
                      </a:pPr>
                      <a:r>
                        <a:rPr sz="1089" b="1">
                          <a:solidFill>
                            <a:srgbClr val="FFFFFF"/>
                          </a:solidFill>
                        </a:rPr>
                        <a:t>その他</a:t>
                      </a:r>
                    </a:p>
                  </a:txBody>
                  <a:tcPr marL="50800" marR="50800" marT="12700" marB="12700" anchor="ctr">
                    <a:solidFill>
                      <a:srgbClr val="1B5C80"/>
                    </a:solidFill>
                  </a:tcPr>
                </a:tc>
                <a:tc>
                  <a:txBody>
                    <a:bodyPr/>
                    <a:lstStyle/>
                    <a:p>
                      <a:pPr algn="ctr">
                        <a:lnSpc>
                          <a:spcPct val="96000"/>
                        </a:lnSpc>
                      </a:pPr>
                      <a:r>
                        <a:rPr sz="1089" b="1">
                          <a:solidFill>
                            <a:srgbClr val="FFFFFF"/>
                          </a:solidFill>
                        </a:rPr>
                        <a:t>その他の内容</a:t>
                      </a:r>
                    </a:p>
                  </a:txBody>
                  <a:tcPr marL="50800" marR="50800" marT="12700" marB="12700" anchor="ctr">
                    <a:solidFill>
                      <a:srgbClr val="1B5C80"/>
                    </a:solidFill>
                  </a:tcPr>
                </a:tc>
                <a:tc>
                  <a:txBody>
                    <a:bodyPr/>
                    <a:lstStyle/>
                    <a:p>
                      <a:pPr algn="ctr">
                        <a:lnSpc>
                          <a:spcPct val="96000"/>
                        </a:lnSpc>
                      </a:pPr>
                      <a:r>
                        <a:rPr sz="1089" b="1">
                          <a:solidFill>
                            <a:srgbClr val="FFFFFF"/>
                          </a:solidFill>
                        </a:rPr>
                        <a:t>合計</a:t>
                      </a:r>
                    </a:p>
                  </a:txBody>
                  <a:tcPr marL="50800" marR="50800" marT="12700" marB="12700" anchor="ctr">
                    <a:solidFill>
                      <a:srgbClr val="1B5C80"/>
                    </a:solidFill>
                  </a:tcPr>
                </a:tc>
                <a:tc>
                  <a:txBody>
                    <a:bodyPr/>
                    <a:lstStyle/>
                    <a:p>
                      <a:pPr algn="ctr">
                        <a:lnSpc>
                          <a:spcPct val="96000"/>
                        </a:lnSpc>
                      </a:pPr>
                      <a:r>
                        <a:rPr sz="1089" b="1">
                          <a:solidFill>
                            <a:srgbClr val="FFFFFF"/>
                          </a:solidFill>
                        </a:rPr>
                        <a:t>構築ボリューム</a:t>
                      </a:r>
                    </a:p>
                  </a:txBody>
                  <a:tcPr marL="50800" marR="50800" marT="12700" marB="12700" anchor="ctr">
                    <a:solidFill>
                      <a:srgbClr val="1B5C80"/>
                    </a:solidFill>
                  </a:tcPr>
                </a:tc>
                <a:extLst>
                  <a:ext uri="{0D108BD9-81ED-4DB2-BD59-A6C34878D82A}">
                    <a16:rowId xmlns:a16="http://schemas.microsoft.com/office/drawing/2014/main" val="10000"/>
                  </a:ext>
                </a:extLst>
              </a:tr>
              <a:tr h="342900">
                <a:tc>
                  <a:txBody>
                    <a:bodyPr/>
                    <a:lstStyle/>
                    <a:p>
                      <a:pPr algn="ctr">
                        <a:lnSpc>
                          <a:spcPct val="96000"/>
                        </a:lnSpc>
                      </a:pPr>
                      <a:r>
                        <a:rPr sz="1089" b="1">
                          <a:solidFill>
                            <a:srgbClr val="1B5C80"/>
                          </a:solidFill>
                        </a:rPr>
                        <a:t>チーム1</a:t>
                      </a:r>
                    </a:p>
                  </a:txBody>
                  <a:tcPr marL="50800" marR="50800" marT="12700" marB="12700" anchor="ctr">
                    <a:solidFill>
                      <a:srgbClr val="FFFFFF"/>
                    </a:solidFill>
                  </a:tcPr>
                </a:tc>
                <a:tc>
                  <a:txBody>
                    <a:bodyPr/>
                    <a:lstStyle/>
                    <a:p>
                      <a:pPr algn="ctr">
                        <a:lnSpc>
                          <a:spcPct val="96000"/>
                        </a:lnSpc>
                      </a:pPr>
                      <a:r>
                        <a:rPr sz="1089" b="1">
                          <a:solidFill>
                            <a:srgbClr val="232323"/>
                          </a:solidFill>
                        </a:rPr>
                        <a:t>25</a:t>
                      </a:r>
                    </a:p>
                  </a:txBody>
                  <a:tcPr marL="50800" marR="50800" marT="12700" marB="12700" anchor="ctr">
                    <a:solidFill>
                      <a:srgbClr val="A6E2F3"/>
                    </a:solidFill>
                  </a:tcPr>
                </a:tc>
                <a:tc>
                  <a:txBody>
                    <a:bodyPr/>
                    <a:lstStyle/>
                    <a:p>
                      <a:pPr algn="ctr">
                        <a:lnSpc>
                          <a:spcPct val="96000"/>
                        </a:lnSpc>
                      </a:pPr>
                      <a:r>
                        <a:rPr sz="1089" b="0">
                          <a:solidFill>
                            <a:srgbClr val="232323"/>
                          </a:solidFill>
                        </a:rPr>
                        <a:t>5</a:t>
                      </a:r>
                    </a:p>
                  </a:txBody>
                  <a:tcPr marL="50800" marR="50800" marT="12700" marB="12700" anchor="ctr">
                    <a:solidFill>
                      <a:srgbClr val="FFFFFF"/>
                    </a:solidFill>
                  </a:tcPr>
                </a:tc>
                <a:tc>
                  <a:txBody>
                    <a:bodyPr/>
                    <a:lstStyle/>
                    <a:p>
                      <a:pPr algn="ctr">
                        <a:lnSpc>
                          <a:spcPct val="96000"/>
                        </a:lnSpc>
                      </a:pPr>
                      <a:r>
                        <a:rPr sz="1089" b="0">
                          <a:solidFill>
                            <a:srgbClr val="232323"/>
                          </a:solidFill>
                        </a:rPr>
                        <a:t>10</a:t>
                      </a: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ctr">
                        <a:lnSpc>
                          <a:spcPct val="96000"/>
                        </a:lnSpc>
                      </a:pPr>
                      <a:r>
                        <a:rPr sz="1089" b="0">
                          <a:solidFill>
                            <a:srgbClr val="232323"/>
                          </a:solidFill>
                        </a:rPr>
                        <a:t>15</a:t>
                      </a: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l">
                        <a:lnSpc>
                          <a:spcPct val="96000"/>
                        </a:lnSpc>
                      </a:pPr>
                      <a:r>
                        <a:rPr sz="919" b="0">
                          <a:solidFill>
                            <a:srgbClr val="232323"/>
                          </a:solidFill>
                        </a:rPr>
                        <a:t>－</a:t>
                      </a:r>
                    </a:p>
                  </a:txBody>
                  <a:tcPr marL="50800" marR="50800" marT="12700" marB="12700" anchor="ctr">
                    <a:solidFill>
                      <a:srgbClr val="FFFFFF"/>
                    </a:solidFill>
                  </a:tcPr>
                </a:tc>
                <a:tc>
                  <a:txBody>
                    <a:bodyPr/>
                    <a:lstStyle/>
                    <a:p>
                      <a:pPr algn="ctr">
                        <a:lnSpc>
                          <a:spcPct val="96000"/>
                        </a:lnSpc>
                      </a:pPr>
                      <a:r>
                        <a:rPr sz="1270" b="1">
                          <a:solidFill>
                            <a:srgbClr val="1B5C80"/>
                          </a:solidFill>
                        </a:rPr>
                        <a:t>55</a:t>
                      </a:r>
                    </a:p>
                  </a:txBody>
                  <a:tcPr marL="50800" marR="50800" marT="12700" marB="12700" anchor="ctr">
                    <a:solidFill>
                      <a:srgbClr val="FFFFFF"/>
                    </a:solidFill>
                  </a:tcPr>
                </a:tc>
                <a:tc>
                  <a:txBody>
                    <a:bodyPr/>
                    <a:lstStyle/>
                    <a:p>
                      <a:pPr algn="l">
                        <a:lnSpc>
                          <a:spcPct val="96000"/>
                        </a:lnSpc>
                      </a:pPr>
                      <a:endParaRPr/>
                    </a:p>
                  </a:txBody>
                  <a:tcPr marL="50800" marR="50800" marT="12700" marB="12700" anchor="ctr">
                    <a:solidFill>
                      <a:srgbClr val="FFFFFF"/>
                    </a:solidFill>
                  </a:tcPr>
                </a:tc>
                <a:extLst>
                  <a:ext uri="{0D108BD9-81ED-4DB2-BD59-A6C34878D82A}">
                    <a16:rowId xmlns:a16="http://schemas.microsoft.com/office/drawing/2014/main" val="10001"/>
                  </a:ext>
                </a:extLst>
              </a:tr>
              <a:tr h="342900">
                <a:tc>
                  <a:txBody>
                    <a:bodyPr/>
                    <a:lstStyle/>
                    <a:p>
                      <a:pPr algn="ctr">
                        <a:lnSpc>
                          <a:spcPct val="96000"/>
                        </a:lnSpc>
                      </a:pPr>
                      <a:r>
                        <a:rPr sz="1089" b="1">
                          <a:solidFill>
                            <a:srgbClr val="1B5C80"/>
                          </a:solidFill>
                        </a:rPr>
                        <a:t>チーム2</a:t>
                      </a:r>
                    </a:p>
                  </a:txBody>
                  <a:tcPr marL="50800" marR="50800" marT="12700" marB="12700" anchor="ctr">
                    <a:solidFill>
                      <a:srgbClr val="F8FDFA"/>
                    </a:solidFill>
                  </a:tcPr>
                </a:tc>
                <a:tc>
                  <a:txBody>
                    <a:bodyPr/>
                    <a:lstStyle/>
                    <a:p>
                      <a:pPr algn="ctr">
                        <a:lnSpc>
                          <a:spcPct val="96000"/>
                        </a:lnSpc>
                      </a:pPr>
                      <a:r>
                        <a:rPr sz="1089" b="1">
                          <a:solidFill>
                            <a:srgbClr val="232323"/>
                          </a:solidFill>
                        </a:rPr>
                        <a:t>30</a:t>
                      </a:r>
                    </a:p>
                  </a:txBody>
                  <a:tcPr marL="50800" marR="50800" marT="12700" marB="12700" anchor="ctr">
                    <a:solidFill>
                      <a:srgbClr val="A6E2F3"/>
                    </a:solidFill>
                  </a:tcPr>
                </a:tc>
                <a:tc>
                  <a:txBody>
                    <a:bodyPr/>
                    <a:lstStyle/>
                    <a:p>
                      <a:pPr algn="ctr">
                        <a:lnSpc>
                          <a:spcPct val="96000"/>
                        </a:lnSpc>
                      </a:pPr>
                      <a:r>
                        <a:rPr sz="1089" b="0">
                          <a:solidFill>
                            <a:srgbClr val="232323"/>
                          </a:solidFill>
                        </a:rPr>
                        <a:t>5</a:t>
                      </a:r>
                    </a:p>
                  </a:txBody>
                  <a:tcPr marL="50800" marR="50800" marT="12700" marB="12700" anchor="ctr">
                    <a:solidFill>
                      <a:srgbClr val="F8FDFA"/>
                    </a:solidFill>
                  </a:tcPr>
                </a:tc>
                <a:tc>
                  <a:txBody>
                    <a:bodyPr/>
                    <a:lstStyle/>
                    <a:p>
                      <a:pPr algn="ctr">
                        <a:lnSpc>
                          <a:spcPct val="96000"/>
                        </a:lnSpc>
                      </a:pPr>
                      <a:r>
                        <a:rPr sz="1089" b="0">
                          <a:solidFill>
                            <a:srgbClr val="232323"/>
                          </a:solidFill>
                        </a:rPr>
                        <a:t>15</a:t>
                      </a:r>
                    </a:p>
                  </a:txBody>
                  <a:tcPr marL="50800" marR="50800" marT="12700" marB="12700" anchor="ctr">
                    <a:solidFill>
                      <a:srgbClr val="F8FDFA"/>
                    </a:solidFill>
                  </a:tcPr>
                </a:tc>
                <a:tc>
                  <a:txBody>
                    <a:bodyPr/>
                    <a:lstStyle/>
                    <a:p>
                      <a:pPr algn="ctr">
                        <a:lnSpc>
                          <a:spcPct val="96000"/>
                        </a:lnSpc>
                      </a:pPr>
                      <a:r>
                        <a:rPr sz="1089" b="0">
                          <a:solidFill>
                            <a:srgbClr val="232323"/>
                          </a:solidFill>
                        </a:rPr>
                        <a:t>5</a:t>
                      </a:r>
                    </a:p>
                  </a:txBody>
                  <a:tcPr marL="50800" marR="50800" marT="12700" marB="12700" anchor="ctr">
                    <a:solidFill>
                      <a:srgbClr val="F8FDFA"/>
                    </a:solidFill>
                  </a:tcPr>
                </a:tc>
                <a:tc>
                  <a:txBody>
                    <a:bodyPr/>
                    <a:lstStyle/>
                    <a:p>
                      <a:pPr algn="ctr">
                        <a:lnSpc>
                          <a:spcPct val="96000"/>
                        </a:lnSpc>
                      </a:pPr>
                      <a:endParaRPr/>
                    </a:p>
                  </a:txBody>
                  <a:tcPr marL="50800" marR="50800" marT="12700" marB="12700" anchor="ctr">
                    <a:solidFill>
                      <a:srgbClr val="F8FDFA"/>
                    </a:solidFill>
                  </a:tcPr>
                </a:tc>
                <a:tc>
                  <a:txBody>
                    <a:bodyPr/>
                    <a:lstStyle/>
                    <a:p>
                      <a:pPr algn="ctr">
                        <a:lnSpc>
                          <a:spcPct val="96000"/>
                        </a:lnSpc>
                      </a:pPr>
                      <a:r>
                        <a:rPr sz="1089" b="0">
                          <a:solidFill>
                            <a:srgbClr val="232323"/>
                          </a:solidFill>
                        </a:rPr>
                        <a:t>5</a:t>
                      </a:r>
                    </a:p>
                  </a:txBody>
                  <a:tcPr marL="50800" marR="50800" marT="12700" marB="12700" anchor="ctr">
                    <a:solidFill>
                      <a:srgbClr val="F8FDFA"/>
                    </a:solidFill>
                  </a:tcPr>
                </a:tc>
                <a:tc>
                  <a:txBody>
                    <a:bodyPr/>
                    <a:lstStyle/>
                    <a:p>
                      <a:pPr algn="ctr">
                        <a:lnSpc>
                          <a:spcPct val="96000"/>
                        </a:lnSpc>
                      </a:pPr>
                      <a:endParaRPr/>
                    </a:p>
                  </a:txBody>
                  <a:tcPr marL="50800" marR="50800" marT="12700" marB="12700" anchor="ctr">
                    <a:solidFill>
                      <a:srgbClr val="F8FDFA"/>
                    </a:solidFill>
                  </a:tcPr>
                </a:tc>
                <a:tc>
                  <a:txBody>
                    <a:bodyPr/>
                    <a:lstStyle/>
                    <a:p>
                      <a:pPr algn="ctr">
                        <a:lnSpc>
                          <a:spcPct val="96000"/>
                        </a:lnSpc>
                      </a:pPr>
                      <a:endParaRPr/>
                    </a:p>
                  </a:txBody>
                  <a:tcPr marL="50800" marR="50800" marT="12700" marB="12700" anchor="ctr">
                    <a:solidFill>
                      <a:srgbClr val="F8FDFA"/>
                    </a:solidFill>
                  </a:tcPr>
                </a:tc>
                <a:tc>
                  <a:txBody>
                    <a:bodyPr/>
                    <a:lstStyle/>
                    <a:p>
                      <a:pPr algn="l">
                        <a:lnSpc>
                          <a:spcPct val="96000"/>
                        </a:lnSpc>
                      </a:pPr>
                      <a:r>
                        <a:rPr sz="919" b="0">
                          <a:solidFill>
                            <a:srgbClr val="232323"/>
                          </a:solidFill>
                        </a:rPr>
                        <a:t>－</a:t>
                      </a:r>
                    </a:p>
                  </a:txBody>
                  <a:tcPr marL="50800" marR="50800" marT="12700" marB="12700" anchor="ctr">
                    <a:solidFill>
                      <a:srgbClr val="F8FDFA"/>
                    </a:solidFill>
                  </a:tcPr>
                </a:tc>
                <a:tc>
                  <a:txBody>
                    <a:bodyPr/>
                    <a:lstStyle/>
                    <a:p>
                      <a:pPr algn="ctr">
                        <a:lnSpc>
                          <a:spcPct val="96000"/>
                        </a:lnSpc>
                      </a:pPr>
                      <a:r>
                        <a:rPr sz="1270" b="1">
                          <a:solidFill>
                            <a:srgbClr val="1B5C80"/>
                          </a:solidFill>
                        </a:rPr>
                        <a:t>60</a:t>
                      </a:r>
                    </a:p>
                  </a:txBody>
                  <a:tcPr marL="50800" marR="50800" marT="12700" marB="12700" anchor="ctr">
                    <a:solidFill>
                      <a:srgbClr val="F8FDFA"/>
                    </a:solidFill>
                  </a:tcPr>
                </a:tc>
                <a:tc>
                  <a:txBody>
                    <a:bodyPr/>
                    <a:lstStyle/>
                    <a:p>
                      <a:pPr algn="l">
                        <a:lnSpc>
                          <a:spcPct val="96000"/>
                        </a:lnSpc>
                      </a:pPr>
                      <a:endParaRPr/>
                    </a:p>
                  </a:txBody>
                  <a:tcPr marL="50800" marR="50800" marT="12700" marB="12700" anchor="ctr">
                    <a:solidFill>
                      <a:srgbClr val="F8FDFA"/>
                    </a:solidFill>
                  </a:tcPr>
                </a:tc>
                <a:extLst>
                  <a:ext uri="{0D108BD9-81ED-4DB2-BD59-A6C34878D82A}">
                    <a16:rowId xmlns:a16="http://schemas.microsoft.com/office/drawing/2014/main" val="10002"/>
                  </a:ext>
                </a:extLst>
              </a:tr>
              <a:tr h="342900">
                <a:tc>
                  <a:txBody>
                    <a:bodyPr/>
                    <a:lstStyle/>
                    <a:p>
                      <a:pPr algn="ctr">
                        <a:lnSpc>
                          <a:spcPct val="96000"/>
                        </a:lnSpc>
                      </a:pPr>
                      <a:r>
                        <a:rPr sz="1089" b="1">
                          <a:solidFill>
                            <a:srgbClr val="1B5C80"/>
                          </a:solidFill>
                        </a:rPr>
                        <a:t>チーム3</a:t>
                      </a:r>
                    </a:p>
                  </a:txBody>
                  <a:tcPr marL="50800" marR="50800" marT="12700" marB="12700" anchor="ctr">
                    <a:solidFill>
                      <a:srgbClr val="FFFFFF"/>
                    </a:solidFill>
                  </a:tcPr>
                </a:tc>
                <a:tc>
                  <a:txBody>
                    <a:bodyPr/>
                    <a:lstStyle/>
                    <a:p>
                      <a:pPr algn="ctr">
                        <a:lnSpc>
                          <a:spcPct val="96000"/>
                        </a:lnSpc>
                      </a:pPr>
                      <a:r>
                        <a:rPr sz="1089" b="1">
                          <a:solidFill>
                            <a:srgbClr val="232323"/>
                          </a:solidFill>
                        </a:rPr>
                        <a:t>30</a:t>
                      </a:r>
                    </a:p>
                  </a:txBody>
                  <a:tcPr marL="50800" marR="50800" marT="12700" marB="12700" anchor="ctr">
                    <a:solidFill>
                      <a:srgbClr val="A6E2F3"/>
                    </a:solidFill>
                  </a:tcPr>
                </a:tc>
                <a:tc>
                  <a:txBody>
                    <a:bodyPr/>
                    <a:lstStyle/>
                    <a:p>
                      <a:pPr algn="ctr">
                        <a:lnSpc>
                          <a:spcPct val="96000"/>
                        </a:lnSpc>
                      </a:pPr>
                      <a:r>
                        <a:rPr sz="1089" b="0">
                          <a:solidFill>
                            <a:srgbClr val="232323"/>
                          </a:solidFill>
                        </a:rPr>
                        <a:t>10</a:t>
                      </a:r>
                    </a:p>
                  </a:txBody>
                  <a:tcPr marL="50800" marR="50800" marT="12700" marB="12700" anchor="ctr">
                    <a:solidFill>
                      <a:srgbClr val="FFFFFF"/>
                    </a:solidFill>
                  </a:tcPr>
                </a:tc>
                <a:tc>
                  <a:txBody>
                    <a:bodyPr/>
                    <a:lstStyle/>
                    <a:p>
                      <a:pPr algn="ctr">
                        <a:lnSpc>
                          <a:spcPct val="96000"/>
                        </a:lnSpc>
                      </a:pPr>
                      <a:r>
                        <a:rPr sz="1089" b="0">
                          <a:solidFill>
                            <a:srgbClr val="232323"/>
                          </a:solidFill>
                        </a:rPr>
                        <a:t>20</a:t>
                      </a:r>
                    </a:p>
                  </a:txBody>
                  <a:tcPr marL="50800" marR="50800" marT="12700" marB="12700" anchor="ctr">
                    <a:solidFill>
                      <a:srgbClr val="DBF1F7"/>
                    </a:solidFill>
                  </a:tcPr>
                </a:tc>
                <a:tc>
                  <a:txBody>
                    <a:bodyPr/>
                    <a:lstStyle/>
                    <a:p>
                      <a:pPr algn="ctr">
                        <a:lnSpc>
                          <a:spcPct val="96000"/>
                        </a:lnSpc>
                      </a:pPr>
                      <a:endParaRP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ctr">
                        <a:lnSpc>
                          <a:spcPct val="96000"/>
                        </a:lnSpc>
                      </a:pPr>
                      <a:r>
                        <a:rPr sz="1089" b="1">
                          <a:solidFill>
                            <a:srgbClr val="232323"/>
                          </a:solidFill>
                        </a:rPr>
                        <a:t>30</a:t>
                      </a:r>
                    </a:p>
                  </a:txBody>
                  <a:tcPr marL="50800" marR="50800" marT="12700" marB="12700" anchor="ctr">
                    <a:solidFill>
                      <a:srgbClr val="A6E2F3"/>
                    </a:solidFill>
                  </a:tcPr>
                </a:tc>
                <a:tc>
                  <a:txBody>
                    <a:bodyPr/>
                    <a:lstStyle/>
                    <a:p>
                      <a:pPr algn="ctr">
                        <a:lnSpc>
                          <a:spcPct val="96000"/>
                        </a:lnSpc>
                      </a:pPr>
                      <a:r>
                        <a:rPr sz="1089" b="0">
                          <a:solidFill>
                            <a:srgbClr val="232323"/>
                          </a:solidFill>
                        </a:rPr>
                        <a:t>5</a:t>
                      </a:r>
                    </a:p>
                  </a:txBody>
                  <a:tcPr marL="50800" marR="50800" marT="12700" marB="12700" anchor="ctr">
                    <a:solidFill>
                      <a:srgbClr val="FFFFFF"/>
                    </a:solidFill>
                  </a:tcPr>
                </a:tc>
                <a:tc>
                  <a:txBody>
                    <a:bodyPr/>
                    <a:lstStyle/>
                    <a:p>
                      <a:pPr algn="ctr">
                        <a:lnSpc>
                          <a:spcPct val="96000"/>
                        </a:lnSpc>
                      </a:pPr>
                      <a:r>
                        <a:rPr sz="1089" b="0">
                          <a:solidFill>
                            <a:srgbClr val="232323"/>
                          </a:solidFill>
                        </a:rPr>
                        <a:t>15</a:t>
                      </a:r>
                    </a:p>
                  </a:txBody>
                  <a:tcPr marL="50800" marR="50800" marT="12700" marB="12700" anchor="ctr">
                    <a:solidFill>
                      <a:srgbClr val="FFFFFF"/>
                    </a:solidFill>
                  </a:tcPr>
                </a:tc>
                <a:tc>
                  <a:txBody>
                    <a:bodyPr/>
                    <a:lstStyle/>
                    <a:p>
                      <a:pPr algn="l">
                        <a:lnSpc>
                          <a:spcPct val="96000"/>
                        </a:lnSpc>
                      </a:pPr>
                      <a:r>
                        <a:rPr sz="919" b="0">
                          <a:solidFill>
                            <a:srgbClr val="232323"/>
                          </a:solidFill>
                        </a:rPr>
                        <a:t>Power Query・ピボット、人手取得データ</a:t>
                      </a:r>
                    </a:p>
                  </a:txBody>
                  <a:tcPr marL="50800" marR="50800" marT="12700" marB="12700" anchor="ctr">
                    <a:solidFill>
                      <a:srgbClr val="FFFFFF"/>
                    </a:solidFill>
                  </a:tcPr>
                </a:tc>
                <a:tc>
                  <a:txBody>
                    <a:bodyPr/>
                    <a:lstStyle/>
                    <a:p>
                      <a:pPr algn="ctr">
                        <a:lnSpc>
                          <a:spcPct val="96000"/>
                        </a:lnSpc>
                      </a:pPr>
                      <a:r>
                        <a:rPr sz="1270" b="1">
                          <a:solidFill>
                            <a:srgbClr val="1B5C80"/>
                          </a:solidFill>
                        </a:rPr>
                        <a:t>110</a:t>
                      </a:r>
                    </a:p>
                  </a:txBody>
                  <a:tcPr marL="50800" marR="50800" marT="12700" marB="12700" anchor="ctr">
                    <a:solidFill>
                      <a:srgbClr val="FFFFFF"/>
                    </a:solidFill>
                  </a:tcPr>
                </a:tc>
                <a:tc>
                  <a:txBody>
                    <a:bodyPr/>
                    <a:lstStyle/>
                    <a:p>
                      <a:pPr algn="l">
                        <a:lnSpc>
                          <a:spcPct val="96000"/>
                        </a:lnSpc>
                      </a:pPr>
                      <a:endParaRPr/>
                    </a:p>
                  </a:txBody>
                  <a:tcPr marL="50800" marR="50800" marT="12700" marB="12700" anchor="ctr">
                    <a:solidFill>
                      <a:srgbClr val="FFFFFF"/>
                    </a:solidFill>
                  </a:tcPr>
                </a:tc>
                <a:extLst>
                  <a:ext uri="{0D108BD9-81ED-4DB2-BD59-A6C34878D82A}">
                    <a16:rowId xmlns:a16="http://schemas.microsoft.com/office/drawing/2014/main" val="10003"/>
                  </a:ext>
                </a:extLst>
              </a:tr>
              <a:tr h="342900">
                <a:tc>
                  <a:txBody>
                    <a:bodyPr/>
                    <a:lstStyle/>
                    <a:p>
                      <a:pPr algn="ctr">
                        <a:lnSpc>
                          <a:spcPct val="96000"/>
                        </a:lnSpc>
                      </a:pPr>
                      <a:r>
                        <a:rPr sz="1089" b="1">
                          <a:solidFill>
                            <a:srgbClr val="1B5C80"/>
                          </a:solidFill>
                        </a:rPr>
                        <a:t>チーム4</a:t>
                      </a:r>
                    </a:p>
                  </a:txBody>
                  <a:tcPr marL="50800" marR="50800" marT="12700" marB="12700" anchor="ctr">
                    <a:solidFill>
                      <a:srgbClr val="F8FDFA"/>
                    </a:solidFill>
                  </a:tcPr>
                </a:tc>
                <a:tc gridSpan="10">
                  <a:txBody>
                    <a:bodyPr/>
                    <a:lstStyle/>
                    <a:p>
                      <a:pPr algn="ctr">
                        <a:lnSpc>
                          <a:spcPct val="96000"/>
                        </a:lnSpc>
                      </a:pPr>
                      <a:r>
                        <a:rPr sz="919" b="0">
                          <a:solidFill>
                            <a:srgbClr val="232323"/>
                          </a:solidFill>
                        </a:rPr>
                        <a:t>現行案が制約に抵触し再設計中のため、構築ボリュームは未評価</a:t>
                      </a:r>
                    </a:p>
                  </a:txBody>
                  <a:tcPr marL="50800" marR="50800" marT="12700" marB="12700" anchor="ctr">
                    <a:solidFill>
                      <a:srgbClr val="FAE5E3"/>
                    </a:solid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a:txBody>
                    <a:bodyPr/>
                    <a:lstStyle/>
                    <a:p>
                      <a:pPr algn="ctr">
                        <a:lnSpc>
                          <a:spcPct val="96000"/>
                        </a:lnSpc>
                      </a:pPr>
                      <a:r>
                        <a:rPr sz="1089" b="0">
                          <a:solidFill>
                            <a:srgbClr val="232323"/>
                          </a:solidFill>
                        </a:rPr>
                        <a:t>－</a:t>
                      </a:r>
                    </a:p>
                  </a:txBody>
                  <a:tcPr marL="50800" marR="50800" marT="12700" marB="12700" anchor="ctr">
                    <a:solidFill>
                      <a:srgbClr val="F8FDFA"/>
                    </a:solidFill>
                  </a:tcPr>
                </a:tc>
                <a:extLst>
                  <a:ext uri="{0D108BD9-81ED-4DB2-BD59-A6C34878D82A}">
                    <a16:rowId xmlns:a16="http://schemas.microsoft.com/office/drawing/2014/main" val="10004"/>
                  </a:ext>
                </a:extLst>
              </a:tr>
              <a:tr h="342900">
                <a:tc>
                  <a:txBody>
                    <a:bodyPr/>
                    <a:lstStyle/>
                    <a:p>
                      <a:pPr algn="ctr">
                        <a:lnSpc>
                          <a:spcPct val="96000"/>
                        </a:lnSpc>
                      </a:pPr>
                      <a:r>
                        <a:rPr sz="1089" b="1">
                          <a:solidFill>
                            <a:srgbClr val="1B5C80"/>
                          </a:solidFill>
                        </a:rPr>
                        <a:t>チーム5</a:t>
                      </a:r>
                    </a:p>
                  </a:txBody>
                  <a:tcPr marL="50800" marR="50800" marT="12700" marB="12700" anchor="ctr">
                    <a:solidFill>
                      <a:srgbClr val="FFFFFF"/>
                    </a:solidFill>
                  </a:tcPr>
                </a:tc>
                <a:tc>
                  <a:txBody>
                    <a:bodyPr/>
                    <a:lstStyle/>
                    <a:p>
                      <a:pPr algn="ctr">
                        <a:lnSpc>
                          <a:spcPct val="96000"/>
                        </a:lnSpc>
                      </a:pPr>
                      <a:r>
                        <a:rPr sz="1089" b="0">
                          <a:solidFill>
                            <a:srgbClr val="232323"/>
                          </a:solidFill>
                        </a:rPr>
                        <a:t>20</a:t>
                      </a:r>
                    </a:p>
                  </a:txBody>
                  <a:tcPr marL="50800" marR="50800" marT="12700" marB="12700" anchor="ctr">
                    <a:solidFill>
                      <a:srgbClr val="DBF1F7"/>
                    </a:solidFill>
                  </a:tcPr>
                </a:tc>
                <a:tc>
                  <a:txBody>
                    <a:bodyPr/>
                    <a:lstStyle/>
                    <a:p>
                      <a:pPr algn="ctr">
                        <a:lnSpc>
                          <a:spcPct val="96000"/>
                        </a:lnSpc>
                      </a:pPr>
                      <a:r>
                        <a:rPr sz="1089" b="1">
                          <a:solidFill>
                            <a:srgbClr val="232323"/>
                          </a:solidFill>
                        </a:rPr>
                        <a:t>30</a:t>
                      </a:r>
                    </a:p>
                  </a:txBody>
                  <a:tcPr marL="50800" marR="50800" marT="12700" marB="12700" anchor="ctr">
                    <a:solidFill>
                      <a:srgbClr val="A6E2F3"/>
                    </a:solidFill>
                  </a:tcPr>
                </a:tc>
                <a:tc>
                  <a:txBody>
                    <a:bodyPr/>
                    <a:lstStyle/>
                    <a:p>
                      <a:pPr algn="ctr">
                        <a:lnSpc>
                          <a:spcPct val="96000"/>
                        </a:lnSpc>
                      </a:pPr>
                      <a:r>
                        <a:rPr sz="1089" b="0">
                          <a:solidFill>
                            <a:srgbClr val="232323"/>
                          </a:solidFill>
                        </a:rPr>
                        <a:t>10</a:t>
                      </a:r>
                    </a:p>
                  </a:txBody>
                  <a:tcPr marL="50800" marR="50800" marT="12700" marB="12700" anchor="ctr">
                    <a:solidFill>
                      <a:srgbClr val="FFFFFF"/>
                    </a:solidFill>
                  </a:tcPr>
                </a:tc>
                <a:tc>
                  <a:txBody>
                    <a:bodyPr/>
                    <a:lstStyle/>
                    <a:p>
                      <a:pPr algn="ctr">
                        <a:lnSpc>
                          <a:spcPct val="96000"/>
                        </a:lnSpc>
                      </a:pPr>
                      <a:r>
                        <a:rPr sz="1089" b="0">
                          <a:solidFill>
                            <a:srgbClr val="232323"/>
                          </a:solidFill>
                        </a:rPr>
                        <a:t>15</a:t>
                      </a: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ctr">
                        <a:lnSpc>
                          <a:spcPct val="96000"/>
                        </a:lnSpc>
                      </a:pPr>
                      <a:r>
                        <a:rPr sz="1089" b="0">
                          <a:solidFill>
                            <a:srgbClr val="232323"/>
                          </a:solidFill>
                        </a:rPr>
                        <a:t>15</a:t>
                      </a:r>
                    </a:p>
                  </a:txBody>
                  <a:tcPr marL="50800" marR="50800" marT="12700" marB="12700" anchor="ctr">
                    <a:solidFill>
                      <a:srgbClr val="FFFFFF"/>
                    </a:solidFill>
                  </a:tcPr>
                </a:tc>
                <a:tc>
                  <a:txBody>
                    <a:bodyPr/>
                    <a:lstStyle/>
                    <a:p>
                      <a:pPr algn="l">
                        <a:lnSpc>
                          <a:spcPct val="96000"/>
                        </a:lnSpc>
                      </a:pPr>
                      <a:r>
                        <a:rPr sz="919" b="0">
                          <a:solidFill>
                            <a:srgbClr val="232323"/>
                          </a:solidFill>
                        </a:rPr>
                        <a:t>アダプティブカード・会話入力、SharePointリストビュー</a:t>
                      </a:r>
                    </a:p>
                  </a:txBody>
                  <a:tcPr marL="50800" marR="50800" marT="12700" marB="12700" anchor="ctr">
                    <a:solidFill>
                      <a:srgbClr val="FFFFFF"/>
                    </a:solidFill>
                  </a:tcPr>
                </a:tc>
                <a:tc>
                  <a:txBody>
                    <a:bodyPr/>
                    <a:lstStyle/>
                    <a:p>
                      <a:pPr algn="ctr">
                        <a:lnSpc>
                          <a:spcPct val="96000"/>
                        </a:lnSpc>
                      </a:pPr>
                      <a:r>
                        <a:rPr sz="1270" b="1">
                          <a:solidFill>
                            <a:srgbClr val="1B5C80"/>
                          </a:solidFill>
                        </a:rPr>
                        <a:t>90</a:t>
                      </a:r>
                    </a:p>
                  </a:txBody>
                  <a:tcPr marL="50800" marR="50800" marT="12700" marB="12700" anchor="ctr">
                    <a:solidFill>
                      <a:srgbClr val="FFFFFF"/>
                    </a:solidFill>
                  </a:tcPr>
                </a:tc>
                <a:tc>
                  <a:txBody>
                    <a:bodyPr/>
                    <a:lstStyle/>
                    <a:p>
                      <a:pPr algn="l">
                        <a:lnSpc>
                          <a:spcPct val="96000"/>
                        </a:lnSpc>
                      </a:pPr>
                      <a:endParaRPr/>
                    </a:p>
                  </a:txBody>
                  <a:tcPr marL="50800" marR="50800" marT="12700" marB="12700" anchor="ctr">
                    <a:solidFill>
                      <a:srgbClr val="FFFFFF"/>
                    </a:solidFill>
                  </a:tcPr>
                </a:tc>
                <a:extLst>
                  <a:ext uri="{0D108BD9-81ED-4DB2-BD59-A6C34878D82A}">
                    <a16:rowId xmlns:a16="http://schemas.microsoft.com/office/drawing/2014/main" val="10005"/>
                  </a:ext>
                </a:extLst>
              </a:tr>
              <a:tr h="342900">
                <a:tc>
                  <a:txBody>
                    <a:bodyPr/>
                    <a:lstStyle/>
                    <a:p>
                      <a:pPr algn="ctr">
                        <a:lnSpc>
                          <a:spcPct val="96000"/>
                        </a:lnSpc>
                      </a:pPr>
                      <a:r>
                        <a:rPr sz="1089" b="1">
                          <a:solidFill>
                            <a:srgbClr val="1B5C80"/>
                          </a:solidFill>
                        </a:rPr>
                        <a:t>チーム6</a:t>
                      </a:r>
                    </a:p>
                  </a:txBody>
                  <a:tcPr marL="50800" marR="50800" marT="12700" marB="12700" anchor="ctr">
                    <a:solidFill>
                      <a:srgbClr val="F8FDFA"/>
                    </a:solidFill>
                  </a:tcPr>
                </a:tc>
                <a:tc>
                  <a:txBody>
                    <a:bodyPr/>
                    <a:lstStyle/>
                    <a:p>
                      <a:pPr algn="ctr">
                        <a:lnSpc>
                          <a:spcPct val="96000"/>
                        </a:lnSpc>
                      </a:pPr>
                      <a:r>
                        <a:rPr sz="1089" b="0">
                          <a:solidFill>
                            <a:srgbClr val="232323"/>
                          </a:solidFill>
                        </a:rPr>
                        <a:t>25</a:t>
                      </a:r>
                    </a:p>
                  </a:txBody>
                  <a:tcPr marL="50800" marR="50800" marT="12700" marB="12700" anchor="ctr">
                    <a:solidFill>
                      <a:srgbClr val="DBF1F7"/>
                    </a:solidFill>
                  </a:tcPr>
                </a:tc>
                <a:tc>
                  <a:txBody>
                    <a:bodyPr/>
                    <a:lstStyle/>
                    <a:p>
                      <a:pPr algn="ctr">
                        <a:lnSpc>
                          <a:spcPct val="96000"/>
                        </a:lnSpc>
                      </a:pPr>
                      <a:r>
                        <a:rPr sz="1089" b="1">
                          <a:solidFill>
                            <a:srgbClr val="232323"/>
                          </a:solidFill>
                        </a:rPr>
                        <a:t>30</a:t>
                      </a:r>
                    </a:p>
                  </a:txBody>
                  <a:tcPr marL="50800" marR="50800" marT="12700" marB="12700" anchor="ctr">
                    <a:solidFill>
                      <a:srgbClr val="A6E2F3"/>
                    </a:solidFill>
                  </a:tcPr>
                </a:tc>
                <a:tc>
                  <a:txBody>
                    <a:bodyPr/>
                    <a:lstStyle/>
                    <a:p>
                      <a:pPr algn="ctr">
                        <a:lnSpc>
                          <a:spcPct val="96000"/>
                        </a:lnSpc>
                      </a:pPr>
                      <a:r>
                        <a:rPr sz="1089" b="0">
                          <a:solidFill>
                            <a:srgbClr val="232323"/>
                          </a:solidFill>
                        </a:rPr>
                        <a:t>25</a:t>
                      </a:r>
                    </a:p>
                  </a:txBody>
                  <a:tcPr marL="50800" marR="50800" marT="12700" marB="12700" anchor="ctr">
                    <a:solidFill>
                      <a:srgbClr val="DBF1F7"/>
                    </a:solidFill>
                  </a:tcPr>
                </a:tc>
                <a:tc>
                  <a:txBody>
                    <a:bodyPr/>
                    <a:lstStyle/>
                    <a:p>
                      <a:pPr algn="ctr">
                        <a:lnSpc>
                          <a:spcPct val="96000"/>
                        </a:lnSpc>
                      </a:pPr>
                      <a:r>
                        <a:rPr sz="1089" b="0">
                          <a:solidFill>
                            <a:srgbClr val="232323"/>
                          </a:solidFill>
                        </a:rPr>
                        <a:t>10</a:t>
                      </a:r>
                    </a:p>
                  </a:txBody>
                  <a:tcPr marL="50800" marR="50800" marT="12700" marB="12700" anchor="ctr">
                    <a:solidFill>
                      <a:srgbClr val="F8FDFA"/>
                    </a:solidFill>
                  </a:tcPr>
                </a:tc>
                <a:tc>
                  <a:txBody>
                    <a:bodyPr/>
                    <a:lstStyle/>
                    <a:p>
                      <a:pPr algn="ctr">
                        <a:lnSpc>
                          <a:spcPct val="96000"/>
                        </a:lnSpc>
                      </a:pPr>
                      <a:r>
                        <a:rPr sz="1089" b="0">
                          <a:solidFill>
                            <a:srgbClr val="232323"/>
                          </a:solidFill>
                        </a:rPr>
                        <a:t>10</a:t>
                      </a:r>
                    </a:p>
                  </a:txBody>
                  <a:tcPr marL="50800" marR="50800" marT="12700" marB="12700" anchor="ctr">
                    <a:solidFill>
                      <a:srgbClr val="F8FDFA"/>
                    </a:solidFill>
                  </a:tcPr>
                </a:tc>
                <a:tc>
                  <a:txBody>
                    <a:bodyPr/>
                    <a:lstStyle/>
                    <a:p>
                      <a:pPr algn="ctr">
                        <a:lnSpc>
                          <a:spcPct val="96000"/>
                        </a:lnSpc>
                      </a:pPr>
                      <a:r>
                        <a:rPr sz="1089" b="0">
                          <a:solidFill>
                            <a:srgbClr val="232323"/>
                          </a:solidFill>
                        </a:rPr>
                        <a:t>15</a:t>
                      </a:r>
                    </a:p>
                  </a:txBody>
                  <a:tcPr marL="50800" marR="50800" marT="12700" marB="12700" anchor="ctr">
                    <a:solidFill>
                      <a:srgbClr val="F8FDFA"/>
                    </a:solidFill>
                  </a:tcPr>
                </a:tc>
                <a:tc>
                  <a:txBody>
                    <a:bodyPr/>
                    <a:lstStyle/>
                    <a:p>
                      <a:pPr algn="ctr">
                        <a:lnSpc>
                          <a:spcPct val="96000"/>
                        </a:lnSpc>
                      </a:pPr>
                      <a:r>
                        <a:rPr sz="1089" b="1">
                          <a:solidFill>
                            <a:srgbClr val="232323"/>
                          </a:solidFill>
                        </a:rPr>
                        <a:t>30</a:t>
                      </a:r>
                    </a:p>
                  </a:txBody>
                  <a:tcPr marL="50800" marR="50800" marT="12700" marB="12700" anchor="ctr">
                    <a:solidFill>
                      <a:srgbClr val="A6E2F3"/>
                    </a:solidFill>
                  </a:tcPr>
                </a:tc>
                <a:tc>
                  <a:txBody>
                    <a:bodyPr/>
                    <a:lstStyle/>
                    <a:p>
                      <a:pPr algn="ctr">
                        <a:lnSpc>
                          <a:spcPct val="96000"/>
                        </a:lnSpc>
                      </a:pPr>
                      <a:endParaRPr/>
                    </a:p>
                  </a:txBody>
                  <a:tcPr marL="50800" marR="50800" marT="12700" marB="12700" anchor="ctr">
                    <a:solidFill>
                      <a:srgbClr val="F8FDFA"/>
                    </a:solidFill>
                  </a:tcPr>
                </a:tc>
                <a:tc>
                  <a:txBody>
                    <a:bodyPr/>
                    <a:lstStyle/>
                    <a:p>
                      <a:pPr algn="l">
                        <a:lnSpc>
                          <a:spcPct val="96000"/>
                        </a:lnSpc>
                      </a:pPr>
                      <a:r>
                        <a:rPr sz="919" b="0">
                          <a:solidFill>
                            <a:srgbClr val="232323"/>
                          </a:solidFill>
                        </a:rPr>
                        <a:t>－（OneDriveはSharePoint列に合算）</a:t>
                      </a:r>
                    </a:p>
                  </a:txBody>
                  <a:tcPr marL="50800" marR="50800" marT="12700" marB="12700" anchor="ctr">
                    <a:solidFill>
                      <a:srgbClr val="F8FDFA"/>
                    </a:solidFill>
                  </a:tcPr>
                </a:tc>
                <a:tc>
                  <a:txBody>
                    <a:bodyPr/>
                    <a:lstStyle/>
                    <a:p>
                      <a:pPr algn="ctr">
                        <a:lnSpc>
                          <a:spcPct val="96000"/>
                        </a:lnSpc>
                      </a:pPr>
                      <a:r>
                        <a:rPr sz="1270" b="1">
                          <a:solidFill>
                            <a:srgbClr val="1B5C80"/>
                          </a:solidFill>
                        </a:rPr>
                        <a:t>145</a:t>
                      </a:r>
                    </a:p>
                  </a:txBody>
                  <a:tcPr marL="50800" marR="50800" marT="12700" marB="12700" anchor="ctr">
                    <a:solidFill>
                      <a:srgbClr val="F8FDFA"/>
                    </a:solidFill>
                  </a:tcPr>
                </a:tc>
                <a:tc>
                  <a:txBody>
                    <a:bodyPr/>
                    <a:lstStyle/>
                    <a:p>
                      <a:pPr algn="l">
                        <a:lnSpc>
                          <a:spcPct val="96000"/>
                        </a:lnSpc>
                      </a:pPr>
                      <a:endParaRPr/>
                    </a:p>
                  </a:txBody>
                  <a:tcPr marL="50800" marR="50800" marT="12700" marB="12700" anchor="ctr">
                    <a:solidFill>
                      <a:srgbClr val="F8FDFA"/>
                    </a:solidFill>
                  </a:tcPr>
                </a:tc>
                <a:extLst>
                  <a:ext uri="{0D108BD9-81ED-4DB2-BD59-A6C34878D82A}">
                    <a16:rowId xmlns:a16="http://schemas.microsoft.com/office/drawing/2014/main" val="10006"/>
                  </a:ext>
                </a:extLst>
              </a:tr>
              <a:tr h="342900">
                <a:tc>
                  <a:txBody>
                    <a:bodyPr/>
                    <a:lstStyle/>
                    <a:p>
                      <a:pPr algn="ctr">
                        <a:lnSpc>
                          <a:spcPct val="96000"/>
                        </a:lnSpc>
                      </a:pPr>
                      <a:r>
                        <a:rPr sz="1089" b="1">
                          <a:solidFill>
                            <a:srgbClr val="1B5C80"/>
                          </a:solidFill>
                        </a:rPr>
                        <a:t>チーム7</a:t>
                      </a:r>
                    </a:p>
                  </a:txBody>
                  <a:tcPr marL="50800" marR="50800" marT="12700" marB="12700" anchor="ctr">
                    <a:solidFill>
                      <a:srgbClr val="FFFFFF"/>
                    </a:solidFill>
                  </a:tcPr>
                </a:tc>
                <a:tc>
                  <a:txBody>
                    <a:bodyPr/>
                    <a:lstStyle/>
                    <a:p>
                      <a:pPr algn="ctr">
                        <a:lnSpc>
                          <a:spcPct val="96000"/>
                        </a:lnSpc>
                      </a:pPr>
                      <a:r>
                        <a:rPr sz="1089" b="1">
                          <a:solidFill>
                            <a:srgbClr val="232323"/>
                          </a:solidFill>
                        </a:rPr>
                        <a:t>25</a:t>
                      </a:r>
                    </a:p>
                  </a:txBody>
                  <a:tcPr marL="50800" marR="50800" marT="12700" marB="12700" anchor="ctr">
                    <a:solidFill>
                      <a:srgbClr val="A6E2F3"/>
                    </a:solidFill>
                  </a:tcPr>
                </a:tc>
                <a:tc>
                  <a:txBody>
                    <a:bodyPr/>
                    <a:lstStyle/>
                    <a:p>
                      <a:pPr algn="ctr">
                        <a:lnSpc>
                          <a:spcPct val="96000"/>
                        </a:lnSpc>
                      </a:pPr>
                      <a:r>
                        <a:rPr sz="1089" b="0">
                          <a:solidFill>
                            <a:srgbClr val="232323"/>
                          </a:solidFill>
                        </a:rPr>
                        <a:t>5</a:t>
                      </a:r>
                    </a:p>
                  </a:txBody>
                  <a:tcPr marL="50800" marR="50800" marT="12700" marB="12700" anchor="ctr">
                    <a:solidFill>
                      <a:srgbClr val="FFFFFF"/>
                    </a:solidFill>
                  </a:tcPr>
                </a:tc>
                <a:tc>
                  <a:txBody>
                    <a:bodyPr/>
                    <a:lstStyle/>
                    <a:p>
                      <a:pPr algn="ctr">
                        <a:lnSpc>
                          <a:spcPct val="96000"/>
                        </a:lnSpc>
                      </a:pPr>
                      <a:r>
                        <a:rPr sz="1089" b="0">
                          <a:solidFill>
                            <a:srgbClr val="232323"/>
                          </a:solidFill>
                        </a:rPr>
                        <a:t>15</a:t>
                      </a: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ctr">
                        <a:lnSpc>
                          <a:spcPct val="96000"/>
                        </a:lnSpc>
                      </a:pPr>
                      <a:r>
                        <a:rPr sz="1089" b="1">
                          <a:solidFill>
                            <a:srgbClr val="232323"/>
                          </a:solidFill>
                        </a:rPr>
                        <a:t>25</a:t>
                      </a:r>
                    </a:p>
                  </a:txBody>
                  <a:tcPr marL="50800" marR="50800" marT="12700" marB="12700" anchor="ctr">
                    <a:solidFill>
                      <a:srgbClr val="A6E2F3"/>
                    </a:solidFill>
                  </a:tcPr>
                </a:tc>
                <a:tc>
                  <a:txBody>
                    <a:bodyPr/>
                    <a:lstStyle/>
                    <a:p>
                      <a:pPr algn="ctr">
                        <a:lnSpc>
                          <a:spcPct val="96000"/>
                        </a:lnSpc>
                      </a:pPr>
                      <a:r>
                        <a:rPr sz="1089" b="0">
                          <a:solidFill>
                            <a:srgbClr val="232323"/>
                          </a:solidFill>
                        </a:rPr>
                        <a:t>5</a:t>
                      </a: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l">
                        <a:lnSpc>
                          <a:spcPct val="96000"/>
                        </a:lnSpc>
                      </a:pPr>
                      <a:r>
                        <a:rPr sz="919" b="0">
                          <a:solidFill>
                            <a:srgbClr val="232323"/>
                          </a:solidFill>
                        </a:rPr>
                        <a:t>人手取得データ</a:t>
                      </a:r>
                    </a:p>
                  </a:txBody>
                  <a:tcPr marL="50800" marR="50800" marT="12700" marB="12700" anchor="ctr">
                    <a:solidFill>
                      <a:srgbClr val="FFFFFF"/>
                    </a:solidFill>
                  </a:tcPr>
                </a:tc>
                <a:tc>
                  <a:txBody>
                    <a:bodyPr/>
                    <a:lstStyle/>
                    <a:p>
                      <a:pPr algn="ctr">
                        <a:lnSpc>
                          <a:spcPct val="96000"/>
                        </a:lnSpc>
                      </a:pPr>
                      <a:r>
                        <a:rPr sz="1270" b="1">
                          <a:solidFill>
                            <a:srgbClr val="1B5C80"/>
                          </a:solidFill>
                        </a:rPr>
                        <a:t>75</a:t>
                      </a:r>
                    </a:p>
                  </a:txBody>
                  <a:tcPr marL="50800" marR="50800" marT="12700" marB="12700" anchor="ctr">
                    <a:solidFill>
                      <a:srgbClr val="FFFFFF"/>
                    </a:solidFill>
                  </a:tcPr>
                </a:tc>
                <a:tc>
                  <a:txBody>
                    <a:bodyPr/>
                    <a:lstStyle/>
                    <a:p>
                      <a:pPr algn="l">
                        <a:lnSpc>
                          <a:spcPct val="96000"/>
                        </a:lnSpc>
                      </a:pPr>
                      <a:endParaRPr/>
                    </a:p>
                  </a:txBody>
                  <a:tcPr marL="50800" marR="50800" marT="12700" marB="12700" anchor="ctr">
                    <a:solidFill>
                      <a:srgbClr val="FFFFFF"/>
                    </a:solidFill>
                  </a:tcPr>
                </a:tc>
                <a:extLst>
                  <a:ext uri="{0D108BD9-81ED-4DB2-BD59-A6C34878D82A}">
                    <a16:rowId xmlns:a16="http://schemas.microsoft.com/office/drawing/2014/main" val="10007"/>
                  </a:ext>
                </a:extLst>
              </a:tr>
              <a:tr h="342900">
                <a:tc>
                  <a:txBody>
                    <a:bodyPr/>
                    <a:lstStyle/>
                    <a:p>
                      <a:pPr algn="ctr">
                        <a:lnSpc>
                          <a:spcPct val="96000"/>
                        </a:lnSpc>
                      </a:pPr>
                      <a:r>
                        <a:rPr sz="1089" b="1">
                          <a:solidFill>
                            <a:srgbClr val="1B5C80"/>
                          </a:solidFill>
                        </a:rPr>
                        <a:t>チーム8</a:t>
                      </a:r>
                    </a:p>
                  </a:txBody>
                  <a:tcPr marL="50800" marR="50800" marT="12700" marB="12700" anchor="ctr">
                    <a:solidFill>
                      <a:srgbClr val="F8FDFA"/>
                    </a:solidFill>
                  </a:tcPr>
                </a:tc>
                <a:tc>
                  <a:txBody>
                    <a:bodyPr/>
                    <a:lstStyle/>
                    <a:p>
                      <a:pPr algn="ctr">
                        <a:lnSpc>
                          <a:spcPct val="96000"/>
                        </a:lnSpc>
                      </a:pPr>
                      <a:r>
                        <a:rPr sz="1089" b="1">
                          <a:solidFill>
                            <a:srgbClr val="232323"/>
                          </a:solidFill>
                        </a:rPr>
                        <a:t>30</a:t>
                      </a:r>
                    </a:p>
                  </a:txBody>
                  <a:tcPr marL="50800" marR="50800" marT="12700" marB="12700" anchor="ctr">
                    <a:solidFill>
                      <a:srgbClr val="A6E2F3"/>
                    </a:solidFill>
                  </a:tcPr>
                </a:tc>
                <a:tc>
                  <a:txBody>
                    <a:bodyPr/>
                    <a:lstStyle/>
                    <a:p>
                      <a:pPr algn="ctr">
                        <a:lnSpc>
                          <a:spcPct val="96000"/>
                        </a:lnSpc>
                      </a:pPr>
                      <a:r>
                        <a:rPr sz="1089" b="0">
                          <a:solidFill>
                            <a:srgbClr val="232323"/>
                          </a:solidFill>
                        </a:rPr>
                        <a:t>25</a:t>
                      </a:r>
                    </a:p>
                  </a:txBody>
                  <a:tcPr marL="50800" marR="50800" marT="12700" marB="12700" anchor="ctr">
                    <a:solidFill>
                      <a:srgbClr val="DBF1F7"/>
                    </a:solidFill>
                  </a:tcPr>
                </a:tc>
                <a:tc>
                  <a:txBody>
                    <a:bodyPr/>
                    <a:lstStyle/>
                    <a:p>
                      <a:pPr algn="ctr">
                        <a:lnSpc>
                          <a:spcPct val="96000"/>
                        </a:lnSpc>
                      </a:pPr>
                      <a:r>
                        <a:rPr sz="1089" b="0">
                          <a:solidFill>
                            <a:srgbClr val="232323"/>
                          </a:solidFill>
                        </a:rPr>
                        <a:t>10</a:t>
                      </a:r>
                    </a:p>
                  </a:txBody>
                  <a:tcPr marL="50800" marR="50800" marT="12700" marB="12700" anchor="ctr">
                    <a:solidFill>
                      <a:srgbClr val="F8FDFA"/>
                    </a:solidFill>
                  </a:tcPr>
                </a:tc>
                <a:tc>
                  <a:txBody>
                    <a:bodyPr/>
                    <a:lstStyle/>
                    <a:p>
                      <a:pPr algn="ctr">
                        <a:lnSpc>
                          <a:spcPct val="96000"/>
                        </a:lnSpc>
                      </a:pPr>
                      <a:r>
                        <a:rPr sz="1089" b="0">
                          <a:solidFill>
                            <a:srgbClr val="232323"/>
                          </a:solidFill>
                        </a:rPr>
                        <a:t>15</a:t>
                      </a:r>
                    </a:p>
                  </a:txBody>
                  <a:tcPr marL="50800" marR="50800" marT="12700" marB="12700" anchor="ctr">
                    <a:solidFill>
                      <a:srgbClr val="F8FDFA"/>
                    </a:solidFill>
                  </a:tcPr>
                </a:tc>
                <a:tc>
                  <a:txBody>
                    <a:bodyPr/>
                    <a:lstStyle/>
                    <a:p>
                      <a:pPr algn="ctr">
                        <a:lnSpc>
                          <a:spcPct val="96000"/>
                        </a:lnSpc>
                      </a:pPr>
                      <a:r>
                        <a:rPr sz="1089" b="0">
                          <a:solidFill>
                            <a:srgbClr val="232323"/>
                          </a:solidFill>
                        </a:rPr>
                        <a:t>25</a:t>
                      </a:r>
                    </a:p>
                  </a:txBody>
                  <a:tcPr marL="50800" marR="50800" marT="12700" marB="12700" anchor="ctr">
                    <a:solidFill>
                      <a:srgbClr val="DBF1F7"/>
                    </a:solidFill>
                  </a:tcPr>
                </a:tc>
                <a:tc>
                  <a:txBody>
                    <a:bodyPr/>
                    <a:lstStyle/>
                    <a:p>
                      <a:pPr algn="ctr">
                        <a:lnSpc>
                          <a:spcPct val="96000"/>
                        </a:lnSpc>
                      </a:pPr>
                      <a:endParaRPr/>
                    </a:p>
                  </a:txBody>
                  <a:tcPr marL="50800" marR="50800" marT="12700" marB="12700" anchor="ctr">
                    <a:solidFill>
                      <a:srgbClr val="F8FDFA"/>
                    </a:solidFill>
                  </a:tcPr>
                </a:tc>
                <a:tc>
                  <a:txBody>
                    <a:bodyPr/>
                    <a:lstStyle/>
                    <a:p>
                      <a:pPr algn="ctr">
                        <a:lnSpc>
                          <a:spcPct val="96000"/>
                        </a:lnSpc>
                      </a:pPr>
                      <a:endParaRPr/>
                    </a:p>
                  </a:txBody>
                  <a:tcPr marL="50800" marR="50800" marT="12700" marB="12700" anchor="ctr">
                    <a:solidFill>
                      <a:srgbClr val="F8FDFA"/>
                    </a:solidFill>
                  </a:tcPr>
                </a:tc>
                <a:tc>
                  <a:txBody>
                    <a:bodyPr/>
                    <a:lstStyle/>
                    <a:p>
                      <a:pPr algn="ctr">
                        <a:lnSpc>
                          <a:spcPct val="96000"/>
                        </a:lnSpc>
                      </a:pPr>
                      <a:r>
                        <a:rPr sz="1089" b="0">
                          <a:solidFill>
                            <a:srgbClr val="232323"/>
                          </a:solidFill>
                        </a:rPr>
                        <a:t>5</a:t>
                      </a:r>
                    </a:p>
                  </a:txBody>
                  <a:tcPr marL="50800" marR="50800" marT="12700" marB="12700" anchor="ctr">
                    <a:solidFill>
                      <a:srgbClr val="F8FDFA"/>
                    </a:solidFill>
                  </a:tcPr>
                </a:tc>
                <a:tc>
                  <a:txBody>
                    <a:bodyPr/>
                    <a:lstStyle/>
                    <a:p>
                      <a:pPr algn="l">
                        <a:lnSpc>
                          <a:spcPct val="96000"/>
                        </a:lnSpc>
                      </a:pPr>
                      <a:r>
                        <a:rPr sz="919" b="0">
                          <a:solidFill>
                            <a:srgbClr val="232323"/>
                          </a:solidFill>
                        </a:rPr>
                        <a:t>会議室リソース・対象者リストの整備</a:t>
                      </a:r>
                    </a:p>
                  </a:txBody>
                  <a:tcPr marL="50800" marR="50800" marT="12700" marB="12700" anchor="ctr">
                    <a:solidFill>
                      <a:srgbClr val="F8FDFA"/>
                    </a:solidFill>
                  </a:tcPr>
                </a:tc>
                <a:tc>
                  <a:txBody>
                    <a:bodyPr/>
                    <a:lstStyle/>
                    <a:p>
                      <a:pPr algn="ctr">
                        <a:lnSpc>
                          <a:spcPct val="96000"/>
                        </a:lnSpc>
                      </a:pPr>
                      <a:r>
                        <a:rPr sz="1270" b="1">
                          <a:solidFill>
                            <a:srgbClr val="1B5C80"/>
                          </a:solidFill>
                        </a:rPr>
                        <a:t>110</a:t>
                      </a:r>
                    </a:p>
                  </a:txBody>
                  <a:tcPr marL="50800" marR="50800" marT="12700" marB="12700" anchor="ctr">
                    <a:solidFill>
                      <a:srgbClr val="F8FDFA"/>
                    </a:solidFill>
                  </a:tcPr>
                </a:tc>
                <a:tc>
                  <a:txBody>
                    <a:bodyPr/>
                    <a:lstStyle/>
                    <a:p>
                      <a:pPr algn="l">
                        <a:lnSpc>
                          <a:spcPct val="96000"/>
                        </a:lnSpc>
                      </a:pPr>
                      <a:endParaRPr/>
                    </a:p>
                  </a:txBody>
                  <a:tcPr marL="50800" marR="50800" marT="12700" marB="12700" anchor="ctr">
                    <a:solidFill>
                      <a:srgbClr val="F8FDFA"/>
                    </a:solidFill>
                  </a:tcPr>
                </a:tc>
                <a:extLst>
                  <a:ext uri="{0D108BD9-81ED-4DB2-BD59-A6C34878D82A}">
                    <a16:rowId xmlns:a16="http://schemas.microsoft.com/office/drawing/2014/main" val="10008"/>
                  </a:ext>
                </a:extLst>
              </a:tr>
              <a:tr h="342900">
                <a:tc>
                  <a:txBody>
                    <a:bodyPr/>
                    <a:lstStyle/>
                    <a:p>
                      <a:pPr algn="ctr">
                        <a:lnSpc>
                          <a:spcPct val="96000"/>
                        </a:lnSpc>
                      </a:pPr>
                      <a:r>
                        <a:rPr sz="1089" b="1">
                          <a:solidFill>
                            <a:srgbClr val="1B5C80"/>
                          </a:solidFill>
                        </a:rPr>
                        <a:t>チーム9</a:t>
                      </a:r>
                    </a:p>
                  </a:txBody>
                  <a:tcPr marL="50800" marR="50800" marT="12700" marB="12700" anchor="ctr">
                    <a:solidFill>
                      <a:srgbClr val="FFFFFF"/>
                    </a:solidFill>
                  </a:tcPr>
                </a:tc>
                <a:tc>
                  <a:txBody>
                    <a:bodyPr/>
                    <a:lstStyle/>
                    <a:p>
                      <a:pPr algn="ctr">
                        <a:lnSpc>
                          <a:spcPct val="96000"/>
                        </a:lnSpc>
                      </a:pPr>
                      <a:r>
                        <a:rPr sz="1089" b="0">
                          <a:solidFill>
                            <a:srgbClr val="232323"/>
                          </a:solidFill>
                        </a:rPr>
                        <a:t>30</a:t>
                      </a:r>
                    </a:p>
                  </a:txBody>
                  <a:tcPr marL="50800" marR="50800" marT="12700" marB="12700" anchor="ctr">
                    <a:solidFill>
                      <a:srgbClr val="DBF1F7"/>
                    </a:solidFill>
                  </a:tcPr>
                </a:tc>
                <a:tc>
                  <a:txBody>
                    <a:bodyPr/>
                    <a:lstStyle/>
                    <a:p>
                      <a:pPr algn="ctr">
                        <a:lnSpc>
                          <a:spcPct val="96000"/>
                        </a:lnSpc>
                      </a:pPr>
                      <a:r>
                        <a:rPr sz="1089" b="1">
                          <a:solidFill>
                            <a:srgbClr val="232323"/>
                          </a:solidFill>
                        </a:rPr>
                        <a:t>35</a:t>
                      </a:r>
                    </a:p>
                  </a:txBody>
                  <a:tcPr marL="50800" marR="50800" marT="12700" marB="12700" anchor="ctr">
                    <a:solidFill>
                      <a:srgbClr val="A6E2F3"/>
                    </a:solidFill>
                  </a:tcPr>
                </a:tc>
                <a:tc>
                  <a:txBody>
                    <a:bodyPr/>
                    <a:lstStyle/>
                    <a:p>
                      <a:pPr algn="ctr">
                        <a:lnSpc>
                          <a:spcPct val="96000"/>
                        </a:lnSpc>
                      </a:pPr>
                      <a:r>
                        <a:rPr sz="1089" b="0">
                          <a:solidFill>
                            <a:srgbClr val="232323"/>
                          </a:solidFill>
                        </a:rPr>
                        <a:t>25</a:t>
                      </a:r>
                    </a:p>
                  </a:txBody>
                  <a:tcPr marL="50800" marR="50800" marT="12700" marB="12700" anchor="ctr">
                    <a:solidFill>
                      <a:srgbClr val="DBF1F7"/>
                    </a:solidFill>
                  </a:tcPr>
                </a:tc>
                <a:tc>
                  <a:txBody>
                    <a:bodyPr/>
                    <a:lstStyle/>
                    <a:p>
                      <a:pPr algn="ctr">
                        <a:lnSpc>
                          <a:spcPct val="96000"/>
                        </a:lnSpc>
                      </a:pPr>
                      <a:r>
                        <a:rPr sz="1089" b="0">
                          <a:solidFill>
                            <a:srgbClr val="232323"/>
                          </a:solidFill>
                        </a:rPr>
                        <a:t>10</a:t>
                      </a:r>
                    </a:p>
                  </a:txBody>
                  <a:tcPr marL="50800" marR="50800" marT="12700" marB="12700" anchor="ctr">
                    <a:solidFill>
                      <a:srgbClr val="FFFFFF"/>
                    </a:solidFill>
                  </a:tcPr>
                </a:tc>
                <a:tc>
                  <a:txBody>
                    <a:bodyPr/>
                    <a:lstStyle/>
                    <a:p>
                      <a:pPr algn="ctr">
                        <a:lnSpc>
                          <a:spcPct val="96000"/>
                        </a:lnSpc>
                      </a:pPr>
                      <a:r>
                        <a:rPr sz="1089" b="0">
                          <a:solidFill>
                            <a:srgbClr val="232323"/>
                          </a:solidFill>
                        </a:rPr>
                        <a:t>15</a:t>
                      </a:r>
                    </a:p>
                  </a:txBody>
                  <a:tcPr marL="50800" marR="50800" marT="12700" marB="12700" anchor="ctr">
                    <a:solidFill>
                      <a:srgbClr val="FFFFFF"/>
                    </a:solidFill>
                  </a:tcPr>
                </a:tc>
                <a:tc>
                  <a:txBody>
                    <a:bodyPr/>
                    <a:lstStyle/>
                    <a:p>
                      <a:pPr algn="ctr">
                        <a:lnSpc>
                          <a:spcPct val="96000"/>
                        </a:lnSpc>
                      </a:pPr>
                      <a:r>
                        <a:rPr sz="1089" b="0">
                          <a:solidFill>
                            <a:srgbClr val="232323"/>
                          </a:solidFill>
                        </a:rPr>
                        <a:t>20</a:t>
                      </a:r>
                    </a:p>
                  </a:txBody>
                  <a:tcPr marL="50800" marR="50800" marT="12700" marB="12700" anchor="ctr">
                    <a:solidFill>
                      <a:srgbClr val="DBF1F7"/>
                    </a:solidFill>
                  </a:tcPr>
                </a:tc>
                <a:tc>
                  <a:txBody>
                    <a:bodyPr/>
                    <a:lstStyle/>
                    <a:p>
                      <a:pPr algn="ctr">
                        <a:lnSpc>
                          <a:spcPct val="96000"/>
                        </a:lnSpc>
                      </a:pPr>
                      <a:r>
                        <a:rPr sz="1089" b="0">
                          <a:solidFill>
                            <a:srgbClr val="232323"/>
                          </a:solidFill>
                        </a:rPr>
                        <a:t>5</a:t>
                      </a:r>
                    </a:p>
                  </a:txBody>
                  <a:tcPr marL="50800" marR="50800" marT="12700" marB="12700" anchor="ctr">
                    <a:solidFill>
                      <a:srgbClr val="FFFFFF"/>
                    </a:solidFill>
                  </a:tcPr>
                </a:tc>
                <a:tc>
                  <a:txBody>
                    <a:bodyPr/>
                    <a:lstStyle/>
                    <a:p>
                      <a:pPr algn="ctr">
                        <a:lnSpc>
                          <a:spcPct val="96000"/>
                        </a:lnSpc>
                      </a:pPr>
                      <a:r>
                        <a:rPr sz="1089" b="0">
                          <a:solidFill>
                            <a:srgbClr val="232323"/>
                          </a:solidFill>
                        </a:rPr>
                        <a:t>10</a:t>
                      </a:r>
                    </a:p>
                  </a:txBody>
                  <a:tcPr marL="50800" marR="50800" marT="12700" marB="12700" anchor="ctr">
                    <a:solidFill>
                      <a:srgbClr val="FFFFFF"/>
                    </a:solidFill>
                  </a:tcPr>
                </a:tc>
                <a:tc>
                  <a:txBody>
                    <a:bodyPr/>
                    <a:lstStyle/>
                    <a:p>
                      <a:pPr algn="l">
                        <a:lnSpc>
                          <a:spcPct val="96000"/>
                        </a:lnSpc>
                      </a:pPr>
                      <a:r>
                        <a:rPr sz="919" b="0">
                          <a:solidFill>
                            <a:srgbClr val="232323"/>
                          </a:solidFill>
                        </a:rPr>
                        <a:t>レビュー管理表、人手アップロード運用</a:t>
                      </a:r>
                    </a:p>
                  </a:txBody>
                  <a:tcPr marL="50800" marR="50800" marT="12700" marB="12700" anchor="ctr">
                    <a:solidFill>
                      <a:srgbClr val="FFFFFF"/>
                    </a:solidFill>
                  </a:tcPr>
                </a:tc>
                <a:tc>
                  <a:txBody>
                    <a:bodyPr/>
                    <a:lstStyle/>
                    <a:p>
                      <a:pPr algn="ctr">
                        <a:lnSpc>
                          <a:spcPct val="96000"/>
                        </a:lnSpc>
                      </a:pPr>
                      <a:r>
                        <a:rPr sz="1270" b="1">
                          <a:solidFill>
                            <a:srgbClr val="1B5C80"/>
                          </a:solidFill>
                        </a:rPr>
                        <a:t>150</a:t>
                      </a:r>
                    </a:p>
                  </a:txBody>
                  <a:tcPr marL="50800" marR="50800" marT="12700" marB="12700" anchor="ctr">
                    <a:solidFill>
                      <a:srgbClr val="FFFFFF"/>
                    </a:solidFill>
                  </a:tcPr>
                </a:tc>
                <a:tc>
                  <a:txBody>
                    <a:bodyPr/>
                    <a:lstStyle/>
                    <a:p>
                      <a:pPr algn="l">
                        <a:lnSpc>
                          <a:spcPct val="96000"/>
                        </a:lnSpc>
                      </a:pPr>
                      <a:endParaRPr/>
                    </a:p>
                  </a:txBody>
                  <a:tcPr marL="50800" marR="50800" marT="12700" marB="12700" anchor="ctr">
                    <a:solidFill>
                      <a:srgbClr val="FFFFFF"/>
                    </a:solidFill>
                  </a:tcPr>
                </a:tc>
                <a:extLst>
                  <a:ext uri="{0D108BD9-81ED-4DB2-BD59-A6C34878D82A}">
                    <a16:rowId xmlns:a16="http://schemas.microsoft.com/office/drawing/2014/main" val="10009"/>
                  </a:ext>
                </a:extLst>
              </a:tr>
              <a:tr h="342900">
                <a:tc>
                  <a:txBody>
                    <a:bodyPr/>
                    <a:lstStyle/>
                    <a:p>
                      <a:pPr algn="ctr">
                        <a:lnSpc>
                          <a:spcPct val="96000"/>
                        </a:lnSpc>
                      </a:pPr>
                      <a:r>
                        <a:rPr sz="1089" b="1">
                          <a:solidFill>
                            <a:srgbClr val="1B5C80"/>
                          </a:solidFill>
                        </a:rPr>
                        <a:t>チーム10</a:t>
                      </a:r>
                    </a:p>
                  </a:txBody>
                  <a:tcPr marL="50800" marR="50800" marT="12700" marB="12700" anchor="ctr">
                    <a:solidFill>
                      <a:srgbClr val="F8FDFA"/>
                    </a:solidFill>
                  </a:tcPr>
                </a:tc>
                <a:tc>
                  <a:txBody>
                    <a:bodyPr/>
                    <a:lstStyle/>
                    <a:p>
                      <a:pPr algn="ctr">
                        <a:lnSpc>
                          <a:spcPct val="96000"/>
                        </a:lnSpc>
                      </a:pPr>
                      <a:r>
                        <a:rPr sz="1089" b="1">
                          <a:solidFill>
                            <a:srgbClr val="232323"/>
                          </a:solidFill>
                        </a:rPr>
                        <a:t>25</a:t>
                      </a:r>
                    </a:p>
                  </a:txBody>
                  <a:tcPr marL="50800" marR="50800" marT="12700" marB="12700" anchor="ctr">
                    <a:solidFill>
                      <a:srgbClr val="A6E2F3"/>
                    </a:solidFill>
                  </a:tcPr>
                </a:tc>
                <a:tc>
                  <a:txBody>
                    <a:bodyPr/>
                    <a:lstStyle/>
                    <a:p>
                      <a:pPr algn="ctr">
                        <a:lnSpc>
                          <a:spcPct val="96000"/>
                        </a:lnSpc>
                      </a:pPr>
                      <a:r>
                        <a:rPr sz="1089" b="0">
                          <a:solidFill>
                            <a:srgbClr val="232323"/>
                          </a:solidFill>
                        </a:rPr>
                        <a:t>5</a:t>
                      </a:r>
                    </a:p>
                  </a:txBody>
                  <a:tcPr marL="50800" marR="50800" marT="12700" marB="12700" anchor="ctr">
                    <a:solidFill>
                      <a:srgbClr val="F8FDFA"/>
                    </a:solidFill>
                  </a:tcPr>
                </a:tc>
                <a:tc>
                  <a:txBody>
                    <a:bodyPr/>
                    <a:lstStyle/>
                    <a:p>
                      <a:pPr algn="ctr">
                        <a:lnSpc>
                          <a:spcPct val="96000"/>
                        </a:lnSpc>
                      </a:pPr>
                      <a:r>
                        <a:rPr sz="1089" b="0">
                          <a:solidFill>
                            <a:srgbClr val="232323"/>
                          </a:solidFill>
                        </a:rPr>
                        <a:t>15</a:t>
                      </a:r>
                    </a:p>
                  </a:txBody>
                  <a:tcPr marL="50800" marR="50800" marT="12700" marB="12700" anchor="ctr">
                    <a:solidFill>
                      <a:srgbClr val="F8FDFA"/>
                    </a:solidFill>
                  </a:tcPr>
                </a:tc>
                <a:tc>
                  <a:txBody>
                    <a:bodyPr/>
                    <a:lstStyle/>
                    <a:p>
                      <a:pPr algn="ctr">
                        <a:lnSpc>
                          <a:spcPct val="96000"/>
                        </a:lnSpc>
                      </a:pPr>
                      <a:r>
                        <a:rPr sz="1089" b="0">
                          <a:solidFill>
                            <a:srgbClr val="232323"/>
                          </a:solidFill>
                        </a:rPr>
                        <a:t>20</a:t>
                      </a:r>
                    </a:p>
                  </a:txBody>
                  <a:tcPr marL="50800" marR="50800" marT="12700" marB="12700" anchor="ctr">
                    <a:solidFill>
                      <a:srgbClr val="DBF1F7"/>
                    </a:solidFill>
                  </a:tcPr>
                </a:tc>
                <a:tc>
                  <a:txBody>
                    <a:bodyPr/>
                    <a:lstStyle/>
                    <a:p>
                      <a:pPr algn="ctr">
                        <a:lnSpc>
                          <a:spcPct val="96000"/>
                        </a:lnSpc>
                      </a:pPr>
                      <a:endParaRPr/>
                    </a:p>
                  </a:txBody>
                  <a:tcPr marL="50800" marR="50800" marT="12700" marB="12700" anchor="ctr">
                    <a:solidFill>
                      <a:srgbClr val="F8FDFA"/>
                    </a:solidFill>
                  </a:tcPr>
                </a:tc>
                <a:tc>
                  <a:txBody>
                    <a:bodyPr/>
                    <a:lstStyle/>
                    <a:p>
                      <a:pPr algn="ctr">
                        <a:lnSpc>
                          <a:spcPct val="96000"/>
                        </a:lnSpc>
                      </a:pPr>
                      <a:endParaRPr/>
                    </a:p>
                  </a:txBody>
                  <a:tcPr marL="50800" marR="50800" marT="12700" marB="12700" anchor="ctr">
                    <a:solidFill>
                      <a:srgbClr val="F8FDFA"/>
                    </a:solidFill>
                  </a:tcPr>
                </a:tc>
                <a:tc>
                  <a:txBody>
                    <a:bodyPr/>
                    <a:lstStyle/>
                    <a:p>
                      <a:pPr algn="ctr">
                        <a:lnSpc>
                          <a:spcPct val="96000"/>
                        </a:lnSpc>
                      </a:pPr>
                      <a:r>
                        <a:rPr sz="1089" b="0">
                          <a:solidFill>
                            <a:srgbClr val="232323"/>
                          </a:solidFill>
                        </a:rPr>
                        <a:t>20</a:t>
                      </a:r>
                    </a:p>
                  </a:txBody>
                  <a:tcPr marL="50800" marR="50800" marT="12700" marB="12700" anchor="ctr">
                    <a:solidFill>
                      <a:srgbClr val="DBF1F7"/>
                    </a:solidFill>
                  </a:tcPr>
                </a:tc>
                <a:tc>
                  <a:txBody>
                    <a:bodyPr/>
                    <a:lstStyle/>
                    <a:p>
                      <a:pPr algn="ctr">
                        <a:lnSpc>
                          <a:spcPct val="96000"/>
                        </a:lnSpc>
                      </a:pPr>
                      <a:endParaRPr/>
                    </a:p>
                  </a:txBody>
                  <a:tcPr marL="50800" marR="50800" marT="12700" marB="12700" anchor="ctr">
                    <a:solidFill>
                      <a:srgbClr val="F8FDFA"/>
                    </a:solidFill>
                  </a:tcPr>
                </a:tc>
                <a:tc>
                  <a:txBody>
                    <a:bodyPr/>
                    <a:lstStyle/>
                    <a:p>
                      <a:pPr algn="l">
                        <a:lnSpc>
                          <a:spcPct val="96000"/>
                        </a:lnSpc>
                      </a:pPr>
                      <a:r>
                        <a:rPr sz="919" b="0">
                          <a:solidFill>
                            <a:srgbClr val="232323"/>
                          </a:solidFill>
                        </a:rPr>
                        <a:t>議事録テンプレート</a:t>
                      </a:r>
                    </a:p>
                  </a:txBody>
                  <a:tcPr marL="50800" marR="50800" marT="12700" marB="12700" anchor="ctr">
                    <a:solidFill>
                      <a:srgbClr val="F8FDFA"/>
                    </a:solidFill>
                  </a:tcPr>
                </a:tc>
                <a:tc>
                  <a:txBody>
                    <a:bodyPr/>
                    <a:lstStyle/>
                    <a:p>
                      <a:pPr algn="ctr">
                        <a:lnSpc>
                          <a:spcPct val="96000"/>
                        </a:lnSpc>
                      </a:pPr>
                      <a:r>
                        <a:rPr sz="1270" b="1">
                          <a:solidFill>
                            <a:srgbClr val="1B5C80"/>
                          </a:solidFill>
                        </a:rPr>
                        <a:t>85</a:t>
                      </a:r>
                    </a:p>
                  </a:txBody>
                  <a:tcPr marL="50800" marR="50800" marT="12700" marB="12700" anchor="ctr">
                    <a:solidFill>
                      <a:srgbClr val="F8FDFA"/>
                    </a:solidFill>
                  </a:tcPr>
                </a:tc>
                <a:tc>
                  <a:txBody>
                    <a:bodyPr/>
                    <a:lstStyle/>
                    <a:p>
                      <a:pPr algn="l">
                        <a:lnSpc>
                          <a:spcPct val="96000"/>
                        </a:lnSpc>
                      </a:pPr>
                      <a:endParaRPr/>
                    </a:p>
                  </a:txBody>
                  <a:tcPr marL="50800" marR="50800" marT="12700" marB="12700" anchor="ctr">
                    <a:solidFill>
                      <a:srgbClr val="F8FDFA"/>
                    </a:solidFill>
                  </a:tcPr>
                </a:tc>
                <a:extLst>
                  <a:ext uri="{0D108BD9-81ED-4DB2-BD59-A6C34878D82A}">
                    <a16:rowId xmlns:a16="http://schemas.microsoft.com/office/drawing/2014/main" val="10010"/>
                  </a:ext>
                </a:extLst>
              </a:tr>
              <a:tr h="342900">
                <a:tc>
                  <a:txBody>
                    <a:bodyPr/>
                    <a:lstStyle/>
                    <a:p>
                      <a:pPr algn="ctr">
                        <a:lnSpc>
                          <a:spcPct val="96000"/>
                        </a:lnSpc>
                      </a:pPr>
                      <a:r>
                        <a:rPr sz="1089" b="1">
                          <a:solidFill>
                            <a:srgbClr val="1B5C80"/>
                          </a:solidFill>
                        </a:rPr>
                        <a:t>チーム11</a:t>
                      </a:r>
                    </a:p>
                  </a:txBody>
                  <a:tcPr marL="50800" marR="50800" marT="12700" marB="12700" anchor="ctr">
                    <a:solidFill>
                      <a:srgbClr val="FFFFFF"/>
                    </a:solidFill>
                  </a:tcPr>
                </a:tc>
                <a:tc>
                  <a:txBody>
                    <a:bodyPr/>
                    <a:lstStyle/>
                    <a:p>
                      <a:pPr algn="ctr">
                        <a:lnSpc>
                          <a:spcPct val="96000"/>
                        </a:lnSpc>
                      </a:pPr>
                      <a:r>
                        <a:rPr sz="1089" b="1">
                          <a:solidFill>
                            <a:srgbClr val="232323"/>
                          </a:solidFill>
                        </a:rPr>
                        <a:t>30</a:t>
                      </a:r>
                    </a:p>
                  </a:txBody>
                  <a:tcPr marL="50800" marR="50800" marT="12700" marB="12700" anchor="ctr">
                    <a:solidFill>
                      <a:srgbClr val="A6E2F3"/>
                    </a:solidFill>
                  </a:tcPr>
                </a:tc>
                <a:tc>
                  <a:txBody>
                    <a:bodyPr/>
                    <a:lstStyle/>
                    <a:p>
                      <a:pPr algn="ctr">
                        <a:lnSpc>
                          <a:spcPct val="96000"/>
                        </a:lnSpc>
                      </a:pPr>
                      <a:r>
                        <a:rPr sz="1089" b="0">
                          <a:solidFill>
                            <a:srgbClr val="232323"/>
                          </a:solidFill>
                        </a:rPr>
                        <a:t>5</a:t>
                      </a:r>
                    </a:p>
                  </a:txBody>
                  <a:tcPr marL="50800" marR="50800" marT="12700" marB="12700" anchor="ctr">
                    <a:solidFill>
                      <a:srgbClr val="FFFFFF"/>
                    </a:solidFill>
                  </a:tcPr>
                </a:tc>
                <a:tc>
                  <a:txBody>
                    <a:bodyPr/>
                    <a:lstStyle/>
                    <a:p>
                      <a:pPr algn="ctr">
                        <a:lnSpc>
                          <a:spcPct val="96000"/>
                        </a:lnSpc>
                      </a:pPr>
                      <a:r>
                        <a:rPr sz="1089" b="0">
                          <a:solidFill>
                            <a:srgbClr val="232323"/>
                          </a:solidFill>
                        </a:rPr>
                        <a:t>20</a:t>
                      </a:r>
                    </a:p>
                  </a:txBody>
                  <a:tcPr marL="50800" marR="50800" marT="12700" marB="12700" anchor="ctr">
                    <a:solidFill>
                      <a:srgbClr val="DBF1F7"/>
                    </a:solidFill>
                  </a:tcPr>
                </a:tc>
                <a:tc>
                  <a:txBody>
                    <a:bodyPr/>
                    <a:lstStyle/>
                    <a:p>
                      <a:pPr algn="ctr">
                        <a:lnSpc>
                          <a:spcPct val="96000"/>
                        </a:lnSpc>
                      </a:pPr>
                      <a:r>
                        <a:rPr sz="1089" b="0">
                          <a:solidFill>
                            <a:srgbClr val="232323"/>
                          </a:solidFill>
                        </a:rPr>
                        <a:t>10</a:t>
                      </a: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ctr">
                        <a:lnSpc>
                          <a:spcPct val="96000"/>
                        </a:lnSpc>
                      </a:pPr>
                      <a:r>
                        <a:rPr sz="1089" b="0">
                          <a:solidFill>
                            <a:srgbClr val="232323"/>
                          </a:solidFill>
                        </a:rPr>
                        <a:t>5</a:t>
                      </a:r>
                    </a:p>
                  </a:txBody>
                  <a:tcPr marL="50800" marR="50800" marT="12700" marB="12700" anchor="ctr">
                    <a:solidFill>
                      <a:srgbClr val="FFFFFF"/>
                    </a:solidFill>
                  </a:tcPr>
                </a:tc>
                <a:tc>
                  <a:txBody>
                    <a:bodyPr/>
                    <a:lstStyle/>
                    <a:p>
                      <a:pPr algn="ctr">
                        <a:lnSpc>
                          <a:spcPct val="96000"/>
                        </a:lnSpc>
                      </a:pPr>
                      <a:r>
                        <a:rPr sz="1089" b="0">
                          <a:solidFill>
                            <a:srgbClr val="232323"/>
                          </a:solidFill>
                        </a:rPr>
                        <a:t>5</a:t>
                      </a:r>
                    </a:p>
                  </a:txBody>
                  <a:tcPr marL="50800" marR="50800" marT="12700" marB="12700" anchor="ctr">
                    <a:solidFill>
                      <a:srgbClr val="FFFFFF"/>
                    </a:solidFill>
                  </a:tcPr>
                </a:tc>
                <a:tc>
                  <a:txBody>
                    <a:bodyPr/>
                    <a:lstStyle/>
                    <a:p>
                      <a:pPr algn="l">
                        <a:lnSpc>
                          <a:spcPct val="96000"/>
                        </a:lnSpc>
                      </a:pPr>
                      <a:r>
                        <a:rPr sz="919" b="0">
                          <a:solidFill>
                            <a:srgbClr val="232323"/>
                          </a:solidFill>
                        </a:rPr>
                        <a:t>利用ルール・手順書の整備</a:t>
                      </a:r>
                    </a:p>
                  </a:txBody>
                  <a:tcPr marL="50800" marR="50800" marT="12700" marB="12700" anchor="ctr">
                    <a:solidFill>
                      <a:srgbClr val="FFFFFF"/>
                    </a:solidFill>
                  </a:tcPr>
                </a:tc>
                <a:tc>
                  <a:txBody>
                    <a:bodyPr/>
                    <a:lstStyle/>
                    <a:p>
                      <a:pPr algn="ctr">
                        <a:lnSpc>
                          <a:spcPct val="96000"/>
                        </a:lnSpc>
                      </a:pPr>
                      <a:r>
                        <a:rPr sz="1270" b="1">
                          <a:solidFill>
                            <a:srgbClr val="1B5C80"/>
                          </a:solidFill>
                        </a:rPr>
                        <a:t>75</a:t>
                      </a:r>
                    </a:p>
                  </a:txBody>
                  <a:tcPr marL="50800" marR="50800" marT="12700" marB="12700" anchor="ctr">
                    <a:solidFill>
                      <a:srgbClr val="FFFFFF"/>
                    </a:solidFill>
                  </a:tcPr>
                </a:tc>
                <a:tc>
                  <a:txBody>
                    <a:bodyPr/>
                    <a:lstStyle/>
                    <a:p>
                      <a:pPr algn="l">
                        <a:lnSpc>
                          <a:spcPct val="96000"/>
                        </a:lnSpc>
                      </a:pPr>
                      <a:endParaRPr dirty="0"/>
                    </a:p>
                  </a:txBody>
                  <a:tcPr marL="50800" marR="50800" marT="12700" marB="12700" anchor="ctr">
                    <a:solidFill>
                      <a:srgbClr val="FFFFFF"/>
                    </a:solidFill>
                  </a:tcPr>
                </a:tc>
                <a:extLst>
                  <a:ext uri="{0D108BD9-81ED-4DB2-BD59-A6C34878D82A}">
                    <a16:rowId xmlns:a16="http://schemas.microsoft.com/office/drawing/2014/main" val="10011"/>
                  </a:ext>
                </a:extLst>
              </a:tr>
            </a:tbl>
          </a:graphicData>
        </a:graphic>
      </p:graphicFrame>
      <p:sp>
        <p:nvSpPr>
          <p:cNvPr id="15" name="Rectangle 14"/>
          <p:cNvSpPr/>
          <p:nvPr/>
        </p:nvSpPr>
        <p:spPr>
          <a:xfrm>
            <a:off x="10451592" y="2139696"/>
            <a:ext cx="33528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0451592" y="2482596"/>
            <a:ext cx="36576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10451592" y="2825496"/>
            <a:ext cx="67056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10451592" y="3511296"/>
            <a:ext cx="54864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10451592" y="3854196"/>
            <a:ext cx="88392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10451592" y="4197096"/>
            <a:ext cx="45720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10451592" y="4539996"/>
            <a:ext cx="67056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10451592" y="4882896"/>
            <a:ext cx="91440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10451592" y="5225796"/>
            <a:ext cx="51816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10451592" y="5568696"/>
            <a:ext cx="45720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740664" y="5856732"/>
            <a:ext cx="10716768" cy="42062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23544" y="5856732"/>
            <a:ext cx="10351008" cy="420624"/>
          </a:xfrm>
          <a:prstGeom prst="rect">
            <a:avLst/>
          </a:prstGeom>
          <a:noFill/>
        </p:spPr>
        <p:txBody>
          <a:bodyPr wrap="square" lIns="25400" tIns="12700" rIns="25400" bIns="12700" anchor="ctr">
            <a:spAutoFit/>
          </a:bodyPr>
          <a:lstStyle/>
          <a:p>
            <a:pPr algn="l">
              <a:lnSpc>
                <a:spcPct val="114000"/>
              </a:lnSpc>
            </a:pPr>
            <a:r>
              <a:rPr sz="919" b="0">
                <a:solidFill>
                  <a:srgbClr val="232323"/>
                </a:solidFill>
              </a:rPr>
              <a:t>＊ 空欄は使用想定なし。Formsの入力はCopilot Studioの会話入力・アダプティブカードで、Power BIの可視化はSharePointリストビューやExcelのPower Query・ピボットで代替する。OneDriveはSharePointの列に合算している。</a:t>
            </a:r>
          </a:p>
        </p:txBody>
      </p:sp>
      <p:pic>
        <p:nvPicPr>
          <p:cNvPr id="28" name="図 27" descr="絵と文字の加工写真&#10;&#10;AI 生成コンテンツは誤りを含む可能性があります。">
            <a:extLst>
              <a:ext uri="{FF2B5EF4-FFF2-40B4-BE49-F238E27FC236}">
                <a16:creationId xmlns:a16="http://schemas.microsoft.com/office/drawing/2014/main" id="{6A856356-529B-FD35-075F-8EA087291F7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87883" y="1483568"/>
            <a:ext cx="283464" cy="283464"/>
          </a:xfrm>
          <a:prstGeom prst="rect">
            <a:avLst/>
          </a:prstGeom>
        </p:spPr>
      </p:pic>
      <p:pic>
        <p:nvPicPr>
          <p:cNvPr id="30" name="Picture 2" descr="InLoox + Power Automate | Apps &amp; Integrations">
            <a:extLst>
              <a:ext uri="{FF2B5EF4-FFF2-40B4-BE49-F238E27FC236}">
                <a16:creationId xmlns:a16="http://schemas.microsoft.com/office/drawing/2014/main" id="{1340DB6A-D7F9-0EB8-7088-B0F9FDCE9DC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6646" y="1533860"/>
            <a:ext cx="336493" cy="182880"/>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2" descr="SharePoint Online goes live | Staff Gateway">
            <a:extLst>
              <a:ext uri="{FF2B5EF4-FFF2-40B4-BE49-F238E27FC236}">
                <a16:creationId xmlns:a16="http://schemas.microsoft.com/office/drawing/2014/main" id="{F3FF7915-2443-8BE5-64A1-80990DD96D9C}"/>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5935" t="13456" r="25922" b="13456"/>
          <a:stretch/>
        </p:blipFill>
        <p:spPr bwMode="auto">
          <a:xfrm>
            <a:off x="3138438" y="1506428"/>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Microsoft Teams Logo: valor, história, PNG">
            <a:extLst>
              <a:ext uri="{FF2B5EF4-FFF2-40B4-BE49-F238E27FC236}">
                <a16:creationId xmlns:a16="http://schemas.microsoft.com/office/drawing/2014/main" id="{58568AF7-A590-9571-AE87-E827764EB72C}"/>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2318" r="12318"/>
          <a:stretch/>
        </p:blipFill>
        <p:spPr bwMode="auto">
          <a:xfrm>
            <a:off x="4030493" y="1515572"/>
            <a:ext cx="304600" cy="219456"/>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30" descr="Microsoft PowerPoint Logo - PNG and Vector - Logo Download">
            <a:extLst>
              <a:ext uri="{FF2B5EF4-FFF2-40B4-BE49-F238E27FC236}">
                <a16:creationId xmlns:a16="http://schemas.microsoft.com/office/drawing/2014/main" id="{85D926FD-F785-8DA8-B547-2BDC7AEDBDF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108632" y="1514722"/>
            <a:ext cx="237744" cy="221156"/>
          </a:xfrm>
          <a:prstGeom prst="rect">
            <a:avLst/>
          </a:prstGeom>
          <a:noFill/>
          <a:extLst>
            <a:ext uri="{909E8E84-426E-40DD-AFC4-6F175D3DCCD1}">
              <a14:hiddenFill xmlns:a14="http://schemas.microsoft.com/office/drawing/2010/main">
                <a:solidFill>
                  <a:srgbClr val="FFFFFF"/>
                </a:solidFill>
              </a14:hiddenFill>
            </a:ext>
          </a:extLst>
        </p:spPr>
      </p:pic>
      <p:pic>
        <p:nvPicPr>
          <p:cNvPr id="38" name="図 37" descr="ロゴ&#10;&#10;AI 生成コンテンツは誤りを含む可能性があります。">
            <a:extLst>
              <a:ext uri="{FF2B5EF4-FFF2-40B4-BE49-F238E27FC236}">
                <a16:creationId xmlns:a16="http://schemas.microsoft.com/office/drawing/2014/main" id="{A463BBAD-F50B-D12D-488F-31D682EA148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380285" y="1429747"/>
            <a:ext cx="391107" cy="391107"/>
          </a:xfrm>
          <a:prstGeom prst="rect">
            <a:avLst/>
          </a:prstGeom>
        </p:spPr>
      </p:pic>
      <p:pic>
        <p:nvPicPr>
          <p:cNvPr id="40" name="図 39" descr="アイコン&#10;&#10;AI 生成コンテンツは誤りを含む可能性があります。">
            <a:extLst>
              <a:ext uri="{FF2B5EF4-FFF2-40B4-BE49-F238E27FC236}">
                <a16:creationId xmlns:a16="http://schemas.microsoft.com/office/drawing/2014/main" id="{521D12DE-19AC-08E7-05D0-E881C8E6AC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712676" y="1455227"/>
            <a:ext cx="340146" cy="340146"/>
          </a:xfrm>
          <a:prstGeom prst="rect">
            <a:avLst/>
          </a:prstGeom>
        </p:spPr>
      </p:pic>
      <p:pic>
        <p:nvPicPr>
          <p:cNvPr id="42" name="Picture 28" descr="Microsoft Excel Logo – PNG e Vetor – Download de Logo">
            <a:extLst>
              <a:ext uri="{FF2B5EF4-FFF2-40B4-BE49-F238E27FC236}">
                <a16:creationId xmlns:a16="http://schemas.microsoft.com/office/drawing/2014/main" id="{AF9B762E-C1FE-C1E6-150C-10027806B479}"/>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398995" y="1463300"/>
            <a:ext cx="323999" cy="3240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難易度とガイドライン適合性の分離評価</a:t>
            </a:r>
          </a:p>
        </p:txBody>
      </p:sp>
      <p:sp>
        <p:nvSpPr>
          <p:cNvPr id="3" name="Text Placeholder 2"/>
          <p:cNvSpPr>
            <a:spLocks noGrp="1"/>
          </p:cNvSpPr>
          <p:nvPr>
            <p:ph type="body" sz="half" idx="2"/>
          </p:nvPr>
        </p:nvSpPr>
        <p:spPr/>
        <p:txBody>
          <a:bodyPr/>
          <a:lstStyle/>
          <a:p>
            <a:r>
              <a:rPr sz="1270">
                <a:solidFill>
                  <a:srgbClr val="6E767C"/>
                </a:solidFill>
              </a:rPr>
              <a:t>難しさ・制約論点・回避可否を分けて、事務局の確認事項を明確化</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8</a:t>
            </a:r>
          </a:p>
        </p:txBody>
      </p:sp>
      <p:sp>
        <p:nvSpPr>
          <p:cNvPr id="5" name="Rectangle 4"/>
          <p:cNvSpPr/>
          <p:nvPr/>
        </p:nvSpPr>
        <p:spPr>
          <a:xfrm>
            <a:off x="740664" y="1152144"/>
            <a:ext cx="10716768" cy="27432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152144"/>
            <a:ext cx="1097280" cy="274320"/>
          </a:xfrm>
          <a:prstGeom prst="rect">
            <a:avLst/>
          </a:prstGeom>
          <a:noFill/>
        </p:spPr>
        <p:txBody>
          <a:bodyPr wrap="square" anchor="ctr" lIns="25400" rIns="25400" tIns="12700" bIns="12700">
            <a:spAutoFit/>
          </a:bodyPr>
          <a:lstStyle/>
          <a:p>
            <a:pPr algn="l">
              <a:lnSpc>
                <a:spcPct val="100000"/>
              </a:lnSpc>
            </a:pPr>
            <a:r>
              <a:rPr sz="950" b="1">
                <a:solidFill>
                  <a:srgbClr val="1B5C80"/>
                </a:solidFill>
              </a:rPr>
              <a:t>難易度</a:t>
            </a:r>
          </a:p>
        </p:txBody>
      </p:sp>
      <p:sp>
        <p:nvSpPr>
          <p:cNvPr id="7" name="TextBox 6"/>
          <p:cNvSpPr txBox="1"/>
          <p:nvPr/>
        </p:nvSpPr>
        <p:spPr>
          <a:xfrm>
            <a:off x="1929384" y="1152144"/>
            <a:ext cx="9390888" cy="274320"/>
          </a:xfrm>
          <a:prstGeom prst="rect">
            <a:avLst/>
          </a:prstGeom>
          <a:noFill/>
        </p:spPr>
        <p:txBody>
          <a:bodyPr wrap="square" anchor="ctr" lIns="25400" rIns="25400" tIns="12700" bIns="12700">
            <a:spAutoFit/>
          </a:bodyPr>
          <a:lstStyle/>
          <a:p>
            <a:pPr algn="l">
              <a:lnSpc>
                <a:spcPct val="100000"/>
              </a:lnSpc>
            </a:pPr>
            <a:r>
              <a:rPr sz="950" b="0">
                <a:solidFill>
                  <a:srgbClr val="232323"/>
                </a:solidFill>
              </a:rPr>
              <a:t>1〜2：標準機能中心　／　3：設計力が必要　／　4：技術検証・運用整理が必要　／　－：現行案では評価不可（再設計）</a:t>
            </a:r>
          </a:p>
        </p:txBody>
      </p:sp>
      <p:sp>
        <p:nvSpPr>
          <p:cNvPr id="8" name="Rectangle 7"/>
          <p:cNvSpPr/>
          <p:nvPr/>
        </p:nvSpPr>
        <p:spPr>
          <a:xfrm>
            <a:off x="740664" y="1463040"/>
            <a:ext cx="10716768" cy="274320"/>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463040"/>
            <a:ext cx="1188720" cy="274320"/>
          </a:xfrm>
          <a:prstGeom prst="rect">
            <a:avLst/>
          </a:prstGeom>
          <a:noFill/>
        </p:spPr>
        <p:txBody>
          <a:bodyPr wrap="square" anchor="ctr" lIns="25400" rIns="25400" tIns="12700" bIns="12700">
            <a:spAutoFit/>
          </a:bodyPr>
          <a:lstStyle/>
          <a:p>
            <a:pPr algn="l">
              <a:lnSpc>
                <a:spcPct val="100000"/>
              </a:lnSpc>
            </a:pPr>
            <a:r>
              <a:rPr sz="760" b="1">
                <a:solidFill>
                  <a:srgbClr val="1B5C80"/>
                </a:solidFill>
              </a:rPr>
              <a:t>ガイドライン</a:t>
            </a:r>
          </a:p>
          <a:p>
            <a:pPr algn="l">
              <a:lnSpc>
                <a:spcPct val="100000"/>
              </a:lnSpc>
            </a:pPr>
            <a:r>
              <a:rPr sz="760" b="1">
                <a:solidFill>
                  <a:srgbClr val="1B5C80"/>
                </a:solidFill>
              </a:rPr>
              <a:t>適合性</a:t>
            </a:r>
          </a:p>
        </p:txBody>
      </p:sp>
      <p:sp>
        <p:nvSpPr>
          <p:cNvPr id="10" name="TextBox 9"/>
          <p:cNvSpPr txBox="1"/>
          <p:nvPr/>
        </p:nvSpPr>
        <p:spPr>
          <a:xfrm>
            <a:off x="2112264" y="1463040"/>
            <a:ext cx="9208008" cy="274320"/>
          </a:xfrm>
          <a:prstGeom prst="rect">
            <a:avLst/>
          </a:prstGeom>
          <a:noFill/>
        </p:spPr>
        <p:txBody>
          <a:bodyPr wrap="square" anchor="ctr" lIns="25400" rIns="25400" tIns="12700" bIns="12700">
            <a:spAutoFit/>
          </a:bodyPr>
          <a:lstStyle/>
          <a:p>
            <a:pPr algn="l">
              <a:lnSpc>
                <a:spcPct val="100000"/>
              </a:lnSpc>
            </a:pPr>
            <a:r>
              <a:rPr sz="950" b="0">
                <a:solidFill>
                  <a:srgbClr val="232323"/>
                </a:solidFill>
              </a:rPr>
              <a:t>○：制約内で進行可　／　△回避可：手動運用やSharePoint格納等で回避可能　／　△確認要：事務局判断が必要　／　×：現行案の中核が制約に抵触</a:t>
            </a:r>
          </a:p>
        </p:txBody>
      </p:sp>
      <p:sp>
        <p:nvSpPr>
          <p:cNvPr id="11" name="TextBox 10"/>
          <p:cNvSpPr txBox="1"/>
          <p:nvPr/>
        </p:nvSpPr>
        <p:spPr>
          <a:xfrm>
            <a:off x="740664" y="1810512"/>
            <a:ext cx="10716768" cy="219456"/>
          </a:xfrm>
          <a:prstGeom prst="rect">
            <a:avLst/>
          </a:prstGeom>
          <a:noFill/>
        </p:spPr>
        <p:txBody>
          <a:bodyPr wrap="square" anchor="t" lIns="25400" rIns="25400" tIns="12700" bIns="12700">
            <a:spAutoFit/>
          </a:bodyPr>
          <a:lstStyle/>
          <a:p>
            <a:pPr algn="l">
              <a:lnSpc>
                <a:spcPct val="100000"/>
              </a:lnSpc>
            </a:pPr>
            <a:r>
              <a:rPr sz="1270" b="1">
                <a:solidFill>
                  <a:srgbClr val="1B5C80"/>
                </a:solidFill>
              </a:rPr>
              <a:t>難易度 × ガイドライン適合性の分布　－　難しさと制約論点は別の軸。事務局が見るべき位置を示す</a:t>
            </a:r>
          </a:p>
        </p:txBody>
      </p:sp>
      <p:sp>
        <p:nvSpPr>
          <p:cNvPr id="12" name="TextBox 11"/>
          <p:cNvSpPr txBox="1"/>
          <p:nvPr/>
        </p:nvSpPr>
        <p:spPr>
          <a:xfrm>
            <a:off x="740664" y="2048255"/>
            <a:ext cx="1280160" cy="256032"/>
          </a:xfrm>
          <a:prstGeom prst="rect">
            <a:avLst/>
          </a:prstGeom>
          <a:noFill/>
        </p:spPr>
        <p:txBody>
          <a:bodyPr wrap="square" anchor="ctr" lIns="25400" rIns="25400" tIns="12700" bIns="12700">
            <a:spAutoFit/>
          </a:bodyPr>
          <a:lstStyle/>
          <a:p>
            <a:pPr algn="ctr">
              <a:lnSpc>
                <a:spcPct val="100000"/>
              </a:lnSpc>
            </a:pPr>
            <a:r>
              <a:rPr sz="860" b="1">
                <a:solidFill>
                  <a:srgbClr val="1B5C80"/>
                </a:solidFill>
              </a:rPr>
              <a:t>適合性＼難易度</a:t>
            </a:r>
          </a:p>
        </p:txBody>
      </p:sp>
      <p:sp>
        <p:nvSpPr>
          <p:cNvPr id="13" name="Rectangle 12"/>
          <p:cNvSpPr/>
          <p:nvPr/>
        </p:nvSpPr>
        <p:spPr>
          <a:xfrm>
            <a:off x="2066544" y="2066543"/>
            <a:ext cx="2304288" cy="256032"/>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66544" y="2066543"/>
            <a:ext cx="2304288" cy="256032"/>
          </a:xfrm>
          <a:prstGeom prst="rect">
            <a:avLst/>
          </a:prstGeom>
          <a:noFill/>
        </p:spPr>
        <p:txBody>
          <a:bodyPr wrap="square" anchor="ctr" lIns="25400" rIns="25400" tIns="12700" bIns="12700">
            <a:spAutoFit/>
          </a:bodyPr>
          <a:lstStyle/>
          <a:p>
            <a:pPr algn="ctr">
              <a:lnSpc>
                <a:spcPct val="100000"/>
              </a:lnSpc>
            </a:pPr>
            <a:r>
              <a:rPr sz="950" b="1">
                <a:solidFill>
                  <a:srgbClr val="FFFFFF"/>
                </a:solidFill>
              </a:rPr>
              <a:t>1〜2</a:t>
            </a:r>
          </a:p>
        </p:txBody>
      </p:sp>
      <p:sp>
        <p:nvSpPr>
          <p:cNvPr id="15" name="Rectangle 14"/>
          <p:cNvSpPr/>
          <p:nvPr/>
        </p:nvSpPr>
        <p:spPr>
          <a:xfrm>
            <a:off x="4407408" y="2066543"/>
            <a:ext cx="2304288" cy="256032"/>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07408" y="2066543"/>
            <a:ext cx="2304288" cy="256032"/>
          </a:xfrm>
          <a:prstGeom prst="rect">
            <a:avLst/>
          </a:prstGeom>
          <a:noFill/>
        </p:spPr>
        <p:txBody>
          <a:bodyPr wrap="square" anchor="ctr" lIns="25400" rIns="25400" tIns="12700" bIns="12700">
            <a:spAutoFit/>
          </a:bodyPr>
          <a:lstStyle/>
          <a:p>
            <a:pPr algn="ctr">
              <a:lnSpc>
                <a:spcPct val="100000"/>
              </a:lnSpc>
            </a:pPr>
            <a:r>
              <a:rPr sz="950" b="1">
                <a:solidFill>
                  <a:srgbClr val="FFFFFF"/>
                </a:solidFill>
              </a:rPr>
              <a:t>3</a:t>
            </a:r>
          </a:p>
        </p:txBody>
      </p:sp>
      <p:sp>
        <p:nvSpPr>
          <p:cNvPr id="17" name="Rectangle 16"/>
          <p:cNvSpPr/>
          <p:nvPr/>
        </p:nvSpPr>
        <p:spPr>
          <a:xfrm>
            <a:off x="6748272" y="2066543"/>
            <a:ext cx="2304288" cy="256032"/>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48272" y="2066543"/>
            <a:ext cx="2304288" cy="256032"/>
          </a:xfrm>
          <a:prstGeom prst="rect">
            <a:avLst/>
          </a:prstGeom>
          <a:noFill/>
        </p:spPr>
        <p:txBody>
          <a:bodyPr wrap="square" anchor="ctr" lIns="25400" rIns="25400" tIns="12700" bIns="12700">
            <a:spAutoFit/>
          </a:bodyPr>
          <a:lstStyle/>
          <a:p>
            <a:pPr algn="ctr">
              <a:lnSpc>
                <a:spcPct val="100000"/>
              </a:lnSpc>
            </a:pPr>
            <a:r>
              <a:rPr sz="950" b="1">
                <a:solidFill>
                  <a:srgbClr val="FFFFFF"/>
                </a:solidFill>
              </a:rPr>
              <a:t>4</a:t>
            </a:r>
          </a:p>
        </p:txBody>
      </p:sp>
      <p:sp>
        <p:nvSpPr>
          <p:cNvPr id="19" name="Rectangle 18"/>
          <p:cNvSpPr/>
          <p:nvPr/>
        </p:nvSpPr>
        <p:spPr>
          <a:xfrm>
            <a:off x="9089136" y="2066543"/>
            <a:ext cx="2304288" cy="256032"/>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89136" y="2066543"/>
            <a:ext cx="2304288" cy="256032"/>
          </a:xfrm>
          <a:prstGeom prst="rect">
            <a:avLst/>
          </a:prstGeom>
          <a:noFill/>
        </p:spPr>
        <p:txBody>
          <a:bodyPr wrap="square" anchor="ctr" lIns="25400" rIns="25400" tIns="12700" bIns="12700">
            <a:spAutoFit/>
          </a:bodyPr>
          <a:lstStyle/>
          <a:p>
            <a:pPr algn="ctr">
              <a:lnSpc>
                <a:spcPct val="100000"/>
              </a:lnSpc>
            </a:pPr>
            <a:r>
              <a:rPr sz="950" b="1">
                <a:solidFill>
                  <a:srgbClr val="FFFFFF"/>
                </a:solidFill>
              </a:rPr>
              <a:t>－</a:t>
            </a:r>
          </a:p>
        </p:txBody>
      </p:sp>
      <p:sp>
        <p:nvSpPr>
          <p:cNvPr id="21" name="Rectangle 20"/>
          <p:cNvSpPr/>
          <p:nvPr/>
        </p:nvSpPr>
        <p:spPr>
          <a:xfrm>
            <a:off x="740664" y="2340863"/>
            <a:ext cx="1280160" cy="347472"/>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2340863"/>
            <a:ext cx="1280160" cy="347472"/>
          </a:xfrm>
          <a:prstGeom prst="rect">
            <a:avLst/>
          </a:prstGeom>
          <a:noFill/>
        </p:spPr>
        <p:txBody>
          <a:bodyPr wrap="square" anchor="ctr" lIns="25400" rIns="25400" tIns="12700" bIns="12700">
            <a:spAutoFit/>
          </a:bodyPr>
          <a:lstStyle/>
          <a:p>
            <a:pPr algn="ctr">
              <a:lnSpc>
                <a:spcPct val="105000"/>
              </a:lnSpc>
            </a:pPr>
            <a:r>
              <a:rPr sz="860" b="1">
                <a:solidFill>
                  <a:srgbClr val="232323"/>
                </a:solidFill>
              </a:rPr>
              <a:t>○</a:t>
            </a:r>
          </a:p>
          <a:p>
            <a:pPr algn="ctr">
              <a:lnSpc>
                <a:spcPct val="105000"/>
              </a:lnSpc>
            </a:pPr>
            <a:r>
              <a:rPr sz="860" b="1">
                <a:solidFill>
                  <a:srgbClr val="232323"/>
                </a:solidFill>
              </a:rPr>
              <a:t>伴走のみ</a:t>
            </a:r>
          </a:p>
        </p:txBody>
      </p:sp>
      <p:sp>
        <p:nvSpPr>
          <p:cNvPr id="23" name="Rectangle 22"/>
          <p:cNvSpPr/>
          <p:nvPr/>
        </p:nvSpPr>
        <p:spPr>
          <a:xfrm>
            <a:off x="2066544" y="2340863"/>
            <a:ext cx="2304288" cy="347472"/>
          </a:xfrm>
          <a:prstGeom prst="rect">
            <a:avLst/>
          </a:prstGeom>
          <a:solidFill>
            <a:srgbClr val="F8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407408" y="2340863"/>
            <a:ext cx="2304288" cy="347472"/>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07408" y="2340863"/>
            <a:ext cx="2304288" cy="347472"/>
          </a:xfrm>
          <a:prstGeom prst="rect">
            <a:avLst/>
          </a:prstGeom>
          <a:noFill/>
        </p:spPr>
        <p:txBody>
          <a:bodyPr wrap="square" anchor="ctr" lIns="25400" rIns="25400" tIns="12700" bIns="12700">
            <a:spAutoFit/>
          </a:bodyPr>
          <a:lstStyle/>
          <a:p>
            <a:pPr algn="ctr">
              <a:lnSpc>
                <a:spcPct val="100000"/>
              </a:lnSpc>
            </a:pPr>
            <a:r>
              <a:rPr sz="1089" b="1">
                <a:solidFill>
                  <a:srgbClr val="1B5C80"/>
                </a:solidFill>
              </a:rPr>
              <a:t>チーム1・2・7・10・11</a:t>
            </a:r>
          </a:p>
        </p:txBody>
      </p:sp>
      <p:sp>
        <p:nvSpPr>
          <p:cNvPr id="26" name="Rectangle 25"/>
          <p:cNvSpPr/>
          <p:nvPr/>
        </p:nvSpPr>
        <p:spPr>
          <a:xfrm>
            <a:off x="6748272" y="2340863"/>
            <a:ext cx="2304288" cy="347472"/>
          </a:xfrm>
          <a:prstGeom prst="rect">
            <a:avLst/>
          </a:prstGeom>
          <a:solidFill>
            <a:srgbClr val="F8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089136" y="2340863"/>
            <a:ext cx="2304288" cy="347472"/>
          </a:xfrm>
          <a:prstGeom prst="rect">
            <a:avLst/>
          </a:prstGeom>
          <a:solidFill>
            <a:srgbClr val="F8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40664" y="2706623"/>
            <a:ext cx="1280160" cy="347472"/>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0664" y="2706623"/>
            <a:ext cx="1280160" cy="347472"/>
          </a:xfrm>
          <a:prstGeom prst="rect">
            <a:avLst/>
          </a:prstGeom>
          <a:noFill/>
        </p:spPr>
        <p:txBody>
          <a:bodyPr wrap="square" anchor="ctr" lIns="25400" rIns="25400" tIns="12700" bIns="12700">
            <a:spAutoFit/>
          </a:bodyPr>
          <a:lstStyle/>
          <a:p>
            <a:pPr algn="ctr">
              <a:lnSpc>
                <a:spcPct val="105000"/>
              </a:lnSpc>
            </a:pPr>
            <a:r>
              <a:rPr sz="860" b="1">
                <a:solidFill>
                  <a:srgbClr val="232323"/>
                </a:solidFill>
              </a:rPr>
              <a:t>△回避可</a:t>
            </a:r>
          </a:p>
          <a:p>
            <a:pPr algn="ctr">
              <a:lnSpc>
                <a:spcPct val="105000"/>
              </a:lnSpc>
            </a:pPr>
            <a:r>
              <a:rPr sz="860" b="1">
                <a:solidFill>
                  <a:srgbClr val="232323"/>
                </a:solidFill>
              </a:rPr>
              <a:t>チーム側で進行</a:t>
            </a:r>
          </a:p>
        </p:txBody>
      </p:sp>
      <p:sp>
        <p:nvSpPr>
          <p:cNvPr id="30" name="Rectangle 29"/>
          <p:cNvSpPr/>
          <p:nvPr/>
        </p:nvSpPr>
        <p:spPr>
          <a:xfrm>
            <a:off x="2066544" y="2706623"/>
            <a:ext cx="2304288" cy="347472"/>
          </a:xfrm>
          <a:prstGeom prst="rect">
            <a:avLst/>
          </a:prstGeom>
          <a:solidFill>
            <a:srgbClr val="F8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407408" y="2706623"/>
            <a:ext cx="2304288" cy="347472"/>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07408" y="2706623"/>
            <a:ext cx="2304288" cy="347472"/>
          </a:xfrm>
          <a:prstGeom prst="rect">
            <a:avLst/>
          </a:prstGeom>
          <a:noFill/>
        </p:spPr>
        <p:txBody>
          <a:bodyPr wrap="square" anchor="ctr" lIns="25400" rIns="25400" tIns="12700" bIns="12700">
            <a:spAutoFit/>
          </a:bodyPr>
          <a:lstStyle/>
          <a:p>
            <a:pPr algn="ctr">
              <a:lnSpc>
                <a:spcPct val="100000"/>
              </a:lnSpc>
            </a:pPr>
            <a:r>
              <a:rPr sz="1089" b="1">
                <a:solidFill>
                  <a:srgbClr val="1B5C80"/>
                </a:solidFill>
              </a:rPr>
              <a:t>チーム5</a:t>
            </a:r>
          </a:p>
        </p:txBody>
      </p:sp>
      <p:sp>
        <p:nvSpPr>
          <p:cNvPr id="33" name="Rectangle 32"/>
          <p:cNvSpPr/>
          <p:nvPr/>
        </p:nvSpPr>
        <p:spPr>
          <a:xfrm>
            <a:off x="6748272" y="2706623"/>
            <a:ext cx="2304288" cy="347472"/>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48272" y="2706623"/>
            <a:ext cx="2304288" cy="347472"/>
          </a:xfrm>
          <a:prstGeom prst="rect">
            <a:avLst/>
          </a:prstGeom>
          <a:noFill/>
        </p:spPr>
        <p:txBody>
          <a:bodyPr wrap="square" anchor="ctr" lIns="25400" rIns="25400" tIns="12700" bIns="12700">
            <a:spAutoFit/>
          </a:bodyPr>
          <a:lstStyle/>
          <a:p>
            <a:pPr algn="ctr">
              <a:lnSpc>
                <a:spcPct val="100000"/>
              </a:lnSpc>
            </a:pPr>
            <a:r>
              <a:rPr sz="1089" b="1">
                <a:solidFill>
                  <a:srgbClr val="1B5C80"/>
                </a:solidFill>
              </a:rPr>
              <a:t>チーム3・6・9</a:t>
            </a:r>
          </a:p>
        </p:txBody>
      </p:sp>
      <p:sp>
        <p:nvSpPr>
          <p:cNvPr id="35" name="Rectangle 34"/>
          <p:cNvSpPr/>
          <p:nvPr/>
        </p:nvSpPr>
        <p:spPr>
          <a:xfrm>
            <a:off x="9089136" y="2706623"/>
            <a:ext cx="2304288" cy="347472"/>
          </a:xfrm>
          <a:prstGeom prst="rect">
            <a:avLst/>
          </a:prstGeom>
          <a:solidFill>
            <a:srgbClr val="F8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40664" y="3072383"/>
            <a:ext cx="1280160" cy="347472"/>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0664" y="3072383"/>
            <a:ext cx="1280160" cy="347472"/>
          </a:xfrm>
          <a:prstGeom prst="rect">
            <a:avLst/>
          </a:prstGeom>
          <a:noFill/>
        </p:spPr>
        <p:txBody>
          <a:bodyPr wrap="square" anchor="ctr" lIns="25400" rIns="25400" tIns="12700" bIns="12700">
            <a:spAutoFit/>
          </a:bodyPr>
          <a:lstStyle/>
          <a:p>
            <a:pPr algn="ctr">
              <a:lnSpc>
                <a:spcPct val="105000"/>
              </a:lnSpc>
            </a:pPr>
            <a:r>
              <a:rPr sz="860" b="1">
                <a:solidFill>
                  <a:srgbClr val="232323"/>
                </a:solidFill>
              </a:rPr>
              <a:t>△確認要</a:t>
            </a:r>
          </a:p>
          <a:p>
            <a:pPr algn="ctr">
              <a:lnSpc>
                <a:spcPct val="105000"/>
              </a:lnSpc>
            </a:pPr>
            <a:r>
              <a:rPr sz="860" b="1">
                <a:solidFill>
                  <a:srgbClr val="232323"/>
                </a:solidFill>
              </a:rPr>
              <a:t>事務局判断が必要</a:t>
            </a:r>
          </a:p>
        </p:txBody>
      </p:sp>
      <p:sp>
        <p:nvSpPr>
          <p:cNvPr id="38" name="Rectangle 37"/>
          <p:cNvSpPr/>
          <p:nvPr/>
        </p:nvSpPr>
        <p:spPr>
          <a:xfrm>
            <a:off x="2066544" y="3072383"/>
            <a:ext cx="2304288" cy="347472"/>
          </a:xfrm>
          <a:prstGeom prst="rect">
            <a:avLst/>
          </a:prstGeom>
          <a:solidFill>
            <a:srgbClr val="F8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407408" y="3072383"/>
            <a:ext cx="2304288" cy="347472"/>
          </a:xfrm>
          <a:prstGeom prst="rect">
            <a:avLst/>
          </a:prstGeom>
          <a:solidFill>
            <a:srgbClr val="F8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748272" y="3072383"/>
            <a:ext cx="2304288" cy="347472"/>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748272" y="3072383"/>
            <a:ext cx="2304288" cy="347472"/>
          </a:xfrm>
          <a:prstGeom prst="rect">
            <a:avLst/>
          </a:prstGeom>
          <a:noFill/>
        </p:spPr>
        <p:txBody>
          <a:bodyPr wrap="square" anchor="ctr" lIns="25400" rIns="25400" tIns="12700" bIns="12700">
            <a:spAutoFit/>
          </a:bodyPr>
          <a:lstStyle/>
          <a:p>
            <a:pPr algn="ctr">
              <a:lnSpc>
                <a:spcPct val="100000"/>
              </a:lnSpc>
            </a:pPr>
            <a:r>
              <a:rPr sz="1089" b="1">
                <a:solidFill>
                  <a:srgbClr val="1B5C80"/>
                </a:solidFill>
              </a:rPr>
              <a:t>チーム8</a:t>
            </a:r>
          </a:p>
        </p:txBody>
      </p:sp>
      <p:sp>
        <p:nvSpPr>
          <p:cNvPr id="42" name="Rectangle 41"/>
          <p:cNvSpPr/>
          <p:nvPr/>
        </p:nvSpPr>
        <p:spPr>
          <a:xfrm>
            <a:off x="9089136" y="3072383"/>
            <a:ext cx="2304288" cy="347472"/>
          </a:xfrm>
          <a:prstGeom prst="rect">
            <a:avLst/>
          </a:prstGeom>
          <a:solidFill>
            <a:srgbClr val="F8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40664" y="3438143"/>
            <a:ext cx="1280160" cy="347472"/>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40664" y="3438143"/>
            <a:ext cx="1280160" cy="347472"/>
          </a:xfrm>
          <a:prstGeom prst="rect">
            <a:avLst/>
          </a:prstGeom>
          <a:noFill/>
        </p:spPr>
        <p:txBody>
          <a:bodyPr wrap="square" anchor="ctr" lIns="25400" rIns="25400" tIns="12700" bIns="12700">
            <a:spAutoFit/>
          </a:bodyPr>
          <a:lstStyle/>
          <a:p>
            <a:pPr algn="ctr">
              <a:lnSpc>
                <a:spcPct val="105000"/>
              </a:lnSpc>
            </a:pPr>
            <a:r>
              <a:rPr sz="860" b="1">
                <a:solidFill>
                  <a:srgbClr val="232323"/>
                </a:solidFill>
              </a:rPr>
              <a:t>×</a:t>
            </a:r>
          </a:p>
          <a:p>
            <a:pPr algn="ctr">
              <a:lnSpc>
                <a:spcPct val="105000"/>
              </a:lnSpc>
            </a:pPr>
            <a:r>
              <a:rPr sz="860" b="1">
                <a:solidFill>
                  <a:srgbClr val="232323"/>
                </a:solidFill>
              </a:rPr>
              <a:t>再設計</a:t>
            </a:r>
          </a:p>
        </p:txBody>
      </p:sp>
      <p:sp>
        <p:nvSpPr>
          <p:cNvPr id="45" name="Rectangle 44"/>
          <p:cNvSpPr/>
          <p:nvPr/>
        </p:nvSpPr>
        <p:spPr>
          <a:xfrm>
            <a:off x="2066544" y="3438143"/>
            <a:ext cx="2304288" cy="347472"/>
          </a:xfrm>
          <a:prstGeom prst="rect">
            <a:avLst/>
          </a:prstGeom>
          <a:solidFill>
            <a:srgbClr val="F8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407408" y="3438143"/>
            <a:ext cx="2304288" cy="347472"/>
          </a:xfrm>
          <a:prstGeom prst="rect">
            <a:avLst/>
          </a:prstGeom>
          <a:solidFill>
            <a:srgbClr val="F8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748272" y="3438143"/>
            <a:ext cx="2304288" cy="347472"/>
          </a:xfrm>
          <a:prstGeom prst="rect">
            <a:avLst/>
          </a:prstGeom>
          <a:solidFill>
            <a:srgbClr val="F8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9089136" y="3438143"/>
            <a:ext cx="2304288" cy="347472"/>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089136" y="3438143"/>
            <a:ext cx="2304288" cy="347472"/>
          </a:xfrm>
          <a:prstGeom prst="rect">
            <a:avLst/>
          </a:prstGeom>
          <a:noFill/>
        </p:spPr>
        <p:txBody>
          <a:bodyPr wrap="square" anchor="ctr" lIns="25400" rIns="25400" tIns="12700" bIns="12700">
            <a:spAutoFit/>
          </a:bodyPr>
          <a:lstStyle/>
          <a:p>
            <a:pPr algn="ctr">
              <a:lnSpc>
                <a:spcPct val="100000"/>
              </a:lnSpc>
            </a:pPr>
            <a:r>
              <a:rPr sz="1089" b="1">
                <a:solidFill>
                  <a:srgbClr val="1B5C80"/>
                </a:solidFill>
              </a:rPr>
              <a:t>チーム4</a:t>
            </a:r>
          </a:p>
        </p:txBody>
      </p:sp>
      <p:sp>
        <p:nvSpPr>
          <p:cNvPr id="50" name="TextBox 49"/>
          <p:cNvSpPr txBox="1"/>
          <p:nvPr/>
        </p:nvSpPr>
        <p:spPr>
          <a:xfrm>
            <a:off x="740664" y="3840480"/>
            <a:ext cx="10716768" cy="201168"/>
          </a:xfrm>
          <a:prstGeom prst="rect">
            <a:avLst/>
          </a:prstGeom>
          <a:noFill/>
        </p:spPr>
        <p:txBody>
          <a:bodyPr wrap="square" anchor="t" lIns="25400" rIns="25400" tIns="12700" bIns="12700">
            <a:spAutoFit/>
          </a:bodyPr>
          <a:lstStyle/>
          <a:p>
            <a:pPr algn="l">
              <a:lnSpc>
                <a:spcPct val="100000"/>
              </a:lnSpc>
            </a:pPr>
            <a:r>
              <a:rPr sz="900" b="0">
                <a:solidFill>
                  <a:srgbClr val="232323"/>
                </a:solidFill>
              </a:rPr>
              <a:t>※ 5チームは制約論点なしで進行可。4チームは回避策があり、チーム側で進めながら整理できる。事務局判断が必要なのはチーム8、再設計はチーム4のみ（各チームの詳細はスライド5を参照）。</a:t>
            </a:r>
          </a:p>
        </p:txBody>
      </p:sp>
      <p:sp>
        <p:nvSpPr>
          <p:cNvPr id="51" name="TextBox 50"/>
          <p:cNvSpPr txBox="1"/>
          <p:nvPr/>
        </p:nvSpPr>
        <p:spPr>
          <a:xfrm>
            <a:off x="740664" y="4114800"/>
            <a:ext cx="4206240" cy="402336"/>
          </a:xfrm>
          <a:prstGeom prst="rect">
            <a:avLst/>
          </a:prstGeom>
          <a:noFill/>
        </p:spPr>
        <p:txBody>
          <a:bodyPr wrap="square" anchor="ctr" lIns="25400" rIns="25400" tIns="12700" bIns="12700">
            <a:spAutoFit/>
          </a:bodyPr>
          <a:lstStyle/>
          <a:p>
            <a:pPr algn="l">
              <a:lnSpc>
                <a:spcPct val="100000"/>
              </a:lnSpc>
            </a:pPr>
            <a:r>
              <a:rPr sz="1270" b="1">
                <a:solidFill>
                  <a:srgbClr val="1B5C80"/>
                </a:solidFill>
              </a:rPr>
              <a:t>重点フォロー対象：論点と回避可否</a:t>
            </a:r>
          </a:p>
        </p:txBody>
      </p:sp>
      <p:sp>
        <p:nvSpPr>
          <p:cNvPr id="52" name="Rectangle 51"/>
          <p:cNvSpPr/>
          <p:nvPr/>
        </p:nvSpPr>
        <p:spPr>
          <a:xfrm>
            <a:off x="5038344" y="4096512"/>
            <a:ext cx="7159752" cy="42062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184648" y="4096512"/>
            <a:ext cx="6903720" cy="420624"/>
          </a:xfrm>
          <a:prstGeom prst="rect">
            <a:avLst/>
          </a:prstGeom>
          <a:noFill/>
        </p:spPr>
        <p:txBody>
          <a:bodyPr wrap="square" anchor="ctr" lIns="25400" rIns="25400" tIns="12700" bIns="12700">
            <a:spAutoFit/>
          </a:bodyPr>
          <a:lstStyle/>
          <a:p>
            <a:pPr algn="l">
              <a:lnSpc>
                <a:spcPct val="114000"/>
              </a:lnSpc>
            </a:pPr>
            <a:r>
              <a:rPr sz="900" b="1">
                <a:solidFill>
                  <a:srgbClr val="232323"/>
                </a:solidFill>
              </a:rPr>
              <a:t>ポイント：「難易度が高い」ことと「制約に抵触する」ことは別。多くの△は手動運用やSharePoint格納で回避可能。事務局判断が必要なのは、主に個人情報・権限、メール送信条件、再設計案の確認。</a:t>
            </a:r>
          </a:p>
        </p:txBody>
      </p:sp>
      <p:graphicFrame>
        <p:nvGraphicFramePr>
          <p:cNvPr id="54" name="Table 53"/>
          <p:cNvGraphicFramePr>
            <a:graphicFrameLocks noGrp="1"/>
          </p:cNvGraphicFramePr>
          <p:nvPr/>
        </p:nvGraphicFramePr>
        <p:xfrm>
          <a:off x="740664" y="4572000"/>
          <a:ext cx="10716768" cy="1792224"/>
        </p:xfrm>
        <a:graphic>
          <a:graphicData uri="http://schemas.openxmlformats.org/drawingml/2006/table">
            <a:tbl>
              <a:tblPr>
                <a:tableStyleId>{5C22544A-7EE6-4342-B048-85BDC9FD1C3A}</a:tableStyleId>
              </a:tblPr>
              <a:tblGrid>
                <a:gridCol w="731520"/>
                <a:gridCol w="822960"/>
                <a:gridCol w="2286000"/>
                <a:gridCol w="4206240"/>
                <a:gridCol w="2670048"/>
              </a:tblGrid>
              <a:tr h="256032">
                <a:tc>
                  <a:txBody>
                    <a:bodyPr wrap="square"/>
                    <a:lstStyle/>
                    <a:p>
                      <a:pPr algn="ctr">
                        <a:lnSpc>
                          <a:spcPct val="96000"/>
                        </a:lnSpc>
                      </a:pPr>
                      <a:r>
                        <a:rPr sz="880" b="1">
                          <a:solidFill>
                            <a:srgbClr val="FFFFFF"/>
                          </a:solidFill>
                        </a:rPr>
                        <a:t>チーム</a:t>
                      </a:r>
                    </a:p>
                  </a:txBody>
                  <a:tcPr marL="50800" marR="50800" marT="12700" marB="12700" anchor="ctr">
                    <a:solidFill>
                      <a:srgbClr val="1B5C80"/>
                    </a:solidFill>
                  </a:tcPr>
                </a:tc>
                <a:tc>
                  <a:txBody>
                    <a:bodyPr wrap="square"/>
                    <a:lstStyle/>
                    <a:p>
                      <a:pPr algn="ctr">
                        <a:lnSpc>
                          <a:spcPct val="96000"/>
                        </a:lnSpc>
                      </a:pPr>
                      <a:r>
                        <a:rPr sz="880" b="1">
                          <a:solidFill>
                            <a:srgbClr val="FFFFFF"/>
                          </a:solidFill>
                        </a:rPr>
                        <a:t>適合性</a:t>
                      </a:r>
                    </a:p>
                  </a:txBody>
                  <a:tcPr marL="50800" marR="50800" marT="12700" marB="12700" anchor="ctr">
                    <a:solidFill>
                      <a:srgbClr val="1B5C80"/>
                    </a:solidFill>
                  </a:tcPr>
                </a:tc>
                <a:tc>
                  <a:txBody>
                    <a:bodyPr wrap="square"/>
                    <a:lstStyle/>
                    <a:p>
                      <a:pPr algn="ctr">
                        <a:lnSpc>
                          <a:spcPct val="96000"/>
                        </a:lnSpc>
                      </a:pPr>
                      <a:r>
                        <a:rPr sz="880" b="1">
                          <a:solidFill>
                            <a:srgbClr val="FFFFFF"/>
                          </a:solidFill>
                        </a:rPr>
                        <a:t>主な論点</a:t>
                      </a:r>
                    </a:p>
                  </a:txBody>
                  <a:tcPr marL="50800" marR="50800" marT="12700" marB="12700" anchor="ctr">
                    <a:solidFill>
                      <a:srgbClr val="1B5C80"/>
                    </a:solidFill>
                  </a:tcPr>
                </a:tc>
                <a:tc>
                  <a:txBody>
                    <a:bodyPr wrap="square"/>
                    <a:lstStyle/>
                    <a:p>
                      <a:pPr algn="ctr">
                        <a:lnSpc>
                          <a:spcPct val="96000"/>
                        </a:lnSpc>
                      </a:pPr>
                      <a:r>
                        <a:rPr sz="880" b="1">
                          <a:solidFill>
                            <a:srgbClr val="FFFFFF"/>
                          </a:solidFill>
                        </a:rPr>
                        <a:t>回避策</a:t>
                      </a:r>
                    </a:p>
                  </a:txBody>
                  <a:tcPr marL="50800" marR="50800" marT="12700" marB="12700" anchor="ctr">
                    <a:solidFill>
                      <a:srgbClr val="1B5C80"/>
                    </a:solidFill>
                  </a:tcPr>
                </a:tc>
                <a:tc>
                  <a:txBody>
                    <a:bodyPr wrap="square"/>
                    <a:lstStyle/>
                    <a:p>
                      <a:pPr algn="ctr">
                        <a:lnSpc>
                          <a:spcPct val="96000"/>
                        </a:lnSpc>
                      </a:pPr>
                      <a:r>
                        <a:rPr sz="880" b="1">
                          <a:solidFill>
                            <a:srgbClr val="FFFFFF"/>
                          </a:solidFill>
                        </a:rPr>
                        <a:t>事務局判断</a:t>
                      </a:r>
                    </a:p>
                  </a:txBody>
                  <a:tcPr marL="50800" marR="50800" marT="12700" marB="12700" anchor="ctr">
                    <a:solidFill>
                      <a:srgbClr val="1B5C80"/>
                    </a:solidFill>
                  </a:tcPr>
                </a:tc>
              </a:tr>
              <a:tr h="256032">
                <a:tc>
                  <a:txBody>
                    <a:bodyPr wrap="square"/>
                    <a:lstStyle/>
                    <a:p>
                      <a:pPr algn="ctr">
                        <a:lnSpc>
                          <a:spcPct val="96000"/>
                        </a:lnSpc>
                      </a:pPr>
                      <a:r>
                        <a:rPr sz="900" b="1">
                          <a:solidFill>
                            <a:srgbClr val="1B5C80"/>
                          </a:solidFill>
                        </a:rPr>
                        <a:t>チーム3</a:t>
                      </a:r>
                    </a:p>
                  </a:txBody>
                  <a:tcPr marL="50800" marR="50800" marT="12700" marB="12700" anchor="ctr">
                    <a:solidFill>
                      <a:srgbClr val="FFFFFF"/>
                    </a:solidFill>
                  </a:tcPr>
                </a:tc>
                <a:tc>
                  <a:txBody>
                    <a:bodyPr wrap="square"/>
                    <a:lstStyle/>
                    <a:p>
                      <a:pPr algn="ctr">
                        <a:lnSpc>
                          <a:spcPct val="96000"/>
                        </a:lnSpc>
                      </a:pPr>
                      <a:r>
                        <a:rPr sz="880" b="1">
                          <a:solidFill>
                            <a:srgbClr val="232323"/>
                          </a:solidFill>
                        </a:rPr>
                        <a:t>△回避可</a:t>
                      </a:r>
                    </a:p>
                  </a:txBody>
                  <a:tcPr marL="50800" marR="50800" marT="12700" marB="12700" anchor="ctr">
                    <a:solidFill>
                      <a:srgbClr val="E7E8F8"/>
                    </a:solidFill>
                  </a:tcPr>
                </a:tc>
                <a:tc>
                  <a:txBody>
                    <a:bodyPr wrap="square"/>
                    <a:lstStyle/>
                    <a:p>
                      <a:pPr algn="l">
                        <a:lnSpc>
                          <a:spcPct val="96000"/>
                        </a:lnSpc>
                      </a:pPr>
                      <a:r>
                        <a:rPr sz="880" b="0">
                          <a:solidFill>
                            <a:srgbClr val="232323"/>
                          </a:solidFill>
                        </a:rPr>
                        <a:t>外部Web／営業データ</a:t>
                      </a:r>
                    </a:p>
                  </a:txBody>
                  <a:tcPr marL="50800" marR="50800" marT="12700" marB="12700" anchor="ctr">
                    <a:solidFill>
                      <a:srgbClr val="FFFFFF"/>
                    </a:solidFill>
                  </a:tcPr>
                </a:tc>
                <a:tc>
                  <a:txBody>
                    <a:bodyPr wrap="square"/>
                    <a:lstStyle/>
                    <a:p>
                      <a:pPr algn="l">
                        <a:lnSpc>
                          <a:spcPct val="96000"/>
                        </a:lnSpc>
                      </a:pPr>
                      <a:r>
                        <a:rPr sz="880" b="0">
                          <a:solidFill>
                            <a:srgbClr val="232323"/>
                          </a:solidFill>
                        </a:rPr>
                        <a:t>外部Webは手動取得＋SharePoint格納。営業データは手動マスキングで回避</a:t>
                      </a:r>
                    </a:p>
                  </a:txBody>
                  <a:tcPr marL="50800" marR="50800" marT="12700" marB="12700" anchor="ctr">
                    <a:solidFill>
                      <a:srgbClr val="FFFFFF"/>
                    </a:solidFill>
                  </a:tcPr>
                </a:tc>
                <a:tc>
                  <a:txBody>
                    <a:bodyPr wrap="square"/>
                    <a:lstStyle/>
                    <a:p>
                      <a:pPr algn="l">
                        <a:lnSpc>
                          <a:spcPct val="96000"/>
                        </a:lnSpc>
                      </a:pPr>
                      <a:r>
                        <a:rPr sz="880" b="0">
                          <a:solidFill>
                            <a:srgbClr val="232323"/>
                          </a:solidFill>
                        </a:rPr>
                        <a:t>データ利用範囲・マスキング要否</a:t>
                      </a:r>
                    </a:p>
                  </a:txBody>
                  <a:tcPr marL="50800" marR="50800" marT="12700" marB="12700" anchor="ctr">
                    <a:solidFill>
                      <a:srgbClr val="FFFFFF"/>
                    </a:solidFill>
                  </a:tcPr>
                </a:tc>
              </a:tr>
              <a:tr h="256032">
                <a:tc>
                  <a:txBody>
                    <a:bodyPr wrap="square"/>
                    <a:lstStyle/>
                    <a:p>
                      <a:pPr algn="ctr">
                        <a:lnSpc>
                          <a:spcPct val="96000"/>
                        </a:lnSpc>
                      </a:pPr>
                      <a:r>
                        <a:rPr sz="900" b="1">
                          <a:solidFill>
                            <a:srgbClr val="1B5C80"/>
                          </a:solidFill>
                        </a:rPr>
                        <a:t>チーム4</a:t>
                      </a:r>
                    </a:p>
                  </a:txBody>
                  <a:tcPr marL="50800" marR="50800" marT="12700" marB="12700" anchor="ctr">
                    <a:solidFill>
                      <a:srgbClr val="F8FDFA"/>
                    </a:solidFill>
                  </a:tcPr>
                </a:tc>
                <a:tc>
                  <a:txBody>
                    <a:bodyPr wrap="square"/>
                    <a:lstStyle/>
                    <a:p>
                      <a:pPr algn="ctr">
                        <a:lnSpc>
                          <a:spcPct val="96000"/>
                        </a:lnSpc>
                      </a:pPr>
                      <a:r>
                        <a:rPr sz="880" b="1">
                          <a:solidFill>
                            <a:srgbClr val="232323"/>
                          </a:solidFill>
                        </a:rPr>
                        <a:t>×</a:t>
                      </a:r>
                    </a:p>
                  </a:txBody>
                  <a:tcPr marL="50800" marR="50800" marT="12700" marB="12700" anchor="ctr">
                    <a:solidFill>
                      <a:srgbClr val="FAE5E3"/>
                    </a:solidFill>
                  </a:tcPr>
                </a:tc>
                <a:tc>
                  <a:txBody>
                    <a:bodyPr wrap="square"/>
                    <a:lstStyle/>
                    <a:p>
                      <a:pPr algn="l">
                        <a:lnSpc>
                          <a:spcPct val="96000"/>
                        </a:lnSpc>
                      </a:pPr>
                      <a:r>
                        <a:rPr sz="880" b="0">
                          <a:solidFill>
                            <a:srgbClr val="232323"/>
                          </a:solidFill>
                        </a:rPr>
                        <a:t>外部Web参照が企画の中核</a:t>
                      </a:r>
                    </a:p>
                  </a:txBody>
                  <a:tcPr marL="50800" marR="50800" marT="12700" marB="12700" anchor="ctr">
                    <a:solidFill>
                      <a:srgbClr val="F8FDFA"/>
                    </a:solidFill>
                  </a:tcPr>
                </a:tc>
                <a:tc>
                  <a:txBody>
                    <a:bodyPr wrap="square"/>
                    <a:lstStyle/>
                    <a:p>
                      <a:pPr algn="l">
                        <a:lnSpc>
                          <a:spcPct val="96000"/>
                        </a:lnSpc>
                      </a:pPr>
                      <a:r>
                        <a:rPr sz="880" b="0">
                          <a:solidFill>
                            <a:srgbClr val="232323"/>
                          </a:solidFill>
                        </a:rPr>
                        <a:t>現行案では不可。社内資料・手動取得済み資料ベースへ再設計</a:t>
                      </a:r>
                    </a:p>
                  </a:txBody>
                  <a:tcPr marL="50800" marR="50800" marT="12700" marB="12700" anchor="ctr">
                    <a:solidFill>
                      <a:srgbClr val="F8FDFA"/>
                    </a:solidFill>
                  </a:tcPr>
                </a:tc>
                <a:tc>
                  <a:txBody>
                    <a:bodyPr wrap="square"/>
                    <a:lstStyle/>
                    <a:p>
                      <a:pPr algn="l">
                        <a:lnSpc>
                          <a:spcPct val="96000"/>
                        </a:lnSpc>
                      </a:pPr>
                      <a:r>
                        <a:rPr sz="880" b="0">
                          <a:solidFill>
                            <a:srgbClr val="232323"/>
                          </a:solidFill>
                        </a:rPr>
                        <a:t>新案のレビュー</a:t>
                      </a:r>
                    </a:p>
                  </a:txBody>
                  <a:tcPr marL="50800" marR="50800" marT="12700" marB="12700" anchor="ctr">
                    <a:solidFill>
                      <a:srgbClr val="F8FDFA"/>
                    </a:solidFill>
                  </a:tcPr>
                </a:tc>
              </a:tr>
              <a:tr h="256032">
                <a:tc>
                  <a:txBody>
                    <a:bodyPr wrap="square"/>
                    <a:lstStyle/>
                    <a:p>
                      <a:pPr algn="ctr">
                        <a:lnSpc>
                          <a:spcPct val="96000"/>
                        </a:lnSpc>
                      </a:pPr>
                      <a:r>
                        <a:rPr sz="900" b="1">
                          <a:solidFill>
                            <a:srgbClr val="1B5C80"/>
                          </a:solidFill>
                        </a:rPr>
                        <a:t>チーム5</a:t>
                      </a:r>
                    </a:p>
                  </a:txBody>
                  <a:tcPr marL="50800" marR="50800" marT="12700" marB="12700" anchor="ctr">
                    <a:solidFill>
                      <a:srgbClr val="FFFFFF"/>
                    </a:solidFill>
                  </a:tcPr>
                </a:tc>
                <a:tc>
                  <a:txBody>
                    <a:bodyPr wrap="square"/>
                    <a:lstStyle/>
                    <a:p>
                      <a:pPr algn="ctr">
                        <a:lnSpc>
                          <a:spcPct val="96000"/>
                        </a:lnSpc>
                      </a:pPr>
                      <a:r>
                        <a:rPr sz="880" b="1">
                          <a:solidFill>
                            <a:srgbClr val="232323"/>
                          </a:solidFill>
                        </a:rPr>
                        <a:t>△回避可</a:t>
                      </a:r>
                    </a:p>
                  </a:txBody>
                  <a:tcPr marL="50800" marR="50800" marT="12700" marB="12700" anchor="ctr">
                    <a:solidFill>
                      <a:srgbClr val="E7E8F8"/>
                    </a:solidFill>
                  </a:tcPr>
                </a:tc>
                <a:tc>
                  <a:txBody>
                    <a:bodyPr wrap="square"/>
                    <a:lstStyle/>
                    <a:p>
                      <a:pPr algn="l">
                        <a:lnSpc>
                          <a:spcPct val="96000"/>
                        </a:lnSpc>
                      </a:pPr>
                      <a:r>
                        <a:rPr sz="880" b="0">
                          <a:solidFill>
                            <a:srgbClr val="232323"/>
                          </a:solidFill>
                        </a:rPr>
                        <a:t>リマインドの自動起動</a:t>
                      </a:r>
                    </a:p>
                  </a:txBody>
                  <a:tcPr marL="50800" marR="50800" marT="12700" marB="12700" anchor="ctr">
                    <a:solidFill>
                      <a:srgbClr val="FFFFFF"/>
                    </a:solidFill>
                  </a:tcPr>
                </a:tc>
                <a:tc>
                  <a:txBody>
                    <a:bodyPr wrap="square"/>
                    <a:lstStyle/>
                    <a:p>
                      <a:pPr algn="l">
                        <a:lnSpc>
                          <a:spcPct val="96000"/>
                        </a:lnSpc>
                      </a:pPr>
                      <a:r>
                        <a:rPr sz="880" b="0">
                          <a:solidFill>
                            <a:srgbClr val="232323"/>
                          </a:solidFill>
                        </a:rPr>
                        <a:t>人起点またはエージェント経由に寄せる</a:t>
                      </a:r>
                    </a:p>
                  </a:txBody>
                  <a:tcPr marL="50800" marR="50800" marT="12700" marB="12700" anchor="ctr">
                    <a:solidFill>
                      <a:srgbClr val="FFFFFF"/>
                    </a:solidFill>
                  </a:tcPr>
                </a:tc>
                <a:tc>
                  <a:txBody>
                    <a:bodyPr wrap="square"/>
                    <a:lstStyle/>
                    <a:p>
                      <a:pPr algn="l">
                        <a:lnSpc>
                          <a:spcPct val="96000"/>
                        </a:lnSpc>
                      </a:pPr>
                      <a:r>
                        <a:rPr sz="880" b="0">
                          <a:solidFill>
                            <a:srgbClr val="232323"/>
                          </a:solidFill>
                        </a:rPr>
                        <a:t>なし（軽微な確認）</a:t>
                      </a:r>
                    </a:p>
                  </a:txBody>
                  <a:tcPr marL="50800" marR="50800" marT="12700" marB="12700" anchor="ctr">
                    <a:solidFill>
                      <a:srgbClr val="FFFFFF"/>
                    </a:solidFill>
                  </a:tcPr>
                </a:tc>
              </a:tr>
              <a:tr h="256032">
                <a:tc>
                  <a:txBody>
                    <a:bodyPr wrap="square"/>
                    <a:lstStyle/>
                    <a:p>
                      <a:pPr algn="ctr">
                        <a:lnSpc>
                          <a:spcPct val="96000"/>
                        </a:lnSpc>
                      </a:pPr>
                      <a:r>
                        <a:rPr sz="900" b="1">
                          <a:solidFill>
                            <a:srgbClr val="1B5C80"/>
                          </a:solidFill>
                        </a:rPr>
                        <a:t>チーム6</a:t>
                      </a:r>
                    </a:p>
                  </a:txBody>
                  <a:tcPr marL="50800" marR="50800" marT="12700" marB="12700" anchor="ctr">
                    <a:solidFill>
                      <a:srgbClr val="F8FDFA"/>
                    </a:solidFill>
                  </a:tcPr>
                </a:tc>
                <a:tc>
                  <a:txBody>
                    <a:bodyPr wrap="square"/>
                    <a:lstStyle/>
                    <a:p>
                      <a:pPr algn="ctr">
                        <a:lnSpc>
                          <a:spcPct val="96000"/>
                        </a:lnSpc>
                      </a:pPr>
                      <a:r>
                        <a:rPr sz="880" b="1">
                          <a:solidFill>
                            <a:srgbClr val="232323"/>
                          </a:solidFill>
                        </a:rPr>
                        <a:t>△回避可</a:t>
                      </a:r>
                    </a:p>
                  </a:txBody>
                  <a:tcPr marL="50800" marR="50800" marT="12700" marB="12700" anchor="ctr">
                    <a:solidFill>
                      <a:srgbClr val="E7E8F8"/>
                    </a:solidFill>
                  </a:tcPr>
                </a:tc>
                <a:tc>
                  <a:txBody>
                    <a:bodyPr wrap="square"/>
                    <a:lstStyle/>
                    <a:p>
                      <a:pPr algn="l">
                        <a:lnSpc>
                          <a:spcPct val="96000"/>
                        </a:lnSpc>
                      </a:pPr>
                      <a:r>
                        <a:rPr sz="880" b="0">
                          <a:solidFill>
                            <a:srgbClr val="232323"/>
                          </a:solidFill>
                        </a:rPr>
                        <a:t>月次自動実行・資料保管</a:t>
                      </a:r>
                    </a:p>
                  </a:txBody>
                  <a:tcPr marL="50800" marR="50800" marT="12700" marB="12700" anchor="ctr">
                    <a:solidFill>
                      <a:srgbClr val="F8FDFA"/>
                    </a:solidFill>
                  </a:tcPr>
                </a:tc>
                <a:tc>
                  <a:txBody>
                    <a:bodyPr wrap="square"/>
                    <a:lstStyle/>
                    <a:p>
                      <a:pPr algn="l">
                        <a:lnSpc>
                          <a:spcPct val="96000"/>
                        </a:lnSpc>
                      </a:pPr>
                      <a:r>
                        <a:rPr sz="880" b="0">
                          <a:solidFill>
                            <a:srgbClr val="232323"/>
                          </a:solidFill>
                        </a:rPr>
                        <a:t>人起点のMVP、SharePoint／OneDrive格納へ寄せる</a:t>
                      </a:r>
                    </a:p>
                  </a:txBody>
                  <a:tcPr marL="50800" marR="50800" marT="12700" marB="12700" anchor="ctr">
                    <a:solidFill>
                      <a:srgbClr val="F8FDFA"/>
                    </a:solidFill>
                  </a:tcPr>
                </a:tc>
                <a:tc>
                  <a:txBody>
                    <a:bodyPr wrap="square"/>
                    <a:lstStyle/>
                    <a:p>
                      <a:pPr algn="l">
                        <a:lnSpc>
                          <a:spcPct val="96000"/>
                        </a:lnSpc>
                      </a:pPr>
                      <a:r>
                        <a:rPr sz="880" b="0">
                          <a:solidFill>
                            <a:srgbClr val="232323"/>
                          </a:solidFill>
                        </a:rPr>
                        <a:t>保管方針の確認</a:t>
                      </a:r>
                    </a:p>
                  </a:txBody>
                  <a:tcPr marL="50800" marR="50800" marT="12700" marB="12700" anchor="ctr">
                    <a:solidFill>
                      <a:srgbClr val="F8FDFA"/>
                    </a:solidFill>
                  </a:tcPr>
                </a:tc>
              </a:tr>
              <a:tr h="256032">
                <a:tc>
                  <a:txBody>
                    <a:bodyPr wrap="square"/>
                    <a:lstStyle/>
                    <a:p>
                      <a:pPr algn="ctr">
                        <a:lnSpc>
                          <a:spcPct val="96000"/>
                        </a:lnSpc>
                      </a:pPr>
                      <a:r>
                        <a:rPr sz="900" b="1">
                          <a:solidFill>
                            <a:srgbClr val="1B5C80"/>
                          </a:solidFill>
                        </a:rPr>
                        <a:t>チーム8</a:t>
                      </a:r>
                    </a:p>
                  </a:txBody>
                  <a:tcPr marL="50800" marR="50800" marT="12700" marB="12700" anchor="ctr">
                    <a:solidFill>
                      <a:srgbClr val="FAE5E3"/>
                    </a:solidFill>
                  </a:tcPr>
                </a:tc>
                <a:tc>
                  <a:txBody>
                    <a:bodyPr wrap="square"/>
                    <a:lstStyle/>
                    <a:p>
                      <a:pPr algn="ctr">
                        <a:lnSpc>
                          <a:spcPct val="96000"/>
                        </a:lnSpc>
                      </a:pPr>
                      <a:r>
                        <a:rPr sz="880" b="1">
                          <a:solidFill>
                            <a:srgbClr val="232323"/>
                          </a:solidFill>
                        </a:rPr>
                        <a:t>△確認要</a:t>
                      </a:r>
                    </a:p>
                  </a:txBody>
                  <a:tcPr marL="50800" marR="50800" marT="12700" marB="12700" anchor="ctr">
                    <a:solidFill>
                      <a:srgbClr val="FAE5E3"/>
                    </a:solidFill>
                  </a:tcPr>
                </a:tc>
                <a:tc>
                  <a:txBody>
                    <a:bodyPr wrap="square"/>
                    <a:lstStyle/>
                    <a:p>
                      <a:pPr algn="l">
                        <a:lnSpc>
                          <a:spcPct val="96000"/>
                        </a:lnSpc>
                      </a:pPr>
                      <a:r>
                        <a:rPr sz="880" b="0">
                          <a:solidFill>
                            <a:srgbClr val="232323"/>
                          </a:solidFill>
                        </a:rPr>
                        <a:t>個人情報・予定表・会議室・メール参照</a:t>
                      </a:r>
                    </a:p>
                  </a:txBody>
                  <a:tcPr marL="50800" marR="50800" marT="12700" marB="12700" anchor="ctr">
                    <a:solidFill>
                      <a:srgbClr val="FAE5E3"/>
                    </a:solidFill>
                  </a:tcPr>
                </a:tc>
                <a:tc>
                  <a:txBody>
                    <a:bodyPr wrap="square"/>
                    <a:lstStyle/>
                    <a:p>
                      <a:pPr algn="l">
                        <a:lnSpc>
                          <a:spcPct val="96000"/>
                        </a:lnSpc>
                      </a:pPr>
                      <a:r>
                        <a:rPr sz="880" b="0">
                          <a:solidFill>
                            <a:srgbClr val="232323"/>
                          </a:solidFill>
                        </a:rPr>
                        <a:t>タスク整理中心にすれば一部は回避可能</a:t>
                      </a:r>
                    </a:p>
                  </a:txBody>
                  <a:tcPr marL="50800" marR="50800" marT="12700" marB="12700" anchor="ctr">
                    <a:solidFill>
                      <a:srgbClr val="FAE5E3"/>
                    </a:solidFill>
                  </a:tcPr>
                </a:tc>
                <a:tc>
                  <a:txBody>
                    <a:bodyPr wrap="square"/>
                    <a:lstStyle/>
                    <a:p>
                      <a:pPr algn="l">
                        <a:lnSpc>
                          <a:spcPct val="96000"/>
                        </a:lnSpc>
                      </a:pPr>
                      <a:r>
                        <a:rPr sz="880" b="1">
                          <a:solidFill>
                            <a:srgbClr val="232323"/>
                          </a:solidFill>
                        </a:rPr>
                        <a:t>必須：個人情報・権限の判断</a:t>
                      </a:r>
                    </a:p>
                  </a:txBody>
                  <a:tcPr marL="50800" marR="50800" marT="12700" marB="12700" anchor="ctr">
                    <a:solidFill>
                      <a:srgbClr val="FAE5E3"/>
                    </a:solidFill>
                  </a:tcPr>
                </a:tc>
              </a:tr>
              <a:tr h="256032">
                <a:tc>
                  <a:txBody>
                    <a:bodyPr wrap="square"/>
                    <a:lstStyle/>
                    <a:p>
                      <a:pPr algn="ctr">
                        <a:lnSpc>
                          <a:spcPct val="96000"/>
                        </a:lnSpc>
                      </a:pPr>
                      <a:r>
                        <a:rPr sz="900" b="1">
                          <a:solidFill>
                            <a:srgbClr val="1B5C80"/>
                          </a:solidFill>
                        </a:rPr>
                        <a:t>チーム9</a:t>
                      </a:r>
                    </a:p>
                  </a:txBody>
                  <a:tcPr marL="50800" marR="50800" marT="12700" marB="12700" anchor="ctr">
                    <a:solidFill>
                      <a:srgbClr val="F8FDFA"/>
                    </a:solidFill>
                  </a:tcPr>
                </a:tc>
                <a:tc>
                  <a:txBody>
                    <a:bodyPr wrap="square"/>
                    <a:lstStyle/>
                    <a:p>
                      <a:pPr algn="ctr">
                        <a:lnSpc>
                          <a:spcPct val="96000"/>
                        </a:lnSpc>
                      </a:pPr>
                      <a:r>
                        <a:rPr sz="880" b="1">
                          <a:solidFill>
                            <a:srgbClr val="232323"/>
                          </a:solidFill>
                        </a:rPr>
                        <a:t>△回避可</a:t>
                      </a:r>
                    </a:p>
                  </a:txBody>
                  <a:tcPr marL="50800" marR="50800" marT="12700" marB="12700" anchor="ctr">
                    <a:solidFill>
                      <a:srgbClr val="E7E8F8"/>
                    </a:solidFill>
                  </a:tcPr>
                </a:tc>
                <a:tc>
                  <a:txBody>
                    <a:bodyPr wrap="square"/>
                    <a:lstStyle/>
                    <a:p>
                      <a:pPr algn="l">
                        <a:lnSpc>
                          <a:spcPct val="96000"/>
                        </a:lnSpc>
                      </a:pPr>
                      <a:r>
                        <a:rPr sz="880" b="0">
                          <a:solidFill>
                            <a:srgbClr val="232323"/>
                          </a:solidFill>
                        </a:rPr>
                        <a:t>共有ファイルサーバ・社外秘・メール送信</a:t>
                      </a:r>
                    </a:p>
                  </a:txBody>
                  <a:tcPr marL="50800" marR="50800" marT="12700" marB="12700" anchor="ctr">
                    <a:solidFill>
                      <a:srgbClr val="F8FDFA"/>
                    </a:solidFill>
                  </a:tcPr>
                </a:tc>
                <a:tc>
                  <a:txBody>
                    <a:bodyPr wrap="square"/>
                    <a:lstStyle/>
                    <a:p>
                      <a:pPr algn="l">
                        <a:lnSpc>
                          <a:spcPct val="96000"/>
                        </a:lnSpc>
                      </a:pPr>
                      <a:r>
                        <a:rPr sz="880" b="0">
                          <a:solidFill>
                            <a:srgbClr val="232323"/>
                          </a:solidFill>
                        </a:rPr>
                        <a:t>SharePoint格納と人の確認で大部分を回避</a:t>
                      </a:r>
                    </a:p>
                  </a:txBody>
                  <a:tcPr marL="50800" marR="50800" marT="12700" marB="12700" anchor="ctr">
                    <a:solidFill>
                      <a:srgbClr val="F8FDFA"/>
                    </a:solidFill>
                  </a:tcPr>
                </a:tc>
                <a:tc>
                  <a:txBody>
                    <a:bodyPr wrap="square"/>
                    <a:lstStyle/>
                    <a:p>
                      <a:pPr algn="l">
                        <a:lnSpc>
                          <a:spcPct val="96000"/>
                        </a:lnSpc>
                      </a:pPr>
                      <a:r>
                        <a:rPr sz="880" b="0">
                          <a:solidFill>
                            <a:srgbClr val="232323"/>
                          </a:solidFill>
                        </a:rPr>
                        <a:t>メール送信条件を確認</a:t>
                      </a:r>
                    </a:p>
                  </a:txBody>
                  <a:tcPr marL="50800" marR="50800" marT="12700" marB="12700" anchor="ctr">
                    <a:solidFill>
                      <a:srgbClr val="F8FDFA"/>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事務局判断待ち・横断課題一覧</a:t>
            </a:r>
          </a:p>
        </p:txBody>
      </p:sp>
      <p:sp>
        <p:nvSpPr>
          <p:cNvPr id="3" name="Text Placeholder 2"/>
          <p:cNvSpPr>
            <a:spLocks noGrp="1"/>
          </p:cNvSpPr>
          <p:nvPr>
            <p:ph type="body" sz="half" idx="2"/>
          </p:nvPr>
        </p:nvSpPr>
        <p:spPr/>
        <p:txBody>
          <a:bodyPr/>
          <a:lstStyle/>
          <a:p>
            <a:r>
              <a:rPr sz="1270">
                <a:solidFill>
                  <a:srgbClr val="6E767C"/>
                </a:solidFill>
              </a:rPr>
              <a:t>「事務局判断待ち」「回避方針あり」「全チーム共有事項」を区分して整理</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9</a:t>
            </a:r>
          </a:p>
        </p:txBody>
      </p:sp>
      <p:graphicFrame>
        <p:nvGraphicFramePr>
          <p:cNvPr id="5" name="Table 4"/>
          <p:cNvGraphicFramePr>
            <a:graphicFrameLocks noGrp="1"/>
          </p:cNvGraphicFramePr>
          <p:nvPr>
            <p:extLst>
              <p:ext uri="{D42A27DB-BD31-4B8C-83A1-F6EECF244321}">
                <p14:modId xmlns:p14="http://schemas.microsoft.com/office/powerpoint/2010/main" val="495797724"/>
              </p:ext>
            </p:extLst>
          </p:nvPr>
        </p:nvGraphicFramePr>
        <p:xfrm>
          <a:off x="740664" y="1243584"/>
          <a:ext cx="10716768" cy="3090672"/>
        </p:xfrm>
        <a:graphic>
          <a:graphicData uri="http://schemas.openxmlformats.org/drawingml/2006/table">
            <a:tbl>
              <a:tblPr>
                <a:tableStyleId>{5C22544A-7EE6-4342-B048-85BDC9FD1C3A}</a:tableStyleId>
              </a:tblPr>
              <a:tblGrid>
                <a:gridCol w="155448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5257800">
                  <a:extLst>
                    <a:ext uri="{9D8B030D-6E8A-4147-A177-3AD203B41FA5}">
                      <a16:colId xmlns:a16="http://schemas.microsoft.com/office/drawing/2014/main" val="20002"/>
                    </a:ext>
                  </a:extLst>
                </a:gridCol>
                <a:gridCol w="1938528">
                  <a:extLst>
                    <a:ext uri="{9D8B030D-6E8A-4147-A177-3AD203B41FA5}">
                      <a16:colId xmlns:a16="http://schemas.microsoft.com/office/drawing/2014/main" val="20003"/>
                    </a:ext>
                  </a:extLst>
                </a:gridCol>
              </a:tblGrid>
              <a:tr h="347472">
                <a:tc>
                  <a:txBody>
                    <a:bodyPr/>
                    <a:lstStyle/>
                    <a:p>
                      <a:pPr algn="ctr">
                        <a:lnSpc>
                          <a:spcPct val="96000"/>
                        </a:lnSpc>
                      </a:pPr>
                      <a:r>
                        <a:rPr sz="1089" b="1">
                          <a:solidFill>
                            <a:srgbClr val="FFFFFF"/>
                          </a:solidFill>
                        </a:rPr>
                        <a:t>カテゴリ</a:t>
                      </a:r>
                    </a:p>
                  </a:txBody>
                  <a:tcPr marL="50800" marR="50800" marT="12700" marB="12700" anchor="ctr">
                    <a:solidFill>
                      <a:srgbClr val="1B5C80"/>
                    </a:solidFill>
                  </a:tcPr>
                </a:tc>
                <a:tc>
                  <a:txBody>
                    <a:bodyPr/>
                    <a:lstStyle/>
                    <a:p>
                      <a:pPr algn="ctr">
                        <a:lnSpc>
                          <a:spcPct val="96000"/>
                        </a:lnSpc>
                      </a:pPr>
                      <a:r>
                        <a:rPr sz="1089" b="1">
                          <a:solidFill>
                            <a:srgbClr val="FFFFFF"/>
                          </a:solidFill>
                        </a:rPr>
                        <a:t>区分</a:t>
                      </a:r>
                    </a:p>
                  </a:txBody>
                  <a:tcPr marL="50800" marR="50800" marT="12700" marB="12700" anchor="ctr">
                    <a:solidFill>
                      <a:srgbClr val="1B5C80"/>
                    </a:solidFill>
                  </a:tcPr>
                </a:tc>
                <a:tc>
                  <a:txBody>
                    <a:bodyPr/>
                    <a:lstStyle/>
                    <a:p>
                      <a:pPr algn="ctr">
                        <a:lnSpc>
                          <a:spcPct val="96000"/>
                        </a:lnSpc>
                      </a:pPr>
                      <a:r>
                        <a:rPr sz="1089" b="1">
                          <a:solidFill>
                            <a:srgbClr val="FFFFFF"/>
                          </a:solidFill>
                        </a:rPr>
                        <a:t>内容</a:t>
                      </a:r>
                    </a:p>
                  </a:txBody>
                  <a:tcPr marL="50800" marR="50800" marT="12700" marB="12700" anchor="ctr">
                    <a:solidFill>
                      <a:srgbClr val="1B5C80"/>
                    </a:solidFill>
                  </a:tcPr>
                </a:tc>
                <a:tc>
                  <a:txBody>
                    <a:bodyPr/>
                    <a:lstStyle/>
                    <a:p>
                      <a:pPr algn="ctr">
                        <a:lnSpc>
                          <a:spcPct val="96000"/>
                        </a:lnSpc>
                      </a:pPr>
                      <a:r>
                        <a:rPr sz="1089" b="1">
                          <a:solidFill>
                            <a:srgbClr val="FFFFFF"/>
                          </a:solidFill>
                        </a:rPr>
                        <a:t>該当チーム</a:t>
                      </a:r>
                    </a:p>
                  </a:txBody>
                  <a:tcPr marL="50800" marR="50800" marT="12700" marB="12700" anchor="ctr">
                    <a:solidFill>
                      <a:srgbClr val="1B5C80"/>
                    </a:solidFill>
                  </a:tcPr>
                </a:tc>
                <a:extLst>
                  <a:ext uri="{0D108BD9-81ED-4DB2-BD59-A6C34878D82A}">
                    <a16:rowId xmlns:a16="http://schemas.microsoft.com/office/drawing/2014/main" val="10000"/>
                  </a:ext>
                </a:extLst>
              </a:tr>
              <a:tr h="457200">
                <a:tc>
                  <a:txBody>
                    <a:bodyPr/>
                    <a:lstStyle/>
                    <a:p>
                      <a:pPr algn="ctr">
                        <a:lnSpc>
                          <a:spcPct val="96000"/>
                        </a:lnSpc>
                      </a:pPr>
                      <a:r>
                        <a:rPr sz="1089" b="1">
                          <a:solidFill>
                            <a:srgbClr val="1B5C80"/>
                          </a:solidFill>
                        </a:rPr>
                        <a:t>コスト/ライセンス</a:t>
                      </a:r>
                    </a:p>
                  </a:txBody>
                  <a:tcPr marL="50800" marR="50800" marT="12700" marB="12700" anchor="ctr">
                    <a:solidFill>
                      <a:srgbClr val="FFFFFF"/>
                    </a:solidFill>
                  </a:tcPr>
                </a:tc>
                <a:tc>
                  <a:txBody>
                    <a:bodyPr/>
                    <a:lstStyle/>
                    <a:p>
                      <a:pPr algn="ctr">
                        <a:lnSpc>
                          <a:spcPct val="96000"/>
                        </a:lnSpc>
                      </a:pPr>
                      <a:r>
                        <a:rPr sz="919" b="1">
                          <a:solidFill>
                            <a:srgbClr val="232323"/>
                          </a:solidFill>
                        </a:rPr>
                        <a:t>全チーム共有事項</a:t>
                      </a:r>
                    </a:p>
                  </a:txBody>
                  <a:tcPr marL="50800" marR="50800" marT="12700" marB="12700" anchor="ctr">
                    <a:solidFill>
                      <a:srgbClr val="DBF1F7"/>
                    </a:solidFill>
                  </a:tcPr>
                </a:tc>
                <a:tc>
                  <a:txBody>
                    <a:bodyPr/>
                    <a:lstStyle/>
                    <a:p>
                      <a:pPr algn="l">
                        <a:lnSpc>
                          <a:spcPct val="96000"/>
                        </a:lnSpc>
                      </a:pPr>
                      <a:r>
                        <a:rPr sz="919" b="0">
                          <a:solidFill>
                            <a:srgbClr val="232323"/>
                          </a:solidFill>
                        </a:rPr>
                        <a:t>Power Automate側でエージェントフローを呼び出すときは「When an agent calls the flow」のみを使用する。</a:t>
                      </a:r>
                    </a:p>
                  </a:txBody>
                  <a:tcPr marL="50800" marR="50800" marT="12700" marB="12700" anchor="ctr">
                    <a:solidFill>
                      <a:srgbClr val="FFFFFF"/>
                    </a:solidFill>
                  </a:tcPr>
                </a:tc>
                <a:tc>
                  <a:txBody>
                    <a:bodyPr/>
                    <a:lstStyle/>
                    <a:p>
                      <a:pPr algn="ctr">
                        <a:lnSpc>
                          <a:spcPct val="96000"/>
                        </a:lnSpc>
                      </a:pPr>
                      <a:r>
                        <a:rPr sz="919" b="0">
                          <a:solidFill>
                            <a:srgbClr val="232323"/>
                          </a:solidFill>
                        </a:rPr>
                        <a:t>全チーム（特にチーム5・6・8・9）</a:t>
                      </a:r>
                    </a:p>
                  </a:txBody>
                  <a:tcPr marL="50800" marR="50800" marT="12700" marB="12700" anchor="ctr">
                    <a:solidFill>
                      <a:srgbClr val="FFFFFF"/>
                    </a:solidFill>
                  </a:tcPr>
                </a:tc>
                <a:extLst>
                  <a:ext uri="{0D108BD9-81ED-4DB2-BD59-A6C34878D82A}">
                    <a16:rowId xmlns:a16="http://schemas.microsoft.com/office/drawing/2014/main" val="10001"/>
                  </a:ext>
                </a:extLst>
              </a:tr>
              <a:tr h="457200">
                <a:tc>
                  <a:txBody>
                    <a:bodyPr/>
                    <a:lstStyle/>
                    <a:p>
                      <a:pPr algn="ctr">
                        <a:lnSpc>
                          <a:spcPct val="96000"/>
                        </a:lnSpc>
                      </a:pPr>
                      <a:r>
                        <a:rPr sz="1089" b="1">
                          <a:solidFill>
                            <a:srgbClr val="1B5C80"/>
                          </a:solidFill>
                        </a:rPr>
                        <a:t>外部Web/API</a:t>
                      </a:r>
                    </a:p>
                  </a:txBody>
                  <a:tcPr marL="50800" marR="50800" marT="12700" marB="12700" anchor="ctr">
                    <a:solidFill>
                      <a:srgbClr val="F8FDFA"/>
                    </a:solidFill>
                  </a:tcPr>
                </a:tc>
                <a:tc>
                  <a:txBody>
                    <a:bodyPr/>
                    <a:lstStyle/>
                    <a:p>
                      <a:pPr algn="ctr">
                        <a:lnSpc>
                          <a:spcPct val="96000"/>
                        </a:lnSpc>
                      </a:pPr>
                      <a:r>
                        <a:rPr sz="919" b="1">
                          <a:solidFill>
                            <a:srgbClr val="232323"/>
                          </a:solidFill>
                        </a:rPr>
                        <a:t>横断課題：回避方針あり</a:t>
                      </a:r>
                    </a:p>
                  </a:txBody>
                  <a:tcPr marL="50800" marR="50800" marT="12700" marB="12700" anchor="ctr">
                    <a:solidFill>
                      <a:srgbClr val="DBF1F7"/>
                    </a:solidFill>
                  </a:tcPr>
                </a:tc>
                <a:tc>
                  <a:txBody>
                    <a:bodyPr/>
                    <a:lstStyle/>
                    <a:p>
                      <a:pPr algn="l">
                        <a:lnSpc>
                          <a:spcPct val="96000"/>
                        </a:lnSpc>
                      </a:pPr>
                      <a:r>
                        <a:rPr sz="919" b="0">
                          <a:solidFill>
                            <a:srgbClr val="232323"/>
                          </a:solidFill>
                        </a:rPr>
                        <a:t>外部Web・APIは使用しない。手動取得＋SharePoint格納で回避する方針を相談会で回答済み。</a:t>
                      </a:r>
                    </a:p>
                  </a:txBody>
                  <a:tcPr marL="50800" marR="50800" marT="12700" marB="12700" anchor="ctr">
                    <a:solidFill>
                      <a:srgbClr val="F8FDFA"/>
                    </a:solidFill>
                  </a:tcPr>
                </a:tc>
                <a:tc>
                  <a:txBody>
                    <a:bodyPr/>
                    <a:lstStyle/>
                    <a:p>
                      <a:pPr algn="ctr">
                        <a:lnSpc>
                          <a:spcPct val="96000"/>
                        </a:lnSpc>
                      </a:pPr>
                      <a:r>
                        <a:rPr sz="919" b="0">
                          <a:solidFill>
                            <a:srgbClr val="232323"/>
                          </a:solidFill>
                        </a:rPr>
                        <a:t>チーム3・4</a:t>
                      </a:r>
                    </a:p>
                  </a:txBody>
                  <a:tcPr marL="50800" marR="50800" marT="12700" marB="12700" anchor="ctr">
                    <a:solidFill>
                      <a:srgbClr val="F8FDFA"/>
                    </a:solidFill>
                  </a:tcPr>
                </a:tc>
                <a:extLst>
                  <a:ext uri="{0D108BD9-81ED-4DB2-BD59-A6C34878D82A}">
                    <a16:rowId xmlns:a16="http://schemas.microsoft.com/office/drawing/2014/main" val="10002"/>
                  </a:ext>
                </a:extLst>
              </a:tr>
              <a:tr h="457200">
                <a:tc>
                  <a:txBody>
                    <a:bodyPr/>
                    <a:lstStyle/>
                    <a:p>
                      <a:pPr algn="ctr">
                        <a:lnSpc>
                          <a:spcPct val="96000"/>
                        </a:lnSpc>
                      </a:pPr>
                      <a:r>
                        <a:rPr sz="1089" b="1">
                          <a:solidFill>
                            <a:srgbClr val="1B5C80"/>
                          </a:solidFill>
                        </a:rPr>
                        <a:t>個人情報/権限</a:t>
                      </a:r>
                    </a:p>
                  </a:txBody>
                  <a:tcPr marL="50800" marR="50800" marT="12700" marB="12700" anchor="ctr">
                    <a:solidFill>
                      <a:srgbClr val="FFFFFF"/>
                    </a:solidFill>
                  </a:tcPr>
                </a:tc>
                <a:tc>
                  <a:txBody>
                    <a:bodyPr/>
                    <a:lstStyle/>
                    <a:p>
                      <a:pPr algn="ctr">
                        <a:lnSpc>
                          <a:spcPct val="96000"/>
                        </a:lnSpc>
                      </a:pPr>
                      <a:r>
                        <a:rPr sz="919" b="1">
                          <a:solidFill>
                            <a:srgbClr val="232323"/>
                          </a:solidFill>
                        </a:rPr>
                        <a:t>事務局判断待ち</a:t>
                      </a:r>
                    </a:p>
                  </a:txBody>
                  <a:tcPr marL="50800" marR="50800" marT="12700" marB="12700" anchor="ctr">
                    <a:solidFill>
                      <a:srgbClr val="FAE5E3"/>
                    </a:solidFill>
                  </a:tcPr>
                </a:tc>
                <a:tc>
                  <a:txBody>
                    <a:bodyPr/>
                    <a:lstStyle/>
                    <a:p>
                      <a:pPr algn="l">
                        <a:lnSpc>
                          <a:spcPct val="96000"/>
                        </a:lnSpc>
                      </a:pPr>
                      <a:r>
                        <a:rPr sz="919" b="0">
                          <a:solidFill>
                            <a:srgbClr val="232323"/>
                          </a:solidFill>
                        </a:rPr>
                        <a:t>予定表・会議室・メール・Teams、社員／協力会社／ゲスト情報の扱い。設計に影響する。</a:t>
                      </a:r>
                    </a:p>
                  </a:txBody>
                  <a:tcPr marL="50800" marR="50800" marT="12700" marB="12700" anchor="ctr">
                    <a:solidFill>
                      <a:srgbClr val="FFFFFF"/>
                    </a:solidFill>
                  </a:tcPr>
                </a:tc>
                <a:tc>
                  <a:txBody>
                    <a:bodyPr/>
                    <a:lstStyle/>
                    <a:p>
                      <a:pPr algn="ctr">
                        <a:lnSpc>
                          <a:spcPct val="96000"/>
                        </a:lnSpc>
                      </a:pPr>
                      <a:r>
                        <a:rPr sz="919" b="0">
                          <a:solidFill>
                            <a:srgbClr val="232323"/>
                          </a:solidFill>
                        </a:rPr>
                        <a:t>チーム8・9</a:t>
                      </a:r>
                    </a:p>
                  </a:txBody>
                  <a:tcPr marL="50800" marR="50800" marT="12700" marB="12700" anchor="ctr">
                    <a:solidFill>
                      <a:srgbClr val="FFFFFF"/>
                    </a:solidFill>
                  </a:tcPr>
                </a:tc>
                <a:extLst>
                  <a:ext uri="{0D108BD9-81ED-4DB2-BD59-A6C34878D82A}">
                    <a16:rowId xmlns:a16="http://schemas.microsoft.com/office/drawing/2014/main" val="10003"/>
                  </a:ext>
                </a:extLst>
              </a:tr>
              <a:tr h="457200">
                <a:tc>
                  <a:txBody>
                    <a:bodyPr/>
                    <a:lstStyle/>
                    <a:p>
                      <a:pPr algn="ctr">
                        <a:lnSpc>
                          <a:spcPct val="96000"/>
                        </a:lnSpc>
                      </a:pPr>
                      <a:r>
                        <a:rPr sz="1089" b="1">
                          <a:solidFill>
                            <a:srgbClr val="1B5C80"/>
                          </a:solidFill>
                        </a:rPr>
                        <a:t>ファイル保管</a:t>
                      </a:r>
                    </a:p>
                  </a:txBody>
                  <a:tcPr marL="50800" marR="50800" marT="12700" marB="12700" anchor="ctr">
                    <a:solidFill>
                      <a:srgbClr val="F8FDFA"/>
                    </a:solidFill>
                  </a:tcPr>
                </a:tc>
                <a:tc>
                  <a:txBody>
                    <a:bodyPr/>
                    <a:lstStyle/>
                    <a:p>
                      <a:pPr algn="ctr">
                        <a:lnSpc>
                          <a:spcPct val="96000"/>
                        </a:lnSpc>
                      </a:pPr>
                      <a:r>
                        <a:rPr sz="919" b="1">
                          <a:solidFill>
                            <a:srgbClr val="232323"/>
                          </a:solidFill>
                        </a:rPr>
                        <a:t>横断課題：回避方針あり</a:t>
                      </a:r>
                    </a:p>
                  </a:txBody>
                  <a:tcPr marL="50800" marR="50800" marT="12700" marB="12700" anchor="ctr">
                    <a:solidFill>
                      <a:srgbClr val="DBF1F7"/>
                    </a:solidFill>
                  </a:tcPr>
                </a:tc>
                <a:tc>
                  <a:txBody>
                    <a:bodyPr/>
                    <a:lstStyle/>
                    <a:p>
                      <a:pPr algn="l">
                        <a:lnSpc>
                          <a:spcPct val="96000"/>
                        </a:lnSpc>
                      </a:pPr>
                      <a:r>
                        <a:rPr sz="919" b="0" dirty="0">
                          <a:solidFill>
                            <a:srgbClr val="232323"/>
                          </a:solidFill>
                        </a:rPr>
                        <a:t>共有ファイルサーバの直接参照は不可。SharePoint／OneDrive格納を原則とする。個人情報・極秘情報を含む場合はマスキング等が必要。</a:t>
                      </a:r>
                      <a:r>
                        <a:rPr lang="ja-JP" altLang="en-US" sz="919" b="0" dirty="0">
                          <a:solidFill>
                            <a:srgbClr val="232323"/>
                          </a:solidFill>
                        </a:rPr>
                        <a:t>（手動でのマスキングで回避可。）</a:t>
                      </a:r>
                      <a:endParaRPr sz="919" b="0" dirty="0">
                        <a:solidFill>
                          <a:srgbClr val="232323"/>
                        </a:solidFill>
                      </a:endParaRPr>
                    </a:p>
                  </a:txBody>
                  <a:tcPr marL="50800" marR="50800" marT="12700" marB="12700" anchor="ctr">
                    <a:solidFill>
                      <a:srgbClr val="F8FDFA"/>
                    </a:solidFill>
                  </a:tcPr>
                </a:tc>
                <a:tc>
                  <a:txBody>
                    <a:bodyPr/>
                    <a:lstStyle/>
                    <a:p>
                      <a:pPr algn="ctr">
                        <a:lnSpc>
                          <a:spcPct val="96000"/>
                        </a:lnSpc>
                      </a:pPr>
                      <a:r>
                        <a:rPr sz="919" b="0">
                          <a:solidFill>
                            <a:srgbClr val="232323"/>
                          </a:solidFill>
                        </a:rPr>
                        <a:t>チーム5・6・9</a:t>
                      </a:r>
                    </a:p>
                  </a:txBody>
                  <a:tcPr marL="50800" marR="50800" marT="12700" marB="12700" anchor="ctr">
                    <a:solidFill>
                      <a:srgbClr val="F8FDFA"/>
                    </a:solidFill>
                  </a:tcPr>
                </a:tc>
                <a:extLst>
                  <a:ext uri="{0D108BD9-81ED-4DB2-BD59-A6C34878D82A}">
                    <a16:rowId xmlns:a16="http://schemas.microsoft.com/office/drawing/2014/main" val="10004"/>
                  </a:ext>
                </a:extLst>
              </a:tr>
              <a:tr h="457200">
                <a:tc>
                  <a:txBody>
                    <a:bodyPr/>
                    <a:lstStyle/>
                    <a:p>
                      <a:pPr algn="ctr">
                        <a:lnSpc>
                          <a:spcPct val="96000"/>
                        </a:lnSpc>
                      </a:pPr>
                      <a:r>
                        <a:rPr sz="1089" b="1">
                          <a:solidFill>
                            <a:srgbClr val="1B5C80"/>
                          </a:solidFill>
                        </a:rPr>
                        <a:t>本番移行</a:t>
                      </a:r>
                    </a:p>
                  </a:txBody>
                  <a:tcPr marL="50800" marR="50800" marT="12700" marB="12700" anchor="ctr">
                    <a:solidFill>
                      <a:srgbClr val="FFFFFF"/>
                    </a:solidFill>
                  </a:tcPr>
                </a:tc>
                <a:tc>
                  <a:txBody>
                    <a:bodyPr/>
                    <a:lstStyle/>
                    <a:p>
                      <a:pPr algn="ctr">
                        <a:lnSpc>
                          <a:spcPct val="96000"/>
                        </a:lnSpc>
                      </a:pPr>
                      <a:r>
                        <a:rPr sz="919" b="1">
                          <a:solidFill>
                            <a:srgbClr val="232323"/>
                          </a:solidFill>
                        </a:rPr>
                        <a:t>事務局判断待ち</a:t>
                      </a:r>
                    </a:p>
                  </a:txBody>
                  <a:tcPr marL="50800" marR="50800" marT="12700" marB="12700" anchor="ctr">
                    <a:solidFill>
                      <a:srgbClr val="FAE5E3"/>
                    </a:solidFill>
                  </a:tcPr>
                </a:tc>
                <a:tc>
                  <a:txBody>
                    <a:bodyPr/>
                    <a:lstStyle/>
                    <a:p>
                      <a:pPr algn="l">
                        <a:lnSpc>
                          <a:spcPct val="96000"/>
                        </a:lnSpc>
                      </a:pPr>
                      <a:r>
                        <a:rPr sz="919" b="0">
                          <a:solidFill>
                            <a:srgbClr val="232323"/>
                          </a:solidFill>
                        </a:rPr>
                        <a:t>リリース要件を整理中。10月のデモ時点では必須ではなく、クリティカルパスではない。</a:t>
                      </a:r>
                    </a:p>
                  </a:txBody>
                  <a:tcPr marL="50800" marR="50800" marT="12700" marB="12700" anchor="ctr">
                    <a:solidFill>
                      <a:srgbClr val="FFFFFF"/>
                    </a:solidFill>
                  </a:tcPr>
                </a:tc>
                <a:tc>
                  <a:txBody>
                    <a:bodyPr/>
                    <a:lstStyle/>
                    <a:p>
                      <a:pPr algn="ctr">
                        <a:lnSpc>
                          <a:spcPct val="96000"/>
                        </a:lnSpc>
                      </a:pPr>
                      <a:r>
                        <a:rPr sz="919" b="0">
                          <a:solidFill>
                            <a:srgbClr val="232323"/>
                          </a:solidFill>
                        </a:rPr>
                        <a:t>チーム11・全チーム共通</a:t>
                      </a:r>
                    </a:p>
                  </a:txBody>
                  <a:tcPr marL="50800" marR="50800" marT="12700" marB="12700" anchor="ctr">
                    <a:solidFill>
                      <a:srgbClr val="FFFFFF"/>
                    </a:solidFill>
                  </a:tcPr>
                </a:tc>
                <a:extLst>
                  <a:ext uri="{0D108BD9-81ED-4DB2-BD59-A6C34878D82A}">
                    <a16:rowId xmlns:a16="http://schemas.microsoft.com/office/drawing/2014/main" val="10005"/>
                  </a:ext>
                </a:extLst>
              </a:tr>
              <a:tr h="457200">
                <a:tc>
                  <a:txBody>
                    <a:bodyPr/>
                    <a:lstStyle/>
                    <a:p>
                      <a:pPr algn="ctr">
                        <a:lnSpc>
                          <a:spcPct val="96000"/>
                        </a:lnSpc>
                      </a:pPr>
                      <a:r>
                        <a:rPr sz="1089" b="1">
                          <a:solidFill>
                            <a:srgbClr val="1B5C80"/>
                          </a:solidFill>
                        </a:rPr>
                        <a:t>メール送信</a:t>
                      </a:r>
                    </a:p>
                  </a:txBody>
                  <a:tcPr marL="50800" marR="50800" marT="12700" marB="12700" anchor="ctr">
                    <a:solidFill>
                      <a:srgbClr val="F8FDFA"/>
                    </a:solidFill>
                  </a:tcPr>
                </a:tc>
                <a:tc>
                  <a:txBody>
                    <a:bodyPr/>
                    <a:lstStyle/>
                    <a:p>
                      <a:pPr algn="ctr">
                        <a:lnSpc>
                          <a:spcPct val="96000"/>
                        </a:lnSpc>
                      </a:pPr>
                      <a:r>
                        <a:rPr sz="919" b="1">
                          <a:solidFill>
                            <a:srgbClr val="232323"/>
                          </a:solidFill>
                        </a:rPr>
                        <a:t>個別判断</a:t>
                      </a:r>
                    </a:p>
                  </a:txBody>
                  <a:tcPr marL="50800" marR="50800" marT="12700" marB="12700" anchor="ctr">
                    <a:solidFill>
                      <a:srgbClr val="E7E8F8"/>
                    </a:solidFill>
                  </a:tcPr>
                </a:tc>
                <a:tc>
                  <a:txBody>
                    <a:bodyPr/>
                    <a:lstStyle/>
                    <a:p>
                      <a:pPr algn="l">
                        <a:lnSpc>
                          <a:spcPct val="96000"/>
                        </a:lnSpc>
                      </a:pPr>
                      <a:r>
                        <a:rPr sz="919" b="0">
                          <a:solidFill>
                            <a:srgbClr val="232323"/>
                          </a:solidFill>
                        </a:rPr>
                        <a:t>固定文面を自動送信してよいか、人の確認が必要かはチームごとに異なる。</a:t>
                      </a:r>
                    </a:p>
                  </a:txBody>
                  <a:tcPr marL="50800" marR="50800" marT="12700" marB="12700" anchor="ctr">
                    <a:solidFill>
                      <a:srgbClr val="F8FDFA"/>
                    </a:solidFill>
                  </a:tcPr>
                </a:tc>
                <a:tc>
                  <a:txBody>
                    <a:bodyPr/>
                    <a:lstStyle/>
                    <a:p>
                      <a:pPr algn="ctr">
                        <a:lnSpc>
                          <a:spcPct val="96000"/>
                        </a:lnSpc>
                      </a:pPr>
                      <a:r>
                        <a:rPr sz="919" b="0" dirty="0">
                          <a:solidFill>
                            <a:srgbClr val="232323"/>
                          </a:solidFill>
                        </a:rPr>
                        <a:t>チーム9（ほかチーム6・8）</a:t>
                      </a:r>
                    </a:p>
                  </a:txBody>
                  <a:tcPr marL="50800" marR="50800" marT="12700" marB="12700" anchor="ctr">
                    <a:solidFill>
                      <a:srgbClr val="F8FDFA"/>
                    </a:solidFill>
                  </a:tcPr>
                </a:tc>
                <a:extLst>
                  <a:ext uri="{0D108BD9-81ED-4DB2-BD59-A6C34878D82A}">
                    <a16:rowId xmlns:a16="http://schemas.microsoft.com/office/drawing/2014/main" val="10006"/>
                  </a:ext>
                </a:extLst>
              </a:tr>
            </a:tbl>
          </a:graphicData>
        </a:graphic>
      </p:graphicFrame>
      <p:sp>
        <p:nvSpPr>
          <p:cNvPr id="6" name="Rectangle 5"/>
          <p:cNvSpPr/>
          <p:nvPr/>
        </p:nvSpPr>
        <p:spPr>
          <a:xfrm>
            <a:off x="740664" y="4443983"/>
            <a:ext cx="10716768" cy="1671681"/>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40663" y="4443984"/>
            <a:ext cx="176785" cy="167168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14984" y="4517136"/>
            <a:ext cx="10259568" cy="256032"/>
          </a:xfrm>
          <a:prstGeom prst="rect">
            <a:avLst/>
          </a:prstGeom>
          <a:noFill/>
        </p:spPr>
        <p:txBody>
          <a:bodyPr wrap="square" lIns="25400" tIns="12700" rIns="25400" bIns="12700" anchor="t">
            <a:spAutoFit/>
          </a:bodyPr>
          <a:lstStyle/>
          <a:p>
            <a:pPr algn="l">
              <a:lnSpc>
                <a:spcPct val="100000"/>
              </a:lnSpc>
            </a:pPr>
            <a:r>
              <a:rPr sz="1270" b="1">
                <a:solidFill>
                  <a:srgbClr val="1B5C80"/>
                </a:solidFill>
              </a:rPr>
              <a:t>全チーム共有事項：エージェントフロー呼び出し時のPower Automate起動ルール</a:t>
            </a:r>
          </a:p>
        </p:txBody>
      </p:sp>
      <p:sp>
        <p:nvSpPr>
          <p:cNvPr id="9" name="TextBox 8"/>
          <p:cNvSpPr txBox="1"/>
          <p:nvPr/>
        </p:nvSpPr>
        <p:spPr>
          <a:xfrm>
            <a:off x="1014984" y="4809744"/>
            <a:ext cx="6492240" cy="457200"/>
          </a:xfrm>
          <a:prstGeom prst="rect">
            <a:avLst/>
          </a:prstGeom>
          <a:noFill/>
        </p:spPr>
        <p:txBody>
          <a:bodyPr wrap="square" lIns="25400" tIns="12700" rIns="25400" bIns="12700" anchor="t">
            <a:spAutoFit/>
          </a:bodyPr>
          <a:lstStyle/>
          <a:p>
            <a:pPr algn="l">
              <a:lnSpc>
                <a:spcPct val="116000"/>
              </a:lnSpc>
            </a:pPr>
            <a:r>
              <a:rPr sz="950" b="0">
                <a:solidFill>
                  <a:srgbClr val="232323"/>
                </a:solidFill>
              </a:rPr>
              <a:t>Power Automate側でエージェントフローを呼び出すときは、必ず「When an agent calls the flow（エージェントがフローを呼び出したとき）」のみ利用する。ほかのトリガーでは従量課金が発生する可能性があるため使用しない。</a:t>
            </a:r>
          </a:p>
        </p:txBody>
      </p:sp>
      <p:sp>
        <p:nvSpPr>
          <p:cNvPr id="10" name="TextBox 9"/>
          <p:cNvSpPr txBox="1"/>
          <p:nvPr/>
        </p:nvSpPr>
        <p:spPr>
          <a:xfrm>
            <a:off x="1014984" y="5303520"/>
            <a:ext cx="6492240" cy="457200"/>
          </a:xfrm>
          <a:prstGeom prst="rect">
            <a:avLst/>
          </a:prstGeom>
          <a:noFill/>
        </p:spPr>
        <p:txBody>
          <a:bodyPr wrap="square" lIns="25400" tIns="12700" rIns="25400" bIns="12700" anchor="t">
            <a:spAutoFit/>
          </a:bodyPr>
          <a:lstStyle/>
          <a:p>
            <a:pPr algn="l">
              <a:lnSpc>
                <a:spcPct val="116000"/>
              </a:lnSpc>
            </a:pPr>
            <a:r>
              <a:rPr sz="919" b="0">
                <a:solidFill>
                  <a:srgbClr val="232323"/>
                </a:solidFill>
              </a:rPr>
              <a:t>対象外：クラウドフローとCopilot Studioエージェントが直接連携しない設計、および間に人の手作業が入りエージェントフローとして直接呼び出さない場合。Power Automate側からエージェントフローを呼び出す構成にする場合のみ、上記のトリガーを使用する。</a:t>
            </a:r>
          </a:p>
        </p:txBody>
      </p:sp>
      <p:sp>
        <p:nvSpPr>
          <p:cNvPr id="11" name="TextBox 10"/>
          <p:cNvSpPr txBox="1"/>
          <p:nvPr/>
        </p:nvSpPr>
        <p:spPr>
          <a:xfrm>
            <a:off x="1014984" y="5859040"/>
            <a:ext cx="6492240" cy="201168"/>
          </a:xfrm>
          <a:prstGeom prst="rect">
            <a:avLst/>
          </a:prstGeom>
          <a:noFill/>
        </p:spPr>
        <p:txBody>
          <a:bodyPr wrap="square" lIns="25400" tIns="12700" rIns="25400" bIns="12700" anchor="t">
            <a:spAutoFit/>
          </a:bodyPr>
          <a:lstStyle/>
          <a:p>
            <a:pPr algn="l">
              <a:lnSpc>
                <a:spcPct val="100000"/>
              </a:lnSpc>
            </a:pPr>
            <a:r>
              <a:rPr sz="919" b="1" dirty="0" err="1">
                <a:solidFill>
                  <a:srgbClr val="1B5C80"/>
                </a:solidFill>
              </a:rPr>
              <a:t>共有方法：事務局から全チームへ周知し、週次・隔週のメンター相談会で該当チームを確認する</a:t>
            </a:r>
            <a:r>
              <a:rPr sz="919" b="1" dirty="0">
                <a:solidFill>
                  <a:srgbClr val="1B5C80"/>
                </a:solidFill>
              </a:rPr>
              <a:t>。</a:t>
            </a:r>
          </a:p>
        </p:txBody>
      </p:sp>
      <p:sp>
        <p:nvSpPr>
          <p:cNvPr id="12" name="TextBox 11"/>
          <p:cNvSpPr txBox="1"/>
          <p:nvPr/>
        </p:nvSpPr>
        <p:spPr>
          <a:xfrm>
            <a:off x="7643895" y="4773168"/>
            <a:ext cx="3657600" cy="201168"/>
          </a:xfrm>
          <a:prstGeom prst="rect">
            <a:avLst/>
          </a:prstGeom>
          <a:noFill/>
        </p:spPr>
        <p:txBody>
          <a:bodyPr wrap="square" lIns="25400" tIns="12700" rIns="25400" bIns="12700" anchor="t">
            <a:spAutoFit/>
          </a:bodyPr>
          <a:lstStyle/>
          <a:p>
            <a:pPr algn="l">
              <a:lnSpc>
                <a:spcPct val="100000"/>
              </a:lnSpc>
            </a:pPr>
            <a:r>
              <a:rPr sz="919" b="1">
                <a:solidFill>
                  <a:srgbClr val="232323"/>
                </a:solidFill>
              </a:rPr>
              <a:t>エージェントフローを使う場合の構成</a:t>
            </a:r>
          </a:p>
        </p:txBody>
      </p:sp>
      <p:sp>
        <p:nvSpPr>
          <p:cNvPr id="13" name="Chevron 12"/>
          <p:cNvSpPr/>
          <p:nvPr/>
        </p:nvSpPr>
        <p:spPr>
          <a:xfrm>
            <a:off x="7643895" y="5029200"/>
            <a:ext cx="1060704" cy="493776"/>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76200" rIns="38100" rtlCol="0" anchor="ctr"/>
          <a:lstStyle/>
          <a:p>
            <a:pPr algn="ctr"/>
            <a:r>
              <a:rPr sz="800" b="1">
                <a:solidFill>
                  <a:srgbClr val="FFFFFF"/>
                </a:solidFill>
              </a:rPr>
              <a:t>Copilot Studio</a:t>
            </a:r>
          </a:p>
        </p:txBody>
      </p:sp>
      <p:sp>
        <p:nvSpPr>
          <p:cNvPr id="14" name="Chevron 13"/>
          <p:cNvSpPr/>
          <p:nvPr/>
        </p:nvSpPr>
        <p:spPr>
          <a:xfrm>
            <a:off x="8558295" y="5029200"/>
            <a:ext cx="1060704" cy="493776"/>
          </a:xfrm>
          <a:prstGeom prst="chevron">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wrap="square" lIns="76200" rIns="38100" rtlCol="0" anchor="ctr"/>
          <a:lstStyle/>
          <a:p>
            <a:pPr algn="ctr"/>
            <a:r>
              <a:rPr sz="800" b="1">
                <a:solidFill>
                  <a:srgbClr val="232323"/>
                </a:solidFill>
              </a:rPr>
              <a:t>When an agent</a:t>
            </a:r>
          </a:p>
          <a:p>
            <a:pPr algn="ctr"/>
            <a:r>
              <a:rPr sz="800" b="1">
                <a:solidFill>
                  <a:srgbClr val="232323"/>
                </a:solidFill>
              </a:rPr>
              <a:t>calls the flow</a:t>
            </a:r>
          </a:p>
        </p:txBody>
      </p:sp>
      <p:sp>
        <p:nvSpPr>
          <p:cNvPr id="15" name="Chevron 14"/>
          <p:cNvSpPr/>
          <p:nvPr/>
        </p:nvSpPr>
        <p:spPr>
          <a:xfrm>
            <a:off x="9472695" y="5029200"/>
            <a:ext cx="1060704" cy="493776"/>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76200" rIns="38100" rtlCol="0" anchor="ctr"/>
          <a:lstStyle/>
          <a:p>
            <a:pPr algn="ctr"/>
            <a:r>
              <a:rPr sz="800" b="1">
                <a:solidFill>
                  <a:srgbClr val="FFFFFF"/>
                </a:solidFill>
              </a:rPr>
              <a:t>Power Automate</a:t>
            </a:r>
          </a:p>
        </p:txBody>
      </p:sp>
      <p:sp>
        <p:nvSpPr>
          <p:cNvPr id="16" name="Chevron 15"/>
          <p:cNvSpPr/>
          <p:nvPr/>
        </p:nvSpPr>
        <p:spPr>
          <a:xfrm>
            <a:off x="10387095" y="5029200"/>
            <a:ext cx="1060704" cy="493776"/>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76200" rIns="38100" rtlCol="0" anchor="ctr"/>
          <a:lstStyle/>
          <a:p>
            <a:pPr algn="ctr"/>
            <a:r>
              <a:rPr sz="800" b="1">
                <a:solidFill>
                  <a:srgbClr val="FFFFFF"/>
                </a:solidFill>
              </a:rPr>
              <a:t>SharePoint /</a:t>
            </a:r>
          </a:p>
          <a:p>
            <a:pPr algn="ctr"/>
            <a:r>
              <a:rPr sz="800" b="1">
                <a:solidFill>
                  <a:srgbClr val="FFFFFF"/>
                </a:solidFill>
              </a:rPr>
              <a:t>Teams / Outlook</a:t>
            </a:r>
          </a:p>
        </p:txBody>
      </p:sp>
      <p:sp>
        <p:nvSpPr>
          <p:cNvPr id="17" name="TextBox 16"/>
          <p:cNvSpPr txBox="1"/>
          <p:nvPr/>
        </p:nvSpPr>
        <p:spPr>
          <a:xfrm>
            <a:off x="7580672" y="5614416"/>
            <a:ext cx="3949912" cy="179857"/>
          </a:xfrm>
          <a:prstGeom prst="rect">
            <a:avLst/>
          </a:prstGeom>
          <a:noFill/>
        </p:spPr>
        <p:txBody>
          <a:bodyPr wrap="square" lIns="25400" tIns="12700" rIns="25400" bIns="12700" anchor="t">
            <a:spAutoFit/>
          </a:bodyPr>
          <a:lstStyle/>
          <a:p>
            <a:pPr algn="l">
              <a:lnSpc>
                <a:spcPct val="114000"/>
              </a:lnSpc>
            </a:pPr>
            <a:r>
              <a:rPr sz="919" b="0" dirty="0" err="1">
                <a:solidFill>
                  <a:srgbClr val="232323"/>
                </a:solidFill>
              </a:rPr>
              <a:t>直接連携しない設計や、間に人の作業が入る場合はこのルールの対象外</a:t>
            </a:r>
            <a:r>
              <a:rPr sz="919" b="0" dirty="0">
                <a:solidFill>
                  <a:srgbClr val="232323"/>
                </a:solidFill>
              </a:rPr>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8月構築フェーズの進め方：MVPを絞って一本通す</a:t>
            </a:r>
          </a:p>
        </p:txBody>
      </p:sp>
      <p:sp>
        <p:nvSpPr>
          <p:cNvPr id="3" name="Text Placeholder 2"/>
          <p:cNvSpPr>
            <a:spLocks noGrp="1"/>
          </p:cNvSpPr>
          <p:nvPr>
            <p:ph type="body" sz="half" idx="2"/>
          </p:nvPr>
        </p:nvSpPr>
        <p:spPr/>
        <p:txBody>
          <a:bodyPr/>
          <a:lstStyle/>
          <a:p>
            <a:r>
              <a:rPr sz="1270">
                <a:solidFill>
                  <a:srgbClr val="6E767C"/>
                </a:solidFill>
              </a:rPr>
              <a:t>各チームへの共通メッセージ</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10</a:t>
            </a:r>
          </a:p>
        </p:txBody>
      </p:sp>
      <p:sp>
        <p:nvSpPr>
          <p:cNvPr id="5" name="Rectangle 4"/>
          <p:cNvSpPr/>
          <p:nvPr/>
        </p:nvSpPr>
        <p:spPr>
          <a:xfrm>
            <a:off x="740664" y="1207008"/>
            <a:ext cx="10716768" cy="566928"/>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14984" y="1207008"/>
            <a:ext cx="10168128" cy="566928"/>
          </a:xfrm>
          <a:prstGeom prst="rect">
            <a:avLst/>
          </a:prstGeom>
          <a:noFill/>
        </p:spPr>
        <p:txBody>
          <a:bodyPr wrap="square" lIns="25400" tIns="12700" rIns="25400" bIns="12700" anchor="ctr">
            <a:spAutoFit/>
          </a:bodyPr>
          <a:lstStyle/>
          <a:p>
            <a:pPr algn="l">
              <a:lnSpc>
                <a:spcPct val="100000"/>
              </a:lnSpc>
            </a:pPr>
            <a:r>
              <a:rPr sz="1452" b="1">
                <a:solidFill>
                  <a:srgbClr val="FFFFFF"/>
                </a:solidFill>
              </a:rPr>
              <a:t>8月は完成版を作り込む期間ではなく、MVPの入力→処理→出力を一本通す期間とする。9月に発表内容・効果・運用面を整理する。</a:t>
            </a:r>
          </a:p>
        </p:txBody>
      </p:sp>
      <p:sp>
        <p:nvSpPr>
          <p:cNvPr id="7" name="Rectangle 6"/>
          <p:cNvSpPr/>
          <p:nvPr/>
        </p:nvSpPr>
        <p:spPr>
          <a:xfrm>
            <a:off x="740664" y="1920240"/>
            <a:ext cx="10716768" cy="64008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40664" y="1920240"/>
            <a:ext cx="566928" cy="64008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0664" y="1920240"/>
            <a:ext cx="566928" cy="640080"/>
          </a:xfrm>
          <a:prstGeom prst="rect">
            <a:avLst/>
          </a:prstGeom>
          <a:noFill/>
        </p:spPr>
        <p:txBody>
          <a:bodyPr wrap="square" lIns="25400" tIns="12700" rIns="25400" bIns="12700" anchor="ctr">
            <a:spAutoFit/>
          </a:bodyPr>
          <a:lstStyle/>
          <a:p>
            <a:pPr algn="ctr">
              <a:lnSpc>
                <a:spcPct val="100000"/>
              </a:lnSpc>
            </a:pPr>
            <a:r>
              <a:rPr sz="1814" b="1">
                <a:solidFill>
                  <a:srgbClr val="232323"/>
                </a:solidFill>
              </a:rPr>
              <a:t>1</a:t>
            </a:r>
          </a:p>
        </p:txBody>
      </p:sp>
      <p:sp>
        <p:nvSpPr>
          <p:cNvPr id="10" name="TextBox 9"/>
          <p:cNvSpPr txBox="1"/>
          <p:nvPr/>
        </p:nvSpPr>
        <p:spPr>
          <a:xfrm>
            <a:off x="1490472" y="1975104"/>
            <a:ext cx="4206240" cy="274320"/>
          </a:xfrm>
          <a:prstGeom prst="rect">
            <a:avLst/>
          </a:prstGeom>
          <a:noFill/>
        </p:spPr>
        <p:txBody>
          <a:bodyPr wrap="square" lIns="25400" tIns="12700" rIns="25400" bIns="12700" anchor="t">
            <a:spAutoFit/>
          </a:bodyPr>
          <a:lstStyle/>
          <a:p>
            <a:pPr algn="l">
              <a:lnSpc>
                <a:spcPct val="100000"/>
              </a:lnSpc>
            </a:pPr>
            <a:r>
              <a:rPr sz="1270" b="1">
                <a:solidFill>
                  <a:srgbClr val="1B5C80"/>
                </a:solidFill>
              </a:rPr>
              <a:t>MVPを1本に絞る</a:t>
            </a:r>
          </a:p>
        </p:txBody>
      </p:sp>
      <p:sp>
        <p:nvSpPr>
          <p:cNvPr id="11" name="TextBox 10"/>
          <p:cNvSpPr txBox="1"/>
          <p:nvPr/>
        </p:nvSpPr>
        <p:spPr>
          <a:xfrm>
            <a:off x="1490472" y="2249424"/>
            <a:ext cx="9692640" cy="274320"/>
          </a:xfrm>
          <a:prstGeom prst="rect">
            <a:avLst/>
          </a:prstGeom>
          <a:noFill/>
        </p:spPr>
        <p:txBody>
          <a:bodyPr wrap="square" lIns="25400" tIns="12700" rIns="25400" bIns="12700" anchor="t">
            <a:spAutoFit/>
          </a:bodyPr>
          <a:lstStyle/>
          <a:p>
            <a:pPr algn="l">
              <a:lnSpc>
                <a:spcPct val="100000"/>
              </a:lnSpc>
            </a:pPr>
            <a:r>
              <a:rPr sz="950" b="0">
                <a:solidFill>
                  <a:srgbClr val="232323"/>
                </a:solidFill>
              </a:rPr>
              <a:t>最も効果が見えるユースケースを1つ選ぶ。</a:t>
            </a:r>
          </a:p>
        </p:txBody>
      </p:sp>
      <p:sp>
        <p:nvSpPr>
          <p:cNvPr id="12" name="Rectangle 11"/>
          <p:cNvSpPr/>
          <p:nvPr/>
        </p:nvSpPr>
        <p:spPr>
          <a:xfrm>
            <a:off x="740664" y="2651760"/>
            <a:ext cx="10716768" cy="64008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40664" y="2651760"/>
            <a:ext cx="566928" cy="64008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40664" y="2651760"/>
            <a:ext cx="566928" cy="640080"/>
          </a:xfrm>
          <a:prstGeom prst="rect">
            <a:avLst/>
          </a:prstGeom>
          <a:noFill/>
        </p:spPr>
        <p:txBody>
          <a:bodyPr wrap="square" lIns="25400" tIns="12700" rIns="25400" bIns="12700" anchor="ctr">
            <a:spAutoFit/>
          </a:bodyPr>
          <a:lstStyle/>
          <a:p>
            <a:pPr algn="ctr">
              <a:lnSpc>
                <a:spcPct val="100000"/>
              </a:lnSpc>
            </a:pPr>
            <a:r>
              <a:rPr sz="1814" b="1">
                <a:solidFill>
                  <a:srgbClr val="232323"/>
                </a:solidFill>
              </a:rPr>
              <a:t>2</a:t>
            </a:r>
          </a:p>
        </p:txBody>
      </p:sp>
      <p:sp>
        <p:nvSpPr>
          <p:cNvPr id="15" name="TextBox 14"/>
          <p:cNvSpPr txBox="1"/>
          <p:nvPr/>
        </p:nvSpPr>
        <p:spPr>
          <a:xfrm>
            <a:off x="1490472" y="2706624"/>
            <a:ext cx="4206240" cy="274320"/>
          </a:xfrm>
          <a:prstGeom prst="rect">
            <a:avLst/>
          </a:prstGeom>
          <a:noFill/>
        </p:spPr>
        <p:txBody>
          <a:bodyPr wrap="square" lIns="25400" tIns="12700" rIns="25400" bIns="12700" anchor="t">
            <a:spAutoFit/>
          </a:bodyPr>
          <a:lstStyle/>
          <a:p>
            <a:pPr algn="l">
              <a:lnSpc>
                <a:spcPct val="100000"/>
              </a:lnSpc>
            </a:pPr>
            <a:r>
              <a:rPr sz="1270" b="1">
                <a:solidFill>
                  <a:srgbClr val="1B5C80"/>
                </a:solidFill>
              </a:rPr>
              <a:t>入力・処理・出力を1例で定義</a:t>
            </a:r>
          </a:p>
        </p:txBody>
      </p:sp>
      <p:sp>
        <p:nvSpPr>
          <p:cNvPr id="16" name="TextBox 15"/>
          <p:cNvSpPr txBox="1"/>
          <p:nvPr/>
        </p:nvSpPr>
        <p:spPr>
          <a:xfrm>
            <a:off x="1490472" y="2980944"/>
            <a:ext cx="9692640" cy="274320"/>
          </a:xfrm>
          <a:prstGeom prst="rect">
            <a:avLst/>
          </a:prstGeom>
          <a:noFill/>
        </p:spPr>
        <p:txBody>
          <a:bodyPr wrap="square" lIns="25400" tIns="12700" rIns="25400" bIns="12700" anchor="t">
            <a:spAutoFit/>
          </a:bodyPr>
          <a:lstStyle/>
          <a:p>
            <a:pPr algn="l">
              <a:lnSpc>
                <a:spcPct val="100000"/>
              </a:lnSpc>
            </a:pPr>
            <a:r>
              <a:rPr sz="950" b="0">
                <a:solidFill>
                  <a:srgbClr val="232323"/>
                </a:solidFill>
              </a:rPr>
              <a:t>サンプル入力と期待する出力を先に決める。</a:t>
            </a:r>
          </a:p>
        </p:txBody>
      </p:sp>
      <p:sp>
        <p:nvSpPr>
          <p:cNvPr id="17" name="Rectangle 16"/>
          <p:cNvSpPr/>
          <p:nvPr/>
        </p:nvSpPr>
        <p:spPr>
          <a:xfrm>
            <a:off x="740664" y="3383280"/>
            <a:ext cx="10716768" cy="64008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40664" y="3383280"/>
            <a:ext cx="566928" cy="64008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40664" y="3383280"/>
            <a:ext cx="566928" cy="640080"/>
          </a:xfrm>
          <a:prstGeom prst="rect">
            <a:avLst/>
          </a:prstGeom>
          <a:noFill/>
        </p:spPr>
        <p:txBody>
          <a:bodyPr wrap="square" lIns="25400" tIns="12700" rIns="25400" bIns="12700" anchor="ctr">
            <a:spAutoFit/>
          </a:bodyPr>
          <a:lstStyle/>
          <a:p>
            <a:pPr algn="ctr">
              <a:lnSpc>
                <a:spcPct val="100000"/>
              </a:lnSpc>
            </a:pPr>
            <a:r>
              <a:rPr sz="1814" b="1">
                <a:solidFill>
                  <a:srgbClr val="232323"/>
                </a:solidFill>
              </a:rPr>
              <a:t>3</a:t>
            </a:r>
          </a:p>
        </p:txBody>
      </p:sp>
      <p:sp>
        <p:nvSpPr>
          <p:cNvPr id="20" name="TextBox 19"/>
          <p:cNvSpPr txBox="1"/>
          <p:nvPr/>
        </p:nvSpPr>
        <p:spPr>
          <a:xfrm>
            <a:off x="1490472" y="3438144"/>
            <a:ext cx="4206240" cy="274320"/>
          </a:xfrm>
          <a:prstGeom prst="rect">
            <a:avLst/>
          </a:prstGeom>
          <a:noFill/>
        </p:spPr>
        <p:txBody>
          <a:bodyPr wrap="square" lIns="25400" tIns="12700" rIns="25400" bIns="12700" anchor="t">
            <a:spAutoFit/>
          </a:bodyPr>
          <a:lstStyle/>
          <a:p>
            <a:pPr algn="l">
              <a:lnSpc>
                <a:spcPct val="100000"/>
              </a:lnSpc>
            </a:pPr>
            <a:r>
              <a:rPr sz="1270" b="1">
                <a:solidFill>
                  <a:srgbClr val="1B5C80"/>
                </a:solidFill>
              </a:rPr>
              <a:t>Copilot StudioをMVPに必ず含める</a:t>
            </a:r>
          </a:p>
        </p:txBody>
      </p:sp>
      <p:sp>
        <p:nvSpPr>
          <p:cNvPr id="21" name="TextBox 20"/>
          <p:cNvSpPr txBox="1"/>
          <p:nvPr/>
        </p:nvSpPr>
        <p:spPr>
          <a:xfrm>
            <a:off x="1490472" y="3712464"/>
            <a:ext cx="9692640" cy="274320"/>
          </a:xfrm>
          <a:prstGeom prst="rect">
            <a:avLst/>
          </a:prstGeom>
          <a:noFill/>
        </p:spPr>
        <p:txBody>
          <a:bodyPr wrap="square" lIns="25400" tIns="12700" rIns="25400" bIns="12700" anchor="t">
            <a:spAutoFit/>
          </a:bodyPr>
          <a:lstStyle/>
          <a:p>
            <a:pPr algn="l">
              <a:lnSpc>
                <a:spcPct val="100000"/>
              </a:lnSpc>
            </a:pPr>
            <a:r>
              <a:rPr sz="950" b="0">
                <a:solidFill>
                  <a:srgbClr val="232323"/>
                </a:solidFill>
              </a:rPr>
              <a:t>開始点はメール・ファイル・人手でもよい。エージェントが判断・案内・生成・確認支援を行う場面を必ず入れる。</a:t>
            </a:r>
          </a:p>
        </p:txBody>
      </p:sp>
      <p:sp>
        <p:nvSpPr>
          <p:cNvPr id="22" name="Rectangle 21"/>
          <p:cNvSpPr/>
          <p:nvPr/>
        </p:nvSpPr>
        <p:spPr>
          <a:xfrm>
            <a:off x="740664" y="4114800"/>
            <a:ext cx="10716768" cy="64008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740664" y="4114800"/>
            <a:ext cx="566928" cy="64008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40664" y="4114800"/>
            <a:ext cx="566928" cy="640080"/>
          </a:xfrm>
          <a:prstGeom prst="rect">
            <a:avLst/>
          </a:prstGeom>
          <a:noFill/>
        </p:spPr>
        <p:txBody>
          <a:bodyPr wrap="square" lIns="25400" tIns="12700" rIns="25400" bIns="12700" anchor="ctr">
            <a:spAutoFit/>
          </a:bodyPr>
          <a:lstStyle/>
          <a:p>
            <a:pPr algn="ctr">
              <a:lnSpc>
                <a:spcPct val="100000"/>
              </a:lnSpc>
            </a:pPr>
            <a:r>
              <a:rPr sz="1814" b="1">
                <a:solidFill>
                  <a:srgbClr val="232323"/>
                </a:solidFill>
              </a:rPr>
              <a:t>4</a:t>
            </a:r>
          </a:p>
        </p:txBody>
      </p:sp>
      <p:sp>
        <p:nvSpPr>
          <p:cNvPr id="25" name="TextBox 24"/>
          <p:cNvSpPr txBox="1"/>
          <p:nvPr/>
        </p:nvSpPr>
        <p:spPr>
          <a:xfrm>
            <a:off x="1490472" y="4169664"/>
            <a:ext cx="4206240" cy="274320"/>
          </a:xfrm>
          <a:prstGeom prst="rect">
            <a:avLst/>
          </a:prstGeom>
          <a:noFill/>
        </p:spPr>
        <p:txBody>
          <a:bodyPr wrap="square" lIns="25400" tIns="12700" rIns="25400" bIns="12700" anchor="t">
            <a:spAutoFit/>
          </a:bodyPr>
          <a:lstStyle/>
          <a:p>
            <a:pPr algn="l">
              <a:lnSpc>
                <a:spcPct val="100000"/>
              </a:lnSpc>
            </a:pPr>
            <a:r>
              <a:rPr sz="1270" b="1">
                <a:solidFill>
                  <a:srgbClr val="1B5C80"/>
                </a:solidFill>
              </a:rPr>
              <a:t>制約に抵触する部分は手動運用で回避</a:t>
            </a:r>
          </a:p>
        </p:txBody>
      </p:sp>
      <p:sp>
        <p:nvSpPr>
          <p:cNvPr id="26" name="TextBox 25"/>
          <p:cNvSpPr txBox="1"/>
          <p:nvPr/>
        </p:nvSpPr>
        <p:spPr>
          <a:xfrm>
            <a:off x="1490472" y="4443984"/>
            <a:ext cx="9692640" cy="274320"/>
          </a:xfrm>
          <a:prstGeom prst="rect">
            <a:avLst/>
          </a:prstGeom>
          <a:noFill/>
        </p:spPr>
        <p:txBody>
          <a:bodyPr wrap="square" lIns="25400" tIns="12700" rIns="25400" bIns="12700" anchor="t">
            <a:spAutoFit/>
          </a:bodyPr>
          <a:lstStyle/>
          <a:p>
            <a:pPr algn="l">
              <a:lnSpc>
                <a:spcPct val="100000"/>
              </a:lnSpc>
            </a:pPr>
            <a:r>
              <a:rPr sz="950" b="0">
                <a:solidFill>
                  <a:srgbClr val="232323"/>
                </a:solidFill>
              </a:rPr>
              <a:t>外部Web取得、共有ファイルサーバ参照、個人情報利用などは、SharePoint格納・マスキング・人の確認で代替する。</a:t>
            </a:r>
          </a:p>
        </p:txBody>
      </p:sp>
      <p:sp>
        <p:nvSpPr>
          <p:cNvPr id="27" name="Rectangle 26"/>
          <p:cNvSpPr/>
          <p:nvPr/>
        </p:nvSpPr>
        <p:spPr>
          <a:xfrm>
            <a:off x="740664" y="4846320"/>
            <a:ext cx="10716768" cy="64008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740664" y="4846320"/>
            <a:ext cx="566928" cy="64008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40664" y="4846320"/>
            <a:ext cx="566928" cy="640080"/>
          </a:xfrm>
          <a:prstGeom prst="rect">
            <a:avLst/>
          </a:prstGeom>
          <a:noFill/>
        </p:spPr>
        <p:txBody>
          <a:bodyPr wrap="square" lIns="25400" tIns="12700" rIns="25400" bIns="12700" anchor="ctr">
            <a:spAutoFit/>
          </a:bodyPr>
          <a:lstStyle/>
          <a:p>
            <a:pPr algn="ctr">
              <a:lnSpc>
                <a:spcPct val="100000"/>
              </a:lnSpc>
            </a:pPr>
            <a:r>
              <a:rPr sz="1814" b="1">
                <a:solidFill>
                  <a:srgbClr val="232323"/>
                </a:solidFill>
              </a:rPr>
              <a:t>5</a:t>
            </a:r>
          </a:p>
        </p:txBody>
      </p:sp>
      <p:sp>
        <p:nvSpPr>
          <p:cNvPr id="30" name="TextBox 29"/>
          <p:cNvSpPr txBox="1"/>
          <p:nvPr/>
        </p:nvSpPr>
        <p:spPr>
          <a:xfrm>
            <a:off x="1490472" y="4901184"/>
            <a:ext cx="4206240" cy="274320"/>
          </a:xfrm>
          <a:prstGeom prst="rect">
            <a:avLst/>
          </a:prstGeom>
          <a:noFill/>
        </p:spPr>
        <p:txBody>
          <a:bodyPr wrap="square" lIns="25400" tIns="12700" rIns="25400" bIns="12700" anchor="t">
            <a:spAutoFit/>
          </a:bodyPr>
          <a:lstStyle/>
          <a:p>
            <a:pPr algn="l">
              <a:lnSpc>
                <a:spcPct val="100000"/>
              </a:lnSpc>
            </a:pPr>
            <a:r>
              <a:rPr sz="1270" b="1">
                <a:solidFill>
                  <a:srgbClr val="1B5C80"/>
                </a:solidFill>
              </a:rPr>
              <a:t>8月は一本通す、9月は発表・運用整理</a:t>
            </a:r>
          </a:p>
        </p:txBody>
      </p:sp>
      <p:sp>
        <p:nvSpPr>
          <p:cNvPr id="31" name="TextBox 30"/>
          <p:cNvSpPr txBox="1"/>
          <p:nvPr/>
        </p:nvSpPr>
        <p:spPr>
          <a:xfrm>
            <a:off x="1490472" y="5175504"/>
            <a:ext cx="9692640" cy="274320"/>
          </a:xfrm>
          <a:prstGeom prst="rect">
            <a:avLst/>
          </a:prstGeom>
          <a:noFill/>
        </p:spPr>
        <p:txBody>
          <a:bodyPr wrap="square" lIns="25400" tIns="12700" rIns="25400" bIns="12700" anchor="t">
            <a:spAutoFit/>
          </a:bodyPr>
          <a:lstStyle/>
          <a:p>
            <a:pPr algn="l">
              <a:lnSpc>
                <a:spcPct val="100000"/>
              </a:lnSpc>
            </a:pPr>
            <a:r>
              <a:rPr sz="950" b="0">
                <a:solidFill>
                  <a:srgbClr val="232323"/>
                </a:solidFill>
              </a:rPr>
              <a:t>9月に削減効果、運用項目、手順書、発表資料を整理する。</a:t>
            </a:r>
          </a:p>
        </p:txBody>
      </p:sp>
      <p:sp>
        <p:nvSpPr>
          <p:cNvPr id="32" name="Rectangle 31"/>
          <p:cNvSpPr/>
          <p:nvPr/>
        </p:nvSpPr>
        <p:spPr>
          <a:xfrm>
            <a:off x="740664" y="5687568"/>
            <a:ext cx="10716768" cy="457200"/>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923544" y="5687568"/>
            <a:ext cx="10351008" cy="457200"/>
          </a:xfrm>
          <a:prstGeom prst="rect">
            <a:avLst/>
          </a:prstGeom>
          <a:noFill/>
        </p:spPr>
        <p:txBody>
          <a:bodyPr wrap="square" lIns="25400" tIns="12700" rIns="25400" bIns="12700" anchor="ctr">
            <a:spAutoFit/>
          </a:bodyPr>
          <a:lstStyle/>
          <a:p>
            <a:pPr algn="l">
              <a:lnSpc>
                <a:spcPct val="100000"/>
              </a:lnSpc>
            </a:pPr>
            <a:r>
              <a:rPr sz="950" b="0">
                <a:solidFill>
                  <a:srgbClr val="232323"/>
                </a:solidFill>
              </a:rPr>
              <a:t>注意：Power Automate側でエージェントフローを呼び出す設計の場合は「When an agent calls the flow」を使用する（該当しない構成はこのルールの対象外）。</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40664" y="2331720"/>
            <a:ext cx="1828800" cy="914400"/>
          </a:xfrm>
          <a:prstGeom prst="rect">
            <a:avLst/>
          </a:prstGeom>
          <a:noFill/>
        </p:spPr>
        <p:txBody>
          <a:bodyPr wrap="square" lIns="25400" tIns="12700" rIns="25400" bIns="12700" anchor="t">
            <a:spAutoFit/>
          </a:bodyPr>
          <a:lstStyle/>
          <a:p>
            <a:pPr algn="l">
              <a:lnSpc>
                <a:spcPct val="100000"/>
              </a:lnSpc>
            </a:pPr>
            <a:r>
              <a:rPr sz="5400" b="1">
                <a:solidFill>
                  <a:srgbClr val="A6E2F3"/>
                </a:solidFill>
              </a:rPr>
              <a:t>02</a:t>
            </a:r>
          </a:p>
        </p:txBody>
      </p:sp>
      <p:sp>
        <p:nvSpPr>
          <p:cNvPr id="3" name="TextBox 2"/>
          <p:cNvSpPr txBox="1"/>
          <p:nvPr/>
        </p:nvSpPr>
        <p:spPr>
          <a:xfrm>
            <a:off x="740664" y="3200400"/>
            <a:ext cx="10716768" cy="731520"/>
          </a:xfrm>
          <a:prstGeom prst="rect">
            <a:avLst/>
          </a:prstGeom>
          <a:noFill/>
        </p:spPr>
        <p:txBody>
          <a:bodyPr wrap="square" lIns="25400" tIns="12700" rIns="25400" bIns="12700" anchor="t">
            <a:spAutoFit/>
          </a:bodyPr>
          <a:lstStyle/>
          <a:p>
            <a:pPr algn="l">
              <a:lnSpc>
                <a:spcPct val="100000"/>
              </a:lnSpc>
            </a:pPr>
            <a:r>
              <a:rPr sz="3200" b="1">
                <a:solidFill>
                  <a:srgbClr val="1B5C80"/>
                </a:solidFill>
              </a:rPr>
              <a:t>各チームの状況</a:t>
            </a:r>
          </a:p>
        </p:txBody>
      </p:sp>
      <p:sp>
        <p:nvSpPr>
          <p:cNvPr id="4" name="Rectangle 3"/>
          <p:cNvSpPr/>
          <p:nvPr/>
        </p:nvSpPr>
        <p:spPr>
          <a:xfrm>
            <a:off x="740664" y="4069080"/>
            <a:ext cx="1463040" cy="4572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チーム1：加盟店提出様式の自動チェック</a:t>
            </a:r>
          </a:p>
        </p:txBody>
      </p:sp>
      <p:sp>
        <p:nvSpPr>
          <p:cNvPr id="3" name="Text Placeholder 2"/>
          <p:cNvSpPr>
            <a:spLocks noGrp="1"/>
          </p:cNvSpPr>
          <p:nvPr>
            <p:ph type="body" sz="half" idx="2"/>
          </p:nvPr>
        </p:nvSpPr>
        <p:spPr/>
        <p:txBody>
          <a:bodyPr wrap="square"/>
          <a:lstStyle/>
          <a:p>
            <a:r>
              <a:rPr sz="1270">
                <a:solidFill>
                  <a:srgbClr val="6E767C"/>
                </a:solidFill>
              </a:rPr>
              <a:t>エージェント名：カクニンジャ</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12</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③ MVP候補と入出力イメージあり</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A</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10月発表の見込み（A）の根拠：作るものは明確。開発手順の型とスケジュール提示があれば自走できる。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加盟店から提出される様式の記載漏れ・形式不備をAIがチェックする。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pic>
        <p:nvPicPr>
          <p:cNvPr id="36" name="Picture 2" descr="SharePoint Online goes live | Staff Gateway">
            <a:extLst>
              <a:ext uri="{FF2B5EF4-FFF2-40B4-BE49-F238E27FC236}">
                <a16:creationId xmlns:a16="http://schemas.microsoft.com/office/drawing/2014/main" id="{D2718FAC-8BF7-D94F-AA3D-4577BB996EE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935" t="13456" r="25922" b="13456"/>
          <a:stretch/>
        </p:blipFill>
        <p:spPr bwMode="auto">
          <a:xfrm>
            <a:off x="5492630" y="2610349"/>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178" name="Picture 28" descr="Microsoft Excel Logo – PNG e Vetor – Download de Logo">
            <a:extLst>
              <a:ext uri="{FF2B5EF4-FFF2-40B4-BE49-F238E27FC236}">
                <a16:creationId xmlns:a16="http://schemas.microsoft.com/office/drawing/2014/main" id="{965D3620-FE3E-E9BE-B5D1-EC4F20D1D3A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25119" y="2567221"/>
            <a:ext cx="323999" cy="324000"/>
          </a:xfrm>
          <a:prstGeom prst="rect">
            <a:avLst/>
          </a:prstGeom>
          <a:noFill/>
          <a:extLst>
            <a:ext uri="{909E8E84-426E-40DD-AFC4-6F175D3DCCD1}">
              <a14:hiddenFill xmlns:a14="http://schemas.microsoft.com/office/drawing/2010/main">
                <a:solidFill>
                  <a:srgbClr val="FFFFFF"/>
                </a:solidFill>
              </a14:hiddenFill>
            </a:ext>
          </a:extLst>
        </p:spPr>
      </p:pic>
      <p:sp>
        <p:nvSpPr>
          <p:cNvPr id="179" name="TextBox 178"/>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dirty="0">
                <a:solidFill>
                  <a:srgbClr val="232323"/>
                </a:solidFill>
              </a:rPr>
              <a:t>Copilot Studio ／ Copilot </a:t>
            </a:r>
            <a:r>
              <a:rPr sz="1089" b="0" dirty="0" err="1">
                <a:solidFill>
                  <a:srgbClr val="232323"/>
                </a:solidFill>
              </a:rPr>
              <a:t>チャット</a:t>
            </a:r>
            <a:r>
              <a:rPr sz="1089" b="0" dirty="0">
                <a:solidFill>
                  <a:srgbClr val="232323"/>
                </a:solidFill>
              </a:rPr>
              <a:t> ／ Excel ／ </a:t>
            </a:r>
            <a:r>
              <a:rPr sz="1089" b="0" dirty="0" err="1">
                <a:solidFill>
                  <a:srgbClr val="232323"/>
                </a:solidFill>
              </a:rPr>
              <a:t>SharePoint（想定</a:t>
            </a:r>
            <a:r>
              <a:rPr sz="1089" b="0" dirty="0">
                <a:solidFill>
                  <a:srgbClr val="232323"/>
                </a:solidFill>
              </a:rPr>
              <a:t>）</a:t>
            </a:r>
          </a:p>
        </p:txBody>
      </p:sp>
      <p:sp>
        <p:nvSpPr>
          <p:cNvPr id="180" name="Rectangle 179"/>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1" name="Rectangle 180"/>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TextBox 181"/>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183" name="TextBox 182"/>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AIの判定結果にばらつきが出る可能性。判定基準と「AIに任せる範囲／人が確認する範囲」の切り分けが必要。</a:t>
            </a:r>
          </a:p>
        </p:txBody>
      </p:sp>
      <p:sp>
        <p:nvSpPr>
          <p:cNvPr id="184" name="Rectangle 183"/>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5" name="Rectangle 184"/>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TextBox 185"/>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187" name="TextBox 186"/>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第2回：構築フェーズで何を優先すべきか。開発手順の型（基本フォーマット）と8〜9月のスケジュール提示が欲しい。</a:t>
            </a:r>
          </a:p>
        </p:txBody>
      </p:sp>
      <p:sp>
        <p:nvSpPr>
          <p:cNvPr id="188" name="Rectangle 187"/>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9" name="Rectangle 188"/>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TextBox 189"/>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191" name="TextBox 190"/>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8〜9月の進め方は事務局から共有する方針。Copilot Studioは通常のチャットより回答範囲・出力形式を制御しやすい点が利点。</a:t>
            </a:r>
          </a:p>
        </p:txBody>
      </p:sp>
      <p:sp>
        <p:nvSpPr>
          <p:cNvPr id="192" name="Rectangle 191"/>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3" name="TextBox 192"/>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194" name="TextBox 193"/>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チェック項目を分解し、AI判断・自動化・人の確認の境界を設計。サンプル様式で結果の再現性を確認する。</a:t>
            </a:r>
          </a:p>
        </p:txBody>
      </p:sp>
      <p:pic>
        <p:nvPicPr>
          <p:cNvPr id="26" name="図 25" descr="絵と文字の加工写真&#10;&#10;AI 生成コンテンツは誤りを含む可能性があります。">
            <a:extLst>
              <a:ext uri="{FF2B5EF4-FFF2-40B4-BE49-F238E27FC236}">
                <a16:creationId xmlns:a16="http://schemas.microsoft.com/office/drawing/2014/main" id="{31DFB6F6-86E8-1DF0-654B-5C86C68543E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90077" y="2587489"/>
            <a:ext cx="283464" cy="283464"/>
          </a:xfrm>
          <a:prstGeom prst="rect">
            <a:avLst/>
          </a:prstGeom>
        </p:spPr>
      </p:pic>
      <p:pic>
        <p:nvPicPr>
          <p:cNvPr id="28" name="図 27">
            <a:extLst>
              <a:ext uri="{FF2B5EF4-FFF2-40B4-BE49-F238E27FC236}">
                <a16:creationId xmlns:a16="http://schemas.microsoft.com/office/drawing/2014/main" id="{4CB5C5CB-D252-68C6-C531-5FCD456014A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817054" y="2596946"/>
            <a:ext cx="264552" cy="264551"/>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チーム2：受付Cエラーの原因案内</a:t>
            </a:r>
          </a:p>
        </p:txBody>
      </p:sp>
      <p:sp>
        <p:nvSpPr>
          <p:cNvPr id="3" name="Text Placeholder 2"/>
          <p:cNvSpPr>
            <a:spLocks noGrp="1"/>
          </p:cNvSpPr>
          <p:nvPr>
            <p:ph type="body" sz="half" idx="2"/>
          </p:nvPr>
        </p:nvSpPr>
        <p:spPr/>
        <p:txBody>
          <a:bodyPr wrap="square"/>
          <a:lstStyle/>
          <a:p>
            <a:r>
              <a:rPr sz="1270">
                <a:solidFill>
                  <a:srgbClr val="6E767C"/>
                </a:solidFill>
              </a:rPr>
              <a:t>エージェント名：受付Cエラー原因ナビゲーター</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13</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③ MVP候補と入出力イメージあり</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A</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10月発表の見込み（A）の根拠：対象エラーと回答テンプレートを絞れば動くデモを作れる。指示文の見本で加速。</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カード会社が受付エラーの原因を自分で解決できるよう、AIが原因と対処を案内する。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pic>
        <p:nvPicPr>
          <p:cNvPr id="25" name="Picture 2" descr="InLoox + Power Automate | Apps &amp; Integrations">
            <a:extLst>
              <a:ext uri="{FF2B5EF4-FFF2-40B4-BE49-F238E27FC236}">
                <a16:creationId xmlns:a16="http://schemas.microsoft.com/office/drawing/2014/main" id="{C1E8E1E4-4F5D-99EE-55CA-92B9325A739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41507" y="2645088"/>
            <a:ext cx="336493" cy="18288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 descr="SharePoint Online goes live | Staff Gateway">
            <a:extLst>
              <a:ext uri="{FF2B5EF4-FFF2-40B4-BE49-F238E27FC236}">
                <a16:creationId xmlns:a16="http://schemas.microsoft.com/office/drawing/2014/main" id="{D2718FAC-8BF7-D94F-AA3D-4577BB996EE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935" t="13456" r="25922" b="13456"/>
          <a:stretch/>
        </p:blipFill>
        <p:spPr bwMode="auto">
          <a:xfrm>
            <a:off x="4816360" y="2617656"/>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Microsoft Teams Logo: valor, história, PNG">
            <a:extLst>
              <a:ext uri="{FF2B5EF4-FFF2-40B4-BE49-F238E27FC236}">
                <a16:creationId xmlns:a16="http://schemas.microsoft.com/office/drawing/2014/main" id="{03080441-459A-E359-EEA1-4BDDDD60EF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2318" r="12318"/>
          <a:stretch/>
        </p:blipFill>
        <p:spPr bwMode="auto">
          <a:xfrm>
            <a:off x="5094088" y="2626800"/>
            <a:ext cx="304600" cy="219456"/>
          </a:xfrm>
          <a:prstGeom prst="rect">
            <a:avLst/>
          </a:prstGeom>
          <a:noFill/>
          <a:extLst>
            <a:ext uri="{909E8E84-426E-40DD-AFC4-6F175D3DCCD1}">
              <a14:hiddenFill xmlns:a14="http://schemas.microsoft.com/office/drawing/2010/main">
                <a:solidFill>
                  <a:srgbClr val="FFFFFF"/>
                </a:solidFill>
              </a14:hiddenFill>
            </a:ext>
          </a:extLst>
        </p:spPr>
      </p:pic>
      <p:sp>
        <p:nvSpPr>
          <p:cNvPr id="37" name="TextBox 36"/>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SharePoint ／ </a:t>
            </a:r>
            <a:r>
              <a:rPr sz="1089" b="0" err="1">
                <a:solidFill>
                  <a:srgbClr val="232323"/>
                </a:solidFill>
              </a:rPr>
              <a:t>Teams・Web画面</a:t>
            </a:r>
            <a:r>
              <a:rPr sz="1089" b="0">
                <a:solidFill>
                  <a:srgbClr val="232323"/>
                </a:solidFill>
              </a:rPr>
              <a:t> ／ Power </a:t>
            </a:r>
            <a:r>
              <a:rPr sz="1089" b="0" err="1">
                <a:solidFill>
                  <a:srgbClr val="232323"/>
                </a:solidFill>
              </a:rPr>
              <a:t>Automate（想定</a:t>
            </a:r>
            <a:r>
              <a:rPr sz="1089" b="0">
                <a:solidFill>
                  <a:srgbClr val="232323"/>
                </a:solidFill>
              </a:rPr>
              <a:t>）</a:t>
            </a:r>
          </a:p>
        </p:txBody>
      </p:sp>
      <p:sp>
        <p:nvSpPr>
          <p:cNvPr id="38" name="Rectangle 37"/>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41" name="TextBox 40"/>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エラーファイルの取り込み形式と、回答の根拠となるFAQ・ガイドの整備状況が成否を左右する。</a:t>
            </a:r>
          </a:p>
        </p:txBody>
      </p:sp>
      <p:sp>
        <p:nvSpPr>
          <p:cNvPr id="42" name="Rectangle 41"/>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45" name="TextBox 44"/>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第2回：Copilotに設計や成果物を相談するときの指示文（プロンプト）の見本が欲しい。</a:t>
            </a:r>
          </a:p>
        </p:txBody>
      </p:sp>
      <p:sp>
        <p:nvSpPr>
          <p:cNvPr id="46" name="Rectangle 45"/>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49" name="TextBox 48"/>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企画内容をそのまま貼り付け、「必要な設定・使うべきアプリ・構成案」を尋ねる進め方を助言。ファイル形式は試して見極める。</a:t>
            </a:r>
          </a:p>
        </p:txBody>
      </p:sp>
      <p:sp>
        <p:nvSpPr>
          <p:cNvPr id="50" name="Rectangle 49"/>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52" name="TextBox 51"/>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代表的なエラーパターンと回答テンプレートを絞り、最初に作る範囲の入力・出力例を用意する。</a:t>
            </a:r>
          </a:p>
        </p:txBody>
      </p:sp>
      <p:pic>
        <p:nvPicPr>
          <p:cNvPr id="27" name="図 26" descr="絵と文字の加工写真&#10;&#10;AI 生成コンテンツは誤りを含む可能性があります。">
            <a:extLst>
              <a:ext uri="{FF2B5EF4-FFF2-40B4-BE49-F238E27FC236}">
                <a16:creationId xmlns:a16="http://schemas.microsoft.com/office/drawing/2014/main" id="{396D235C-EE2D-4C70-03D5-013AE8DFFD3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90077" y="2594796"/>
            <a:ext cx="283464" cy="28346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チーム3：加盟店防衛マネジメント支援</a:t>
            </a:r>
          </a:p>
        </p:txBody>
      </p:sp>
      <p:sp>
        <p:nvSpPr>
          <p:cNvPr id="3" name="Text Placeholder 2"/>
          <p:cNvSpPr>
            <a:spLocks noGrp="1"/>
          </p:cNvSpPr>
          <p:nvPr>
            <p:ph type="body" sz="half" idx="2"/>
          </p:nvPr>
        </p:nvSpPr>
        <p:spPr/>
        <p:txBody>
          <a:bodyPr wrap="square"/>
          <a:lstStyle/>
          <a:p>
            <a:r>
              <a:rPr sz="1270">
                <a:solidFill>
                  <a:srgbClr val="6E767C"/>
                </a:solidFill>
              </a:rPr>
              <a:t>エージェント名：加盟店防衛マネジメントエージェント</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14</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③ MVP候補と入出力イメージあり</a:t>
            </a:r>
          </a:p>
        </p:txBody>
      </p:sp>
      <p:sp>
        <p:nvSpPr>
          <p:cNvPr id="13" name="Rounded Rectangle 12"/>
          <p:cNvSpPr/>
          <p:nvPr/>
        </p:nvSpPr>
        <p:spPr>
          <a:xfrm>
            <a:off x="4398264" y="1353312"/>
            <a:ext cx="1371600" cy="347472"/>
          </a:xfrm>
          <a:prstGeom prst="round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高</a:t>
            </a:r>
          </a:p>
        </p:txBody>
      </p:sp>
      <p:sp>
        <p:nvSpPr>
          <p:cNvPr id="14" name="Rounded Rectangle 13"/>
          <p:cNvSpPr/>
          <p:nvPr/>
        </p:nvSpPr>
        <p:spPr>
          <a:xfrm>
            <a:off x="5879592" y="1353312"/>
            <a:ext cx="16002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B</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大</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10月発表の見込み（B）の根拠：構想は明確。使うデータの可否を整理し範囲を絞れば発表できる（作業量は大）。</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営業データを統合し、リスク分析や訪問前のサマリをAIが作成する。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sp>
        <p:nvSpPr>
          <p:cNvPr id="37" name="TextBox 36"/>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100" b="0">
                <a:solidFill>
                  <a:srgbClr val="232323"/>
                </a:solidFill>
              </a:rPr>
              <a:t>Power Automate ／ Power Query ／ SharePoint ／ Excel ／ Copilot Studio （Power BIは使用しない。可視化はSharePointリストビューやExcelのピボットで代替）</a:t>
            </a:r>
          </a:p>
        </p:txBody>
      </p:sp>
      <p:sp>
        <p:nvSpPr>
          <p:cNvPr id="38" name="Rectangle 37"/>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41" name="TextBox 40"/>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100" b="0" err="1">
                <a:solidFill>
                  <a:srgbClr val="232323"/>
                </a:solidFill>
              </a:rPr>
              <a:t>外部Webは人が取得してSharePointに置く方針で回避可能。営業システムからの取得可否は事務局判断が必要で、MVPの対象範囲を絞る。</a:t>
            </a:r>
          </a:p>
        </p:txBody>
      </p:sp>
      <p:sp>
        <p:nvSpPr>
          <p:cNvPr id="42" name="Rectangle 41"/>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45" name="TextBox 44"/>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第2回：外部のIR情報等を参照したいが、外部情報の参照禁止によるリスクと代替策を知りたい。</a:t>
            </a:r>
          </a:p>
        </p:txBody>
      </p:sp>
      <p:sp>
        <p:nvSpPr>
          <p:cNvPr id="46" name="Rectangle 45"/>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49" name="TextBox 48"/>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外部サイトの自動参照は相手先サーバへの負荷などの観点から原則不可。必要な資料は事前に取得し参照資料として登録する方法が現実的。</a:t>
            </a:r>
          </a:p>
        </p:txBody>
      </p:sp>
      <p:sp>
        <p:nvSpPr>
          <p:cNvPr id="50" name="Rectangle 49"/>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52" name="TextBox 51"/>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使うデータを「M365内／M365外／外部Web」に分類し、最初に作る範囲を再定義する。</a:t>
            </a:r>
          </a:p>
        </p:txBody>
      </p:sp>
      <p:pic>
        <p:nvPicPr>
          <p:cNvPr id="28" name="図 27" descr="絵と文字の加工写真&#10;&#10;AI 生成コンテンツは誤りを含む可能性があります。">
            <a:extLst>
              <a:ext uri="{FF2B5EF4-FFF2-40B4-BE49-F238E27FC236}">
                <a16:creationId xmlns:a16="http://schemas.microsoft.com/office/drawing/2014/main" id="{077344A9-AE29-EA99-E5A0-FC4F470A25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90077" y="2594796"/>
            <a:ext cx="283464" cy="283464"/>
          </a:xfrm>
          <a:prstGeom prst="rect">
            <a:avLst/>
          </a:prstGeom>
        </p:spPr>
      </p:pic>
      <p:pic>
        <p:nvPicPr>
          <p:cNvPr id="31" name="Picture 2" descr="InLoox + Power Automate | Apps &amp; Integrations">
            <a:extLst>
              <a:ext uri="{FF2B5EF4-FFF2-40B4-BE49-F238E27FC236}">
                <a16:creationId xmlns:a16="http://schemas.microsoft.com/office/drawing/2014/main" id="{5C2693D4-3A98-8A59-0257-0180DA2D6C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05381" y="2645088"/>
            <a:ext cx="336493" cy="182880"/>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SharePoint Online goes live | Staff Gateway">
            <a:extLst>
              <a:ext uri="{FF2B5EF4-FFF2-40B4-BE49-F238E27FC236}">
                <a16:creationId xmlns:a16="http://schemas.microsoft.com/office/drawing/2014/main" id="{4B466895-5EED-C5B9-5EE9-756623436D6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5935" t="13456" r="25922" b="13456"/>
          <a:stretch/>
        </p:blipFill>
        <p:spPr bwMode="auto">
          <a:xfrm>
            <a:off x="5173714" y="2617656"/>
            <a:ext cx="234909" cy="23774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チーム4：市場・企業分析</a:t>
            </a:r>
          </a:p>
        </p:txBody>
      </p:sp>
      <p:sp>
        <p:nvSpPr>
          <p:cNvPr id="3" name="Text Placeholder 2"/>
          <p:cNvSpPr>
            <a:spLocks noGrp="1"/>
          </p:cNvSpPr>
          <p:nvPr>
            <p:ph type="body" sz="half" idx="2"/>
          </p:nvPr>
        </p:nvSpPr>
        <p:spPr/>
        <p:txBody>
          <a:bodyPr wrap="square"/>
          <a:lstStyle/>
          <a:p>
            <a:r>
              <a:rPr sz="1270">
                <a:solidFill>
                  <a:srgbClr val="6E767C"/>
                </a:solidFill>
              </a:rPr>
              <a:t>エージェント名：市場・企業分析エージェント</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15</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 再設計中</a:t>
            </a:r>
          </a:p>
        </p:txBody>
      </p:sp>
      <p:sp>
        <p:nvSpPr>
          <p:cNvPr id="13" name="Rounded Rectangle 12"/>
          <p:cNvSpPr/>
          <p:nvPr/>
        </p:nvSpPr>
        <p:spPr>
          <a:xfrm>
            <a:off x="4398264" y="1353312"/>
            <a:ext cx="1371600" cy="347472"/>
          </a:xfrm>
          <a:prstGeom prst="round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高</a:t>
            </a:r>
          </a:p>
        </p:txBody>
      </p:sp>
      <p:sp>
        <p:nvSpPr>
          <p:cNvPr id="14" name="Rounded Rectangle 13"/>
          <p:cNvSpPr/>
          <p:nvPr/>
        </p:nvSpPr>
        <p:spPr>
          <a:xfrm>
            <a:off x="5879592" y="1353312"/>
            <a:ext cx="1600200" cy="347472"/>
          </a:xfrm>
          <a:prstGeom prst="round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C</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中〜大</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10月発表の見込み（C）の根拠：外部Web参照の禁止で企画の中心が抵触。代替案が未確定で、作るものが定まっていない。</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企業名やキーワードを起点に、調査結果の整理と提案書のドラフトをAIが作成する。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pic>
        <p:nvPicPr>
          <p:cNvPr id="179" name="Picture 30" descr="Microsoft PowerPoint Logo - PNG and Vector - Logo Download">
            <a:extLst>
              <a:ext uri="{FF2B5EF4-FFF2-40B4-BE49-F238E27FC236}">
                <a16:creationId xmlns:a16="http://schemas.microsoft.com/office/drawing/2014/main" id="{FCDCAA7A-5916-B3BA-9493-3B02330A2A8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85324" y="2640916"/>
            <a:ext cx="237744" cy="221156"/>
          </a:xfrm>
          <a:prstGeom prst="rect">
            <a:avLst/>
          </a:prstGeom>
          <a:noFill/>
          <a:extLst>
            <a:ext uri="{909E8E84-426E-40DD-AFC4-6F175D3DCCD1}">
              <a14:hiddenFill xmlns:a14="http://schemas.microsoft.com/office/drawing/2010/main">
                <a:solidFill>
                  <a:srgbClr val="FFFFFF"/>
                </a:solidFill>
              </a14:hiddenFill>
            </a:ext>
          </a:extLst>
        </p:spPr>
      </p:pic>
      <p:sp>
        <p:nvSpPr>
          <p:cNvPr id="180" name="TextBox 179"/>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Power Automate ／ SharePoint ／ Teams ／ </a:t>
            </a:r>
            <a:r>
              <a:rPr sz="1089" b="0" err="1">
                <a:solidFill>
                  <a:srgbClr val="232323"/>
                </a:solidFill>
              </a:rPr>
              <a:t>Word・PowerPoint（外部Web・RSS・APIは原則不可</a:t>
            </a:r>
            <a:r>
              <a:rPr sz="1089" b="0">
                <a:solidFill>
                  <a:srgbClr val="232323"/>
                </a:solidFill>
              </a:rPr>
              <a:t>）</a:t>
            </a:r>
          </a:p>
        </p:txBody>
      </p:sp>
      <p:sp>
        <p:nvSpPr>
          <p:cNvPr id="181" name="Rectangle 180"/>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Rectangle 181"/>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3" name="TextBox 182"/>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184" name="TextBox 183"/>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企画の中心が外部情報の取得であるため、今回の条件下では実装できる効果が大きく下がる。</a:t>
            </a:r>
          </a:p>
        </p:txBody>
      </p:sp>
      <p:sp>
        <p:nvSpPr>
          <p:cNvPr id="185" name="Rectangle 184"/>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Rectangle 185"/>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7" name="TextBox 186"/>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188" name="TextBox 187"/>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第2回：外部サイトからの情報取得が原則禁止となり、現在の案がガイドラインに抵触する可能性を確認したい。</a:t>
            </a:r>
          </a:p>
        </p:txBody>
      </p:sp>
      <p:sp>
        <p:nvSpPr>
          <p:cNvPr id="189" name="Rectangle 188"/>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Rectangle 189"/>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1" name="TextBox 190"/>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192" name="TextBox 191"/>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Web検索が主機能となる場合は案の練り直しが必要。手元の資料を整えてドラフト化するだけで効果が出るかを検討するよう助言。</a:t>
            </a:r>
          </a:p>
        </p:txBody>
      </p:sp>
      <p:sp>
        <p:nvSpPr>
          <p:cNvPr id="193" name="Rectangle 192"/>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 name="TextBox 193"/>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195" name="TextBox 194"/>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外部参照なしで成立する使い方に再設計する（過去の調査結果や社内資料をもとにした整理など）。</a:t>
            </a:r>
          </a:p>
        </p:txBody>
      </p:sp>
      <p:pic>
        <p:nvPicPr>
          <p:cNvPr id="27" name="Picture 2" descr="InLoox + Power Automate | Apps &amp; Integrations">
            <a:extLst>
              <a:ext uri="{FF2B5EF4-FFF2-40B4-BE49-F238E27FC236}">
                <a16:creationId xmlns:a16="http://schemas.microsoft.com/office/drawing/2014/main" id="{42860936-7BF1-E128-FA81-53AE19B55E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69700" y="2651760"/>
            <a:ext cx="336493" cy="182880"/>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SharePoint Online goes live | Staff Gateway">
            <a:extLst>
              <a:ext uri="{FF2B5EF4-FFF2-40B4-BE49-F238E27FC236}">
                <a16:creationId xmlns:a16="http://schemas.microsoft.com/office/drawing/2014/main" id="{F98995C9-76F5-759C-3D3A-1AEE957F858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5935" t="13456" r="25922" b="13456"/>
          <a:stretch/>
        </p:blipFill>
        <p:spPr bwMode="auto">
          <a:xfrm>
            <a:off x="5136087" y="2642989"/>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2" descr="Microsoft Teams Logo: valor, história, PNG">
            <a:extLst>
              <a:ext uri="{FF2B5EF4-FFF2-40B4-BE49-F238E27FC236}">
                <a16:creationId xmlns:a16="http://schemas.microsoft.com/office/drawing/2014/main" id="{42C1BFE8-48EA-4BC8-E1B3-F3376DA5E1B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2318" r="12318"/>
          <a:stretch/>
        </p:blipFill>
        <p:spPr bwMode="auto">
          <a:xfrm>
            <a:off x="5435004" y="2639732"/>
            <a:ext cx="304600" cy="219456"/>
          </a:xfrm>
          <a:prstGeom prst="rect">
            <a:avLst/>
          </a:prstGeom>
          <a:noFill/>
          <a:extLst>
            <a:ext uri="{909E8E84-426E-40DD-AFC4-6F175D3DCCD1}">
              <a14:hiddenFill xmlns:a14="http://schemas.microsoft.com/office/drawing/2010/main">
                <a:solidFill>
                  <a:srgbClr val="FFFFFF"/>
                </a:solidFill>
              </a14:hiddenFill>
            </a:ext>
          </a:extLst>
        </p:spPr>
      </p:pic>
      <p:pic>
        <p:nvPicPr>
          <p:cNvPr id="35" name="図 34" descr="絵と文字の加工写真&#10;&#10;AI 生成コンテンツは誤りを含む可能性があります。">
            <a:extLst>
              <a:ext uri="{FF2B5EF4-FFF2-40B4-BE49-F238E27FC236}">
                <a16:creationId xmlns:a16="http://schemas.microsoft.com/office/drawing/2014/main" id="{83DA487C-CC7B-14B3-668A-506C92CB120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490077" y="2592324"/>
            <a:ext cx="283464" cy="28346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チーム5：依頼事項の自動リマインド</a:t>
            </a:r>
          </a:p>
        </p:txBody>
      </p:sp>
      <p:sp>
        <p:nvSpPr>
          <p:cNvPr id="3" name="Text Placeholder 2"/>
          <p:cNvSpPr>
            <a:spLocks noGrp="1"/>
          </p:cNvSpPr>
          <p:nvPr>
            <p:ph type="body" sz="half" idx="2"/>
          </p:nvPr>
        </p:nvSpPr>
        <p:spPr/>
        <p:txBody>
          <a:bodyPr wrap="square"/>
          <a:lstStyle/>
          <a:p>
            <a:r>
              <a:rPr sz="1270">
                <a:solidFill>
                  <a:srgbClr val="6E767C"/>
                </a:solidFill>
              </a:rPr>
              <a:t>エージェント名：おはようリマインドくん</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16</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⑤ 効果・デモ筋書きまで整理</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A</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10月発表の見込み（A）の根拠：業務の流れ・効果・構成まで具体化済み。8月のデモまで道筋が明確。</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依頼事項の登録・通知・回答集約・未回答者へのリマインドを自動化する。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sp>
        <p:nvSpPr>
          <p:cNvPr id="34" name="TextBox 33"/>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100" b="0">
                <a:solidFill>
                  <a:srgbClr val="232323"/>
                </a:solidFill>
              </a:rPr>
              <a:t>Copilot Studio ／ Power Automate ／ Teams ／ SharePoint（入力はCopilot Studioの会話入力・アダプティブカードで代替。Formsは使用しない）</a:t>
            </a:r>
            <a:endParaRPr sz="1089" b="0">
              <a:solidFill>
                <a:srgbClr val="232323"/>
              </a:solidFill>
            </a:endParaRPr>
          </a:p>
        </p:txBody>
      </p:sp>
      <p:sp>
        <p:nvSpPr>
          <p:cNvPr id="35" name="Rectangle 34"/>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38" name="TextBox 37"/>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100" b="0">
                <a:solidFill>
                  <a:srgbClr val="232323"/>
                </a:solidFill>
              </a:rPr>
              <a:t>リマインドは定時の自動実行ではなく、人起点またはエージェント経由で実行する構成とする。運用の定着と依頼元の入力ルールの標準化が鍵。</a:t>
            </a:r>
          </a:p>
        </p:txBody>
      </p:sp>
      <p:sp>
        <p:nvSpPr>
          <p:cNvPr id="39" name="Rectangle 38"/>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42" name="TextBox 41"/>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第2回：管理表の項目立てをどう始めるか。Copilot Studioの更新に伴う保守リスクも知りたい。</a:t>
            </a:r>
          </a:p>
        </p:txBody>
      </p:sp>
      <p:sp>
        <p:nvSpPr>
          <p:cNvPr id="43" name="Rectangle 42"/>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46" name="TextBox 45"/>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まず項目を仮決めし、3件程度のサンプルで Power Automate から一連の流れを通す。更新による不具合は運用保守の観点で考慮が必要。</a:t>
            </a:r>
          </a:p>
        </p:txBody>
      </p:sp>
      <p:sp>
        <p:nvSpPr>
          <p:cNvPr id="47" name="Rectangle 46"/>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49" name="TextBox 48"/>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「依頼1件の登録→対象者へ通知→回答集約→未回答リマインド」を8月中に動くデモにする。</a:t>
            </a:r>
          </a:p>
        </p:txBody>
      </p:sp>
      <p:pic>
        <p:nvPicPr>
          <p:cNvPr id="27" name="Picture 2" descr="InLoox + Power Automate | Apps &amp; Integrations">
            <a:extLst>
              <a:ext uri="{FF2B5EF4-FFF2-40B4-BE49-F238E27FC236}">
                <a16:creationId xmlns:a16="http://schemas.microsoft.com/office/drawing/2014/main" id="{C67C945A-4DBC-A51C-8CB7-C7690DEC81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83154" y="2649175"/>
            <a:ext cx="336493" cy="182880"/>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2" descr="Microsoft Teams Logo: valor, história, PNG">
            <a:extLst>
              <a:ext uri="{FF2B5EF4-FFF2-40B4-BE49-F238E27FC236}">
                <a16:creationId xmlns:a16="http://schemas.microsoft.com/office/drawing/2014/main" id="{1A86037D-82AF-629F-9BA1-0078E82ACD3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2318" r="12318"/>
          <a:stretch/>
        </p:blipFill>
        <p:spPr bwMode="auto">
          <a:xfrm>
            <a:off x="5435006" y="2630887"/>
            <a:ext cx="304600" cy="219456"/>
          </a:xfrm>
          <a:prstGeom prst="rect">
            <a:avLst/>
          </a:prstGeom>
          <a:noFill/>
          <a:extLst>
            <a:ext uri="{909E8E84-426E-40DD-AFC4-6F175D3DCCD1}">
              <a14:hiddenFill xmlns:a14="http://schemas.microsoft.com/office/drawing/2010/main">
                <a:solidFill>
                  <a:srgbClr val="FFFFFF"/>
                </a:solidFill>
              </a14:hiddenFill>
            </a:ext>
          </a:extLst>
        </p:spPr>
      </p:pic>
      <p:pic>
        <p:nvPicPr>
          <p:cNvPr id="51" name="図 50" descr="絵と文字の加工写真&#10;&#10;AI 生成コンテンツは誤りを含む可能性があります。">
            <a:extLst>
              <a:ext uri="{FF2B5EF4-FFF2-40B4-BE49-F238E27FC236}">
                <a16:creationId xmlns:a16="http://schemas.microsoft.com/office/drawing/2014/main" id="{0522595E-EA45-C2DE-1867-2B371B41E53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90077" y="2598883"/>
            <a:ext cx="283464" cy="283464"/>
          </a:xfrm>
          <a:prstGeom prst="rect">
            <a:avLst/>
          </a:prstGeom>
        </p:spPr>
      </p:pic>
      <p:pic>
        <p:nvPicPr>
          <p:cNvPr id="53" name="図 52" descr="アイコン&#10;&#10;AI 生成コンテンツは誤りを含む可能性があります。">
            <a:extLst>
              <a:ext uri="{FF2B5EF4-FFF2-40B4-BE49-F238E27FC236}">
                <a16:creationId xmlns:a16="http://schemas.microsoft.com/office/drawing/2014/main" id="{333EB1BC-7406-0805-4EBD-BC040D54CE1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88901" y="2601169"/>
            <a:ext cx="278893" cy="27889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チーム6：会議資料作成と会議招集の自動化</a:t>
            </a:r>
          </a:p>
        </p:txBody>
      </p:sp>
      <p:sp>
        <p:nvSpPr>
          <p:cNvPr id="3" name="Text Placeholder 2"/>
          <p:cNvSpPr>
            <a:spLocks noGrp="1"/>
          </p:cNvSpPr>
          <p:nvPr>
            <p:ph type="body" sz="half" idx="2"/>
          </p:nvPr>
        </p:nvSpPr>
        <p:spPr/>
        <p:txBody>
          <a:bodyPr wrap="square"/>
          <a:lstStyle/>
          <a:p>
            <a:r>
              <a:rPr sz="1270">
                <a:solidFill>
                  <a:srgbClr val="6E767C"/>
                </a:solidFill>
              </a:rPr>
              <a:t>エージェント名：Forecast ONE</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17</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③ MVP候補と入出力イメージあり</a:t>
            </a:r>
          </a:p>
        </p:txBody>
      </p:sp>
      <p:sp>
        <p:nvSpPr>
          <p:cNvPr id="13" name="Rounded Rectangle 12"/>
          <p:cNvSpPr/>
          <p:nvPr/>
        </p:nvSpPr>
        <p:spPr>
          <a:xfrm>
            <a:off x="4398264" y="1353312"/>
            <a:ext cx="13716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中〜高</a:t>
            </a:r>
          </a:p>
        </p:txBody>
      </p:sp>
      <p:sp>
        <p:nvSpPr>
          <p:cNvPr id="14" name="Rounded Rectangle 13"/>
          <p:cNvSpPr/>
          <p:nvPr/>
        </p:nvSpPr>
        <p:spPr>
          <a:xfrm>
            <a:off x="5879592" y="1353312"/>
            <a:ext cx="16002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B</a:t>
            </a:r>
          </a:p>
        </p:txBody>
      </p:sp>
      <p:sp>
        <p:nvSpPr>
          <p:cNvPr id="15" name="Rounded Rectangle 14"/>
          <p:cNvSpPr/>
          <p:nvPr/>
        </p:nvSpPr>
        <p:spPr>
          <a:xfrm>
            <a:off x="7589520" y="1353312"/>
            <a:ext cx="1463040" cy="347472"/>
          </a:xfrm>
          <a:prstGeom prst="roundRect">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第2回 未実施</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大</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10月発表の見込み（B）の根拠：構成は明確。資料収集・資料生成・会議通知を分けて検証すれば発表できる。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フォーキャスト会議の資料作成と、会議の招集をあわせて自動化する。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sp>
        <p:nvSpPr>
          <p:cNvPr id="180" name="TextBox 179"/>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Power Automate ／ </a:t>
            </a:r>
            <a:r>
              <a:rPr sz="1089" b="0" err="1">
                <a:solidFill>
                  <a:srgbClr val="232323"/>
                </a:solidFill>
              </a:rPr>
              <a:t>SharePoint・OneDrive</a:t>
            </a:r>
            <a:r>
              <a:rPr sz="1089" b="0">
                <a:solidFill>
                  <a:srgbClr val="232323"/>
                </a:solidFill>
              </a:rPr>
              <a:t> ／ Outlook ／ Teams ／ PowerPoint</a:t>
            </a:r>
          </a:p>
        </p:txBody>
      </p:sp>
      <p:sp>
        <p:nvSpPr>
          <p:cNvPr id="181" name="Rectangle 180"/>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Rectangle 181"/>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3" name="TextBox 182"/>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184" name="TextBox 183"/>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100" b="0" err="1">
                <a:solidFill>
                  <a:srgbClr val="232323"/>
                </a:solidFill>
              </a:rPr>
              <a:t>8月のMVPは人がエージェントに依頼して資料作成を開始する構成とする。資料の保管場所はSharePoint／OneDriveへ寄せ、資料の自動生成と会議招集は分けて実現性を検証する。</a:t>
            </a:r>
          </a:p>
        </p:txBody>
      </p:sp>
      <p:sp>
        <p:nvSpPr>
          <p:cNvPr id="185" name="Rectangle 184"/>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Rectangle 185"/>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7" name="TextBox 186"/>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188" name="TextBox 187"/>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第2回は未実施。第1回では Power Automate と Copilot Studio の違い、研修の予定、困ったときの相談先を確認。</a:t>
            </a:r>
          </a:p>
        </p:txBody>
      </p:sp>
      <p:sp>
        <p:nvSpPr>
          <p:cNvPr id="189" name="Rectangle 188"/>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Rectangle 189"/>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1" name="TextBox 190"/>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192" name="TextBox 191"/>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Power AutomateはAIではなく自動化の道具だが、時間削減には重要。資料収集・資料生成・会議通知の役割分担を明確にする必要がある。</a:t>
            </a:r>
          </a:p>
        </p:txBody>
      </p:sp>
      <p:sp>
        <p:nvSpPr>
          <p:cNvPr id="193" name="Rectangle 192"/>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 name="TextBox 193"/>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195" name="TextBox 194"/>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3つの入力資料・前月資料・出力資料・会議通知について、データの流れをM365内で整理する。</a:t>
            </a:r>
          </a:p>
        </p:txBody>
      </p:sp>
      <p:pic>
        <p:nvPicPr>
          <p:cNvPr id="27" name="Picture 2" descr="InLoox + Power Automate | Apps &amp; Integrations">
            <a:extLst>
              <a:ext uri="{FF2B5EF4-FFF2-40B4-BE49-F238E27FC236}">
                <a16:creationId xmlns:a16="http://schemas.microsoft.com/office/drawing/2014/main" id="{F7BBB759-8532-6FCC-C373-0B012E29CF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69700" y="2651760"/>
            <a:ext cx="336493" cy="182880"/>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SharePoint Online goes live | Staff Gateway">
            <a:extLst>
              <a:ext uri="{FF2B5EF4-FFF2-40B4-BE49-F238E27FC236}">
                <a16:creationId xmlns:a16="http://schemas.microsoft.com/office/drawing/2014/main" id="{793F888F-CC74-61D0-2BDD-ECF0ADFF6BD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935" t="13456" r="25922" b="13456"/>
          <a:stretch/>
        </p:blipFill>
        <p:spPr bwMode="auto">
          <a:xfrm>
            <a:off x="5136087" y="2642989"/>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Microsoft Teams Logo: valor, história, PNG">
            <a:extLst>
              <a:ext uri="{FF2B5EF4-FFF2-40B4-BE49-F238E27FC236}">
                <a16:creationId xmlns:a16="http://schemas.microsoft.com/office/drawing/2014/main" id="{66C6C9C2-2F7E-722C-42F7-5AA94E78292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2318" r="12318"/>
          <a:stretch/>
        </p:blipFill>
        <p:spPr bwMode="auto">
          <a:xfrm>
            <a:off x="6200114" y="2639732"/>
            <a:ext cx="304600" cy="219456"/>
          </a:xfrm>
          <a:prstGeom prst="rect">
            <a:avLst/>
          </a:prstGeom>
          <a:noFill/>
          <a:extLst>
            <a:ext uri="{909E8E84-426E-40DD-AFC4-6F175D3DCCD1}">
              <a14:hiddenFill xmlns:a14="http://schemas.microsoft.com/office/drawing/2010/main">
                <a:solidFill>
                  <a:srgbClr val="FFFFFF"/>
                </a:solidFill>
              </a14:hiddenFill>
            </a:ext>
          </a:extLst>
        </p:spPr>
      </p:pic>
      <p:pic>
        <p:nvPicPr>
          <p:cNvPr id="37" name="図 36" descr="絵と文字の加工写真&#10;&#10;AI 生成コンテンツは誤りを含む可能性があります。">
            <a:extLst>
              <a:ext uri="{FF2B5EF4-FFF2-40B4-BE49-F238E27FC236}">
                <a16:creationId xmlns:a16="http://schemas.microsoft.com/office/drawing/2014/main" id="{6D56BB05-BF01-50B7-6D9C-B07FB6D958F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90077" y="2592324"/>
            <a:ext cx="283464" cy="283464"/>
          </a:xfrm>
          <a:prstGeom prst="rect">
            <a:avLst/>
          </a:prstGeom>
        </p:spPr>
      </p:pic>
      <p:pic>
        <p:nvPicPr>
          <p:cNvPr id="39" name="Picture 30" descr="Microsoft PowerPoint Logo - PNG and Vector - Logo Download">
            <a:extLst>
              <a:ext uri="{FF2B5EF4-FFF2-40B4-BE49-F238E27FC236}">
                <a16:creationId xmlns:a16="http://schemas.microsoft.com/office/drawing/2014/main" id="{418ECB4C-14FD-8853-7E11-F465FCCEDFE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550434" y="2640916"/>
            <a:ext cx="237744" cy="221156"/>
          </a:xfrm>
          <a:prstGeom prst="rect">
            <a:avLst/>
          </a:prstGeom>
          <a:noFill/>
          <a:extLst>
            <a:ext uri="{909E8E84-426E-40DD-AFC4-6F175D3DCCD1}">
              <a14:hiddenFill xmlns:a14="http://schemas.microsoft.com/office/drawing/2010/main">
                <a:solidFill>
                  <a:srgbClr val="FFFFFF"/>
                </a:solidFill>
              </a14:hiddenFill>
            </a:ext>
          </a:extLst>
        </p:spPr>
      </p:pic>
      <p:pic>
        <p:nvPicPr>
          <p:cNvPr id="41" name="図 40" descr="ロゴ&#10;&#10;AI 生成コンテンツは誤りを含む可能性があります。">
            <a:extLst>
              <a:ext uri="{FF2B5EF4-FFF2-40B4-BE49-F238E27FC236}">
                <a16:creationId xmlns:a16="http://schemas.microsoft.com/office/drawing/2014/main" id="{77246181-2E0D-AEE1-DAA9-A8BB8DDD9EF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443635" y="2562405"/>
            <a:ext cx="391107" cy="391107"/>
          </a:xfrm>
          <a:prstGeom prst="rect">
            <a:avLst/>
          </a:prstGeom>
        </p:spPr>
      </p:pic>
      <p:pic>
        <p:nvPicPr>
          <p:cNvPr id="43" name="図 42" descr="アイコン&#10;&#10;AI 生成コンテンツは誤りを含む可能性があります。">
            <a:extLst>
              <a:ext uri="{FF2B5EF4-FFF2-40B4-BE49-F238E27FC236}">
                <a16:creationId xmlns:a16="http://schemas.microsoft.com/office/drawing/2014/main" id="{06425311-17CC-48F6-529C-35F260E2C8D2}"/>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812243" y="2587752"/>
            <a:ext cx="340146" cy="34014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チーム7：加盟店課金精算のチェック</a:t>
            </a:r>
          </a:p>
        </p:txBody>
      </p:sp>
      <p:sp>
        <p:nvSpPr>
          <p:cNvPr id="3" name="Text Placeholder 2"/>
          <p:cNvSpPr>
            <a:spLocks noGrp="1"/>
          </p:cNvSpPr>
          <p:nvPr>
            <p:ph type="body" sz="half" idx="2"/>
          </p:nvPr>
        </p:nvSpPr>
        <p:spPr/>
        <p:txBody>
          <a:bodyPr wrap="square"/>
          <a:lstStyle/>
          <a:p>
            <a:r>
              <a:rPr sz="1270">
                <a:solidFill>
                  <a:srgbClr val="6E767C"/>
                </a:solidFill>
              </a:rPr>
              <a:t>エージェント名：加盟店課金精算チェックエージェント</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18</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⑤ 効果・デモ筋書きまで整理</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S</a:t>
            </a:r>
          </a:p>
        </p:txBody>
      </p:sp>
      <p:sp>
        <p:nvSpPr>
          <p:cNvPr id="15" name="Rounded Rectangle 14"/>
          <p:cNvSpPr/>
          <p:nvPr/>
        </p:nvSpPr>
        <p:spPr>
          <a:xfrm>
            <a:off x="7589520" y="1353312"/>
            <a:ext cx="1463040" cy="347472"/>
          </a:xfrm>
          <a:prstGeom prst="roundRect">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第2回 未実施</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10月発表の見込み（S）の根拠：固定の判断基準＋毎月の入力照合という構成が明確で、実現性が高い。</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請求データと関連システムのデータを突き合わせ、差異をAIがチェックする。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sp>
        <p:nvSpPr>
          <p:cNvPr id="179" name="TextBox 178"/>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SharePoint ／ Excel </a:t>
            </a:r>
            <a:r>
              <a:rPr sz="1089" b="0" err="1">
                <a:solidFill>
                  <a:srgbClr val="232323"/>
                </a:solidFill>
              </a:rPr>
              <a:t>または</a:t>
            </a:r>
            <a:r>
              <a:rPr sz="1089" b="0">
                <a:solidFill>
                  <a:srgbClr val="232323"/>
                </a:solidFill>
              </a:rPr>
              <a:t> CSV ／ </a:t>
            </a:r>
            <a:r>
              <a:rPr sz="1089" b="0" err="1">
                <a:solidFill>
                  <a:srgbClr val="232323"/>
                </a:solidFill>
              </a:rPr>
              <a:t>人手で取得したデータ</a:t>
            </a:r>
            <a:endParaRPr sz="1089" b="0">
              <a:solidFill>
                <a:srgbClr val="232323"/>
              </a:solidFill>
            </a:endParaRPr>
          </a:p>
        </p:txBody>
      </p:sp>
      <p:sp>
        <p:nvSpPr>
          <p:cNvPr id="180" name="Rectangle 179"/>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1" name="Rectangle 180"/>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TextBox 181"/>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183" name="TextBox 182"/>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外部システムと直接つながず人手取得データを前提とするため、ファイル名やフォルダ構成の維持が前提条件になる。</a:t>
            </a:r>
          </a:p>
        </p:txBody>
      </p:sp>
      <p:sp>
        <p:nvSpPr>
          <p:cNvPr id="184" name="Rectangle 183"/>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5" name="Rectangle 184"/>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TextBox 185"/>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187" name="TextBox 186"/>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第2回は未実施。第1回では、判断基準と毎月の入力ファイルを分ける構成について確認。</a:t>
            </a:r>
          </a:p>
        </p:txBody>
      </p:sp>
      <p:sp>
        <p:nvSpPr>
          <p:cNvPr id="188" name="Rectangle 187"/>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9" name="Rectangle 188"/>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TextBox 189"/>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191" name="TextBox 190"/>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固定のチェックリストを判断基準として登録し、毎月の入力ファイルは都度読み込んで照合・修正出力する構成は実現しやすい。</a:t>
            </a:r>
          </a:p>
        </p:txBody>
      </p:sp>
      <p:sp>
        <p:nvSpPr>
          <p:cNvPr id="192" name="Rectangle 191"/>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3" name="TextBox 192"/>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194" name="TextBox 193"/>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まず3種類程度のデータと固定のチェック項目で、突合結果のレポートを作成する。</a:t>
            </a:r>
          </a:p>
        </p:txBody>
      </p:sp>
      <p:pic>
        <p:nvPicPr>
          <p:cNvPr id="28" name="Picture 2" descr="SharePoint Online goes live | Staff Gateway">
            <a:extLst>
              <a:ext uri="{FF2B5EF4-FFF2-40B4-BE49-F238E27FC236}">
                <a16:creationId xmlns:a16="http://schemas.microsoft.com/office/drawing/2014/main" id="{A092EE2F-6644-C2D0-7AF3-BE1C7E5EA2E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935" t="13456" r="25922" b="13456"/>
          <a:stretch/>
        </p:blipFill>
        <p:spPr bwMode="auto">
          <a:xfrm>
            <a:off x="4831291" y="2617656"/>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3" name="図 32" descr="絵と文字の加工写真&#10;&#10;AI 生成コンテンツは誤りを含む可能性があります。">
            <a:extLst>
              <a:ext uri="{FF2B5EF4-FFF2-40B4-BE49-F238E27FC236}">
                <a16:creationId xmlns:a16="http://schemas.microsoft.com/office/drawing/2014/main" id="{BD9468A9-56DD-D1C8-8F2C-CC7134B8B98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90077" y="2594796"/>
            <a:ext cx="283464" cy="283464"/>
          </a:xfrm>
          <a:prstGeom prst="rect">
            <a:avLst/>
          </a:prstGeom>
        </p:spPr>
      </p:pic>
      <p:pic>
        <p:nvPicPr>
          <p:cNvPr id="42" name="Picture 28" descr="Microsoft Excel Logo – PNG e Vetor – Download de Logo">
            <a:extLst>
              <a:ext uri="{FF2B5EF4-FFF2-40B4-BE49-F238E27FC236}">
                <a16:creationId xmlns:a16="http://schemas.microsoft.com/office/drawing/2014/main" id="{FEA43903-C59A-F9D5-D2A5-6384C938AD2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23950" y="2595774"/>
            <a:ext cx="281507" cy="28150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チーム8：会議調整・タスク整理の支援</a:t>
            </a:r>
          </a:p>
        </p:txBody>
      </p:sp>
      <p:sp>
        <p:nvSpPr>
          <p:cNvPr id="3" name="Text Placeholder 2"/>
          <p:cNvSpPr>
            <a:spLocks noGrp="1"/>
          </p:cNvSpPr>
          <p:nvPr>
            <p:ph type="body" sz="half" idx="2"/>
          </p:nvPr>
        </p:nvSpPr>
        <p:spPr/>
        <p:txBody>
          <a:bodyPr wrap="square"/>
          <a:lstStyle/>
          <a:p>
            <a:r>
              <a:rPr sz="1270">
                <a:solidFill>
                  <a:srgbClr val="6E767C"/>
                </a:solidFill>
              </a:rPr>
              <a:t>エージェント名：段取（Dandori）AI</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19</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④ 概念設計レベルまで整理</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B</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10月発表の見込み（B）の根拠：会議調整とタスク整理の構成は明確。個人情報の取り扱いに関する事務局判断が前提となるが、範囲を絞れば発表できる。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会議の調整、タスクの洗い出し、レビュー観点の蓄積をAIが支援する。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pic>
        <p:nvPicPr>
          <p:cNvPr id="25" name="Picture 2" descr="InLoox + Power Automate | Apps &amp; Integrations">
            <a:extLst>
              <a:ext uri="{FF2B5EF4-FFF2-40B4-BE49-F238E27FC236}">
                <a16:creationId xmlns:a16="http://schemas.microsoft.com/office/drawing/2014/main" id="{C1E8E1E4-4F5D-99EE-55CA-92B9325A739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93923" y="2637148"/>
            <a:ext cx="356617" cy="193817"/>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 descr="SharePoint Online goes live | Staff Gateway">
            <a:extLst>
              <a:ext uri="{FF2B5EF4-FFF2-40B4-BE49-F238E27FC236}">
                <a16:creationId xmlns:a16="http://schemas.microsoft.com/office/drawing/2014/main" id="{D2718FAC-8BF7-D94F-AA3D-4577BB996EE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935" t="13456" r="25922" b="13456"/>
          <a:stretch/>
        </p:blipFill>
        <p:spPr bwMode="auto">
          <a:xfrm>
            <a:off x="5746164" y="2615184"/>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Microsoft Teams Logo: valor, história, PNG">
            <a:extLst>
              <a:ext uri="{FF2B5EF4-FFF2-40B4-BE49-F238E27FC236}">
                <a16:creationId xmlns:a16="http://schemas.microsoft.com/office/drawing/2014/main" id="{03080441-459A-E359-EEA1-4BDDDD60EF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2318" r="12318"/>
          <a:stretch/>
        </p:blipFill>
        <p:spPr bwMode="auto">
          <a:xfrm>
            <a:off x="5429048" y="2627161"/>
            <a:ext cx="296736" cy="213790"/>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6" descr="outlook アイコン に対する画像結果">
            <a:extLst>
              <a:ext uri="{FF2B5EF4-FFF2-40B4-BE49-F238E27FC236}">
                <a16:creationId xmlns:a16="http://schemas.microsoft.com/office/drawing/2014/main" id="{6FE74E7B-573A-01B7-97DF-C1548AB0A5A9}"/>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843" b="93701" l="787" r="97638">
                        <a14:foregroundMark x1="29134" y1="45276" x2="29134" y2="45276"/>
                        <a14:foregroundMark x1="29921" y1="44882" x2="55906" y2="46457"/>
                        <a14:foregroundMark x1="1181" y1="28346" x2="4724" y2="48031"/>
                        <a14:foregroundMark x1="4724" y1="48031" x2="33465" y2="60236"/>
                        <a14:foregroundMark x1="33465" y1="60236" x2="60236" y2="56299"/>
                        <a14:foregroundMark x1="44882" y1="10630" x2="81890" y2="20472"/>
                        <a14:foregroundMark x1="81890" y1="20472" x2="87402" y2="39370"/>
                        <a14:foregroundMark x1="87402" y1="39370" x2="86614" y2="43307"/>
                        <a14:foregroundMark x1="66142" y1="26378" x2="92913" y2="54331"/>
                        <a14:foregroundMark x1="91732" y1="70866" x2="58268" y2="84646"/>
                        <a14:foregroundMark x1="58268" y1="84646" x2="34646" y2="78346"/>
                        <a14:foregroundMark x1="34646" y1="78346" x2="14961" y2="65354"/>
                        <a14:foregroundMark x1="14961" y1="65354" x2="25591" y2="42126"/>
                        <a14:foregroundMark x1="25591" y1="42126" x2="75984" y2="40157"/>
                        <a14:foregroundMark x1="75984" y1="40157" x2="98425" y2="54724"/>
                        <a14:foregroundMark x1="98425" y1="54724" x2="87008" y2="79528"/>
                        <a14:foregroundMark x1="87008" y1="79528" x2="57087" y2="89370"/>
                        <a14:foregroundMark x1="57087" y1="89370" x2="48819" y2="74409"/>
                        <a14:foregroundMark x1="17323" y1="39370" x2="38976" y2="38976"/>
                        <a14:foregroundMark x1="38976" y1="38976" x2="61024" y2="22047"/>
                        <a14:foregroundMark x1="61024" y1="22047" x2="64567" y2="16929"/>
                        <a14:foregroundMark x1="41339" y1="89370" x2="66142" y2="88189"/>
                        <a14:foregroundMark x1="66142" y1="88189" x2="74409" y2="88189"/>
                        <a14:foregroundMark x1="29134" y1="88976" x2="54276" y2="93110"/>
                        <a14:foregroundMark x1="62162" y1="92645" x2="85039" y2="87008"/>
                        <a14:foregroundMark x1="37008" y1="52362" x2="9449" y2="65748"/>
                        <a14:foregroundMark x1="9449" y1="65748" x2="787" y2="54331"/>
                        <a14:foregroundMark x1="14961" y1="43701" x2="26772" y2="58661"/>
                        <a14:foregroundMark x1="27559" y1="62205" x2="27559" y2="62205"/>
                        <a14:foregroundMark x1="37008" y1="13780" x2="37008" y2="13780"/>
                        <a14:foregroundMark x1="68898" y1="11811" x2="68898" y2="11811"/>
                        <a14:foregroundMark x1="76772" y1="10236" x2="76772" y2="10236"/>
                        <a14:foregroundMark x1="86220" y1="11024" x2="75197" y2="12598"/>
                        <a14:foregroundMark x1="93701" y1="50000" x2="93307" y2="51575"/>
                        <a14:backgroundMark x1="55512" y1="95669" x2="60236" y2="95669"/>
                        <a14:backgroundMark x1="60236" y1="95669" x2="55906" y2="95669"/>
                      </a14:backgroundRemoval>
                    </a14:imgEffect>
                  </a14:imgLayer>
                </a14:imgProps>
              </a:ext>
              <a:ext uri="{28A0092B-C50C-407E-A947-70E740481C1C}">
                <a14:useLocalDpi xmlns:a14="http://schemas.microsoft.com/office/drawing/2010/main" val="0"/>
              </a:ext>
            </a:extLst>
          </a:blip>
          <a:srcRect/>
          <a:stretch>
            <a:fillRect/>
          </a:stretch>
        </p:blipFill>
        <p:spPr bwMode="auto">
          <a:xfrm>
            <a:off x="5170922" y="2615184"/>
            <a:ext cx="237744" cy="237744"/>
          </a:xfrm>
          <a:prstGeom prst="rect">
            <a:avLst/>
          </a:prstGeom>
          <a:noFill/>
          <a:extLst>
            <a:ext uri="{909E8E84-426E-40DD-AFC4-6F175D3DCCD1}">
              <a14:hiddenFill xmlns:a14="http://schemas.microsoft.com/office/drawing/2010/main">
                <a:solidFill>
                  <a:srgbClr val="FFFFFF"/>
                </a:solidFill>
              </a14:hiddenFill>
            </a:ext>
          </a:extLst>
        </p:spPr>
      </p:pic>
      <p:sp>
        <p:nvSpPr>
          <p:cNvPr id="37" name="TextBox 36"/>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Power Automate ／ Outlook ／ Teams ／ SharePoint</a:t>
            </a:r>
          </a:p>
        </p:txBody>
      </p:sp>
      <p:sp>
        <p:nvSpPr>
          <p:cNvPr id="38" name="Rectangle 37"/>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41" name="TextBox 40"/>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100" b="0">
                <a:solidFill>
                  <a:srgbClr val="232323"/>
                </a:solidFill>
              </a:rPr>
              <a:t>主な論点は、予定表・会議室・メール・Teams参照に含まれる個人情報の取り扱い可否（事務局確認）。MVPの範囲をタスク整理側に寄せれば一部は回避できる。</a:t>
            </a:r>
          </a:p>
        </p:txBody>
      </p:sp>
      <p:sp>
        <p:nvSpPr>
          <p:cNvPr id="42" name="Rectangle 41"/>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45" name="TextBox 44"/>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第2回：会議室予約・タスク管理でOutlook・Teamsを参照するため、個人情報や社外秘が含まれる。取り扱いを事務局で決めてほしい。あわせて外部Web参照が禁止となる理由も確認。</a:t>
            </a:r>
          </a:p>
        </p:txBody>
      </p:sp>
      <p:sp>
        <p:nvSpPr>
          <p:cNvPr id="46" name="Rectangle 45"/>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49" name="TextBox 48"/>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参照範囲には社員・協力会社・ゲスト（当社メンバーを含む）の個人情報が入りうるため、事務局判断として整理し回答する。外部Web参照はスクレイピングに該当し、相手先サーバへの負荷や攻撃と見なされるリスクがあるため原則不可。</a:t>
            </a:r>
          </a:p>
        </p:txBody>
      </p:sp>
      <p:sp>
        <p:nvSpPr>
          <p:cNvPr id="50" name="Rectangle 49"/>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52" name="TextBox 51"/>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個人情報の取り扱い可否について事務局の回答を待ちつつ、会議調整とタスク抽出のどちらを中心にするか決め、デモの筋書きを1本作る。</a:t>
            </a:r>
          </a:p>
        </p:txBody>
      </p:sp>
      <p:pic>
        <p:nvPicPr>
          <p:cNvPr id="27" name="図 26" descr="絵と文字の加工写真&#10;&#10;AI 生成コンテンツは誤りを含む可能性があります。">
            <a:extLst>
              <a:ext uri="{FF2B5EF4-FFF2-40B4-BE49-F238E27FC236}">
                <a16:creationId xmlns:a16="http://schemas.microsoft.com/office/drawing/2014/main" id="{2289A606-616B-1E30-5C8C-78983C2592B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490077" y="2592324"/>
            <a:ext cx="283464" cy="283464"/>
          </a:xfrm>
          <a:prstGeom prst="rect">
            <a:avLst/>
          </a:prstGeom>
        </p:spPr>
      </p:pic>
      <p:sp>
        <p:nvSpPr>
          <p:cNvPr id="28" name="Rounded Rectangle 14">
            <a:extLst>
              <a:ext uri="{FF2B5EF4-FFF2-40B4-BE49-F238E27FC236}">
                <a16:creationId xmlns:a16="http://schemas.microsoft.com/office/drawing/2014/main" id="{218F78B2-1047-CD7A-9E46-D0312EA70DAF}"/>
              </a:ext>
            </a:extLst>
          </p:cNvPr>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チーム9：レビュー進捗の管理</a:t>
            </a:r>
          </a:p>
        </p:txBody>
      </p:sp>
      <p:sp>
        <p:nvSpPr>
          <p:cNvPr id="3" name="Text Placeholder 2"/>
          <p:cNvSpPr>
            <a:spLocks noGrp="1"/>
          </p:cNvSpPr>
          <p:nvPr>
            <p:ph type="body" sz="half" idx="2"/>
          </p:nvPr>
        </p:nvSpPr>
        <p:spPr/>
        <p:txBody>
          <a:bodyPr wrap="square"/>
          <a:lstStyle/>
          <a:p>
            <a:r>
              <a:rPr sz="1270">
                <a:solidFill>
                  <a:srgbClr val="6E767C"/>
                </a:solidFill>
              </a:rPr>
              <a:t>エージェント名：レビュー進捗管理アシスタント</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20</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270" b="1">
                <a:solidFill>
                  <a:srgbClr val="1B5C80"/>
                </a:solidFill>
              </a:rPr>
              <a:t>④ 概念設計レベルまで整理</a:t>
            </a:r>
          </a:p>
        </p:txBody>
      </p:sp>
      <p:sp>
        <p:nvSpPr>
          <p:cNvPr id="13" name="Rounded Rectangle 12"/>
          <p:cNvSpPr/>
          <p:nvPr/>
        </p:nvSpPr>
        <p:spPr>
          <a:xfrm>
            <a:off x="4398264" y="1353312"/>
            <a:ext cx="13716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中〜高</a:t>
            </a:r>
          </a:p>
        </p:txBody>
      </p:sp>
      <p:sp>
        <p:nvSpPr>
          <p:cNvPr id="14" name="Rounded Rectangle 13"/>
          <p:cNvSpPr/>
          <p:nvPr/>
        </p:nvSpPr>
        <p:spPr>
          <a:xfrm>
            <a:off x="5879592" y="1353312"/>
            <a:ext cx="16002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B</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大</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10月発表の見込み（B）の根拠：作業を3フェーズに分解し分業方針も定まった。進め方は自走できており、事務局確認（メール送信・ファイルサーバー）が前提。</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レビュー対象の一覧化、依頼、完了確認、リマインドまでを自動化する。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pic>
        <p:nvPicPr>
          <p:cNvPr id="25" name="Picture 2" descr="InLoox + Power Automate | Apps &amp; Integrations">
            <a:extLst>
              <a:ext uri="{FF2B5EF4-FFF2-40B4-BE49-F238E27FC236}">
                <a16:creationId xmlns:a16="http://schemas.microsoft.com/office/drawing/2014/main" id="{C1E8E1E4-4F5D-99EE-55CA-92B9325A739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90010" y="2642660"/>
            <a:ext cx="357690" cy="194400"/>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Microsoft Teams Logo: valor, história, PNG">
            <a:extLst>
              <a:ext uri="{FF2B5EF4-FFF2-40B4-BE49-F238E27FC236}">
                <a16:creationId xmlns:a16="http://schemas.microsoft.com/office/drawing/2014/main" id="{03080441-459A-E359-EEA1-4BDDDD60EF9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2318" r="12318"/>
          <a:stretch/>
        </p:blipFill>
        <p:spPr bwMode="auto">
          <a:xfrm>
            <a:off x="5758851" y="2631860"/>
            <a:ext cx="299803" cy="216000"/>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6" descr="outlook アイコン に対する画像結果">
            <a:extLst>
              <a:ext uri="{FF2B5EF4-FFF2-40B4-BE49-F238E27FC236}">
                <a16:creationId xmlns:a16="http://schemas.microsoft.com/office/drawing/2014/main" id="{6FE74E7B-573A-01B7-97DF-C1548AB0A5A9}"/>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9843" b="93701" l="787" r="97638">
                        <a14:foregroundMark x1="29134" y1="45276" x2="29134" y2="45276"/>
                        <a14:foregroundMark x1="29921" y1="44882" x2="55906" y2="46457"/>
                        <a14:foregroundMark x1="1181" y1="28346" x2="4724" y2="48031"/>
                        <a14:foregroundMark x1="4724" y1="48031" x2="33465" y2="60236"/>
                        <a14:foregroundMark x1="33465" y1="60236" x2="60236" y2="56299"/>
                        <a14:foregroundMark x1="44882" y1="10630" x2="81890" y2="20472"/>
                        <a14:foregroundMark x1="81890" y1="20472" x2="87402" y2="39370"/>
                        <a14:foregroundMark x1="87402" y1="39370" x2="86614" y2="43307"/>
                        <a14:foregroundMark x1="66142" y1="26378" x2="92913" y2="54331"/>
                        <a14:foregroundMark x1="91732" y1="70866" x2="58268" y2="84646"/>
                        <a14:foregroundMark x1="58268" y1="84646" x2="34646" y2="78346"/>
                        <a14:foregroundMark x1="34646" y1="78346" x2="14961" y2="65354"/>
                        <a14:foregroundMark x1="14961" y1="65354" x2="25591" y2="42126"/>
                        <a14:foregroundMark x1="25591" y1="42126" x2="75984" y2="40157"/>
                        <a14:foregroundMark x1="75984" y1="40157" x2="98425" y2="54724"/>
                        <a14:foregroundMark x1="98425" y1="54724" x2="87008" y2="79528"/>
                        <a14:foregroundMark x1="87008" y1="79528" x2="57087" y2="89370"/>
                        <a14:foregroundMark x1="57087" y1="89370" x2="48819" y2="74409"/>
                        <a14:foregroundMark x1="17323" y1="39370" x2="38976" y2="38976"/>
                        <a14:foregroundMark x1="38976" y1="38976" x2="61024" y2="22047"/>
                        <a14:foregroundMark x1="61024" y1="22047" x2="64567" y2="16929"/>
                        <a14:foregroundMark x1="41339" y1="89370" x2="66142" y2="88189"/>
                        <a14:foregroundMark x1="66142" y1="88189" x2="74409" y2="88189"/>
                        <a14:foregroundMark x1="29134" y1="88976" x2="54276" y2="93110"/>
                        <a14:foregroundMark x1="62162" y1="92645" x2="85039" y2="87008"/>
                        <a14:foregroundMark x1="37008" y1="52362" x2="9449" y2="65748"/>
                        <a14:foregroundMark x1="9449" y1="65748" x2="787" y2="54331"/>
                        <a14:foregroundMark x1="14961" y1="43701" x2="26772" y2="58661"/>
                        <a14:foregroundMark x1="27559" y1="62205" x2="27559" y2="62205"/>
                        <a14:foregroundMark x1="37008" y1="13780" x2="37008" y2="13780"/>
                        <a14:foregroundMark x1="68898" y1="11811" x2="68898" y2="11811"/>
                        <a14:foregroundMark x1="76772" y1="10236" x2="76772" y2="10236"/>
                        <a14:foregroundMark x1="86220" y1="11024" x2="75197" y2="12598"/>
                        <a14:foregroundMark x1="93701" y1="50000" x2="93307" y2="51575"/>
                        <a14:backgroundMark x1="55512" y1="95669" x2="60236" y2="95669"/>
                        <a14:backgroundMark x1="60236" y1="95669" x2="55906" y2="95669"/>
                      </a14:backgroundRemoval>
                    </a14:imgEffect>
                  </a14:imgLayer>
                </a14:imgProps>
              </a:ext>
              <a:ext uri="{28A0092B-C50C-407E-A947-70E740481C1C}">
                <a14:useLocalDpi xmlns:a14="http://schemas.microsoft.com/office/drawing/2010/main" val="0"/>
              </a:ext>
            </a:extLst>
          </a:blip>
          <a:srcRect/>
          <a:stretch>
            <a:fillRect/>
          </a:stretch>
        </p:blipFill>
        <p:spPr bwMode="auto">
          <a:xfrm>
            <a:off x="5164169" y="2620988"/>
            <a:ext cx="237744" cy="237744"/>
          </a:xfrm>
          <a:prstGeom prst="rect">
            <a:avLst/>
          </a:prstGeom>
          <a:noFill/>
          <a:extLst>
            <a:ext uri="{909E8E84-426E-40DD-AFC4-6F175D3DCCD1}">
              <a14:hiddenFill xmlns:a14="http://schemas.microsoft.com/office/drawing/2010/main">
                <a:solidFill>
                  <a:srgbClr val="FFFFFF"/>
                </a:solidFill>
              </a14:hiddenFill>
            </a:ext>
          </a:extLst>
        </p:spPr>
      </p:pic>
      <p:pic>
        <p:nvPicPr>
          <p:cNvPr id="178" name="Picture 28" descr="Microsoft Excel Logo – PNG e Vetor – Download de Logo">
            <a:extLst>
              <a:ext uri="{FF2B5EF4-FFF2-40B4-BE49-F238E27FC236}">
                <a16:creationId xmlns:a16="http://schemas.microsoft.com/office/drawing/2014/main" id="{965D3620-FE3E-E9BE-B5D1-EC4F20D1D3A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418382" y="2577860"/>
            <a:ext cx="323999" cy="324000"/>
          </a:xfrm>
          <a:prstGeom prst="rect">
            <a:avLst/>
          </a:prstGeom>
          <a:noFill/>
          <a:extLst>
            <a:ext uri="{909E8E84-426E-40DD-AFC4-6F175D3DCCD1}">
              <a14:hiddenFill xmlns:a14="http://schemas.microsoft.com/office/drawing/2010/main">
                <a:solidFill>
                  <a:srgbClr val="FFFFFF"/>
                </a:solidFill>
              </a14:hiddenFill>
            </a:ext>
          </a:extLst>
        </p:spPr>
      </p:pic>
      <p:sp>
        <p:nvSpPr>
          <p:cNvPr id="179" name="TextBox 178"/>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Power Automate ／ Outlook ／ Excel ／ Teams ／ </a:t>
            </a:r>
            <a:r>
              <a:rPr sz="1089" b="0" err="1">
                <a:solidFill>
                  <a:srgbClr val="232323"/>
                </a:solidFill>
              </a:rPr>
              <a:t>共有ファイルサーバ（制約あり</a:t>
            </a:r>
            <a:r>
              <a:rPr sz="1089" b="0">
                <a:solidFill>
                  <a:srgbClr val="232323"/>
                </a:solidFill>
              </a:rPr>
              <a:t>）</a:t>
            </a:r>
          </a:p>
        </p:txBody>
      </p:sp>
      <p:sp>
        <p:nvSpPr>
          <p:cNvPr id="180" name="Rectangle 179"/>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1" name="Rectangle 180"/>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TextBox 181"/>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183" name="TextBox 182"/>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100" b="0">
                <a:solidFill>
                  <a:srgbClr val="232323"/>
                </a:solidFill>
              </a:rPr>
              <a:t>共有ファイルサーバはSharePoint格納へ寄せ、メール送信は人の確認を挟む前提とすれば大部分は回避できる。固定文面を自動送信してよい条件のみ事務局確認が必要。</a:t>
            </a:r>
          </a:p>
        </p:txBody>
      </p:sp>
      <p:sp>
        <p:nvSpPr>
          <p:cNvPr id="184" name="Rectangle 183"/>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5" name="Rectangle 184"/>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TextBox 185"/>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187" name="TextBox 186"/>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第2回：Power Automateで固定文面を自動送信する場合も人の確認が必要か。ファイルサーバーの扱い。チーム内で分業が可能か。機能の使い方も習得したい。</a:t>
            </a:r>
          </a:p>
        </p:txBody>
      </p:sp>
      <p:sp>
        <p:nvSpPr>
          <p:cNvPr id="188" name="Rectangle 187"/>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9" name="Rectangle 188"/>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TextBox 189"/>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191" name="TextBox 190"/>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定型文書であれば確認不要と考えられるが、送信条件は事務局に確認する。作業は①Automateでのファイル収集②Copilot Studioでのチェック③Automateでのタスク管理の3フェーズに分かれるため、各工程の入出力を定義して分担し、1名が全体管理を行う。分担案はCopilotチャットに各自の理解度を入力して相談するとよい。</a:t>
            </a:r>
          </a:p>
        </p:txBody>
      </p:sp>
      <p:sp>
        <p:nvSpPr>
          <p:cNvPr id="192" name="Rectangle 191"/>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3" name="TextBox 192"/>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194" name="TextBox 193"/>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3フェーズ（収集→チェック→タスク管理）で担当を分け、各工程の入力・出力を定義する。ファイルサーバーはSharePointでどこまで対応できるかを確認し、Copilot Studio研修で機能を習得する。</a:t>
            </a:r>
          </a:p>
        </p:txBody>
      </p:sp>
      <p:pic>
        <p:nvPicPr>
          <p:cNvPr id="27" name="図 26" descr="絵と文字の加工写真&#10;&#10;AI 生成コンテンツは誤りを含む可能性があります。">
            <a:extLst>
              <a:ext uri="{FF2B5EF4-FFF2-40B4-BE49-F238E27FC236}">
                <a16:creationId xmlns:a16="http://schemas.microsoft.com/office/drawing/2014/main" id="{0CFDF9AA-95DE-7848-46C9-2990A3A7D2B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490077" y="2598128"/>
            <a:ext cx="283464" cy="283464"/>
          </a:xfrm>
          <a:prstGeom prst="rect">
            <a:avLst/>
          </a:prstGeom>
        </p:spPr>
      </p:pic>
      <p:sp>
        <p:nvSpPr>
          <p:cNvPr id="28" name="Rounded Rectangle 14">
            <a:extLst>
              <a:ext uri="{FF2B5EF4-FFF2-40B4-BE49-F238E27FC236}">
                <a16:creationId xmlns:a16="http://schemas.microsoft.com/office/drawing/2014/main" id="{9BC3E715-2F63-0D65-8288-7E4D05AE054E}"/>
              </a:ext>
            </a:extLst>
          </p:cNvPr>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チーム10：対面会議の議事録ドラフト生成</a:t>
            </a:r>
          </a:p>
        </p:txBody>
      </p:sp>
      <p:sp>
        <p:nvSpPr>
          <p:cNvPr id="3" name="Text Placeholder 2"/>
          <p:cNvSpPr>
            <a:spLocks noGrp="1"/>
          </p:cNvSpPr>
          <p:nvPr>
            <p:ph type="body" sz="half" idx="2"/>
          </p:nvPr>
        </p:nvSpPr>
        <p:spPr/>
        <p:txBody>
          <a:bodyPr wrap="square"/>
          <a:lstStyle/>
          <a:p>
            <a:r>
              <a:rPr sz="1270">
                <a:solidFill>
                  <a:srgbClr val="6E767C"/>
                </a:solidFill>
              </a:rPr>
              <a:t>エージェント名：議事録ドラフト生成エージェント</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21</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④ 概念設計レベルまで整理</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A</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10月発表の見込み（A）の根拠：構成は明確。文字起こしの権限とドラフト品質の検証を進めれば発表できる。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会議資料・文字起こし・出席者情報から、議事録のドラフトをAIが作成する。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pic>
        <p:nvPicPr>
          <p:cNvPr id="36" name="Picture 2" descr="SharePoint Online goes live | Staff Gateway">
            <a:extLst>
              <a:ext uri="{FF2B5EF4-FFF2-40B4-BE49-F238E27FC236}">
                <a16:creationId xmlns:a16="http://schemas.microsoft.com/office/drawing/2014/main" id="{D2718FAC-8BF7-D94F-AA3D-4577BB996EE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935" t="13456" r="25922" b="13456"/>
          <a:stretch/>
        </p:blipFill>
        <p:spPr bwMode="auto">
          <a:xfrm>
            <a:off x="5159615" y="2612736"/>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Microsoft Teams Logo: valor, história, PNG">
            <a:extLst>
              <a:ext uri="{FF2B5EF4-FFF2-40B4-BE49-F238E27FC236}">
                <a16:creationId xmlns:a16="http://schemas.microsoft.com/office/drawing/2014/main" id="{03080441-459A-E359-EEA1-4BDDDD60EF9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2318" r="12318"/>
          <a:stretch/>
        </p:blipFill>
        <p:spPr bwMode="auto">
          <a:xfrm>
            <a:off x="4814278" y="2621880"/>
            <a:ext cx="304600" cy="219456"/>
          </a:xfrm>
          <a:prstGeom prst="rect">
            <a:avLst/>
          </a:prstGeom>
          <a:noFill/>
          <a:extLst>
            <a:ext uri="{909E8E84-426E-40DD-AFC4-6F175D3DCCD1}">
              <a14:hiddenFill xmlns:a14="http://schemas.microsoft.com/office/drawing/2010/main">
                <a:solidFill>
                  <a:srgbClr val="FFFFFF"/>
                </a:solidFill>
              </a14:hiddenFill>
            </a:ext>
          </a:extLst>
        </p:spPr>
      </p:pic>
      <p:sp>
        <p:nvSpPr>
          <p:cNvPr id="180" name="TextBox 179"/>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Teams </a:t>
            </a:r>
            <a:r>
              <a:rPr sz="1089" b="0" err="1">
                <a:solidFill>
                  <a:srgbClr val="232323"/>
                </a:solidFill>
              </a:rPr>
              <a:t>の文字起こし</a:t>
            </a:r>
            <a:r>
              <a:rPr sz="1089" b="0">
                <a:solidFill>
                  <a:srgbClr val="232323"/>
                </a:solidFill>
              </a:rPr>
              <a:t> ／ SharePoint ／ </a:t>
            </a:r>
            <a:r>
              <a:rPr sz="1089" b="0" err="1">
                <a:solidFill>
                  <a:srgbClr val="232323"/>
                </a:solidFill>
              </a:rPr>
              <a:t>議事録フォーマット</a:t>
            </a:r>
            <a:r>
              <a:rPr sz="1089" b="0">
                <a:solidFill>
                  <a:srgbClr val="232323"/>
                </a:solidFill>
              </a:rPr>
              <a:t> ／ </a:t>
            </a:r>
            <a:r>
              <a:rPr sz="1089" b="0" err="1">
                <a:solidFill>
                  <a:srgbClr val="232323"/>
                </a:solidFill>
              </a:rPr>
              <a:t>Word（想定</a:t>
            </a:r>
            <a:r>
              <a:rPr sz="1089" b="0">
                <a:solidFill>
                  <a:srgbClr val="232323"/>
                </a:solidFill>
              </a:rPr>
              <a:t>）</a:t>
            </a:r>
          </a:p>
        </p:txBody>
      </p:sp>
      <p:sp>
        <p:nvSpPr>
          <p:cNvPr id="181" name="Rectangle 180"/>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Rectangle 181"/>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3" name="TextBox 182"/>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184" name="TextBox 183"/>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文字起こしの取得権限、会議形式やライセンス、決まった書式への転記精度の検証が必要。</a:t>
            </a:r>
          </a:p>
        </p:txBody>
      </p:sp>
      <p:sp>
        <p:nvSpPr>
          <p:cNvPr id="185" name="Rectangle 184"/>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Rectangle 185"/>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7" name="TextBox 186"/>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188" name="TextBox 187"/>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第2回：Copilotチャットの回答をそのまま信じて進めてよいか。今後の定例の進め方も知りたい。</a:t>
            </a:r>
          </a:p>
        </p:txBody>
      </p:sp>
      <p:sp>
        <p:nvSpPr>
          <p:cNvPr id="189" name="Rectangle 188"/>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Rectangle 189"/>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1" name="TextBox 190"/>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192" name="TextBox 191"/>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Copilotの回答は必ず正解とは限らないため、根拠の提示を求め、実際の画面操作で確認する。8〜9月は定例で伴走予定。</a:t>
            </a:r>
          </a:p>
        </p:txBody>
      </p:sp>
      <p:sp>
        <p:nvSpPr>
          <p:cNvPr id="193" name="Rectangle 192"/>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 name="TextBox 193"/>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195" name="TextBox 194"/>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サンプルの会議資料・文字起こし・議事録テンプレートを用意し、ドラフトの品質を確認する。</a:t>
            </a:r>
          </a:p>
        </p:txBody>
      </p:sp>
      <p:pic>
        <p:nvPicPr>
          <p:cNvPr id="26" name="図 25" descr="絵と文字の加工写真&#10;&#10;AI 生成コンテンツは誤りを含む可能性があります。">
            <a:extLst>
              <a:ext uri="{FF2B5EF4-FFF2-40B4-BE49-F238E27FC236}">
                <a16:creationId xmlns:a16="http://schemas.microsoft.com/office/drawing/2014/main" id="{C0596200-D811-8C3A-CEEE-77AFBB41551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90077" y="2589876"/>
            <a:ext cx="283464" cy="283464"/>
          </a:xfrm>
          <a:prstGeom prst="rect">
            <a:avLst/>
          </a:prstGeom>
        </p:spPr>
      </p:pic>
      <p:pic>
        <p:nvPicPr>
          <p:cNvPr id="28" name="図 27" descr="アイコン&#10;&#10;AI 生成コンテンツは誤りを含む可能性があります。">
            <a:extLst>
              <a:ext uri="{FF2B5EF4-FFF2-40B4-BE49-F238E27FC236}">
                <a16:creationId xmlns:a16="http://schemas.microsoft.com/office/drawing/2014/main" id="{A65BFB81-53B1-688A-C5D8-7F09585F737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435260" y="2578608"/>
            <a:ext cx="306000" cy="306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チーム11：社内LAN問い合わせチャットボット</a:t>
            </a:r>
          </a:p>
        </p:txBody>
      </p:sp>
      <p:sp>
        <p:nvSpPr>
          <p:cNvPr id="3" name="Text Placeholder 2"/>
          <p:cNvSpPr>
            <a:spLocks noGrp="1"/>
          </p:cNvSpPr>
          <p:nvPr>
            <p:ph type="body" sz="half" idx="2"/>
          </p:nvPr>
        </p:nvSpPr>
        <p:spPr/>
        <p:txBody>
          <a:bodyPr wrap="square"/>
          <a:lstStyle/>
          <a:p>
            <a:r>
              <a:rPr sz="1270">
                <a:solidFill>
                  <a:srgbClr val="6E767C"/>
                </a:solidFill>
              </a:rPr>
              <a:t>エージェント名：社内LAN問い合わせチャットボット</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22</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④ 概念設計レベルまで整理</a:t>
            </a:r>
          </a:p>
        </p:txBody>
      </p:sp>
      <p:sp>
        <p:nvSpPr>
          <p:cNvPr id="13" name="Rounded Rectangle 12"/>
          <p:cNvSpPr/>
          <p:nvPr/>
        </p:nvSpPr>
        <p:spPr>
          <a:xfrm>
            <a:off x="4398264" y="1353312"/>
            <a:ext cx="13716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中〜高</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A</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大</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10月発表の見込み（A）の根拠：構成・前提は明確。FAQ整備・本番移行・運用項目の洗い出しを進めれば発表できる。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社内LANに関するFAQや申請種別の案内を、チャットボットが一次受付する。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pic>
        <p:nvPicPr>
          <p:cNvPr id="36" name="Picture 2" descr="SharePoint Online goes live | Staff Gateway">
            <a:extLst>
              <a:ext uri="{FF2B5EF4-FFF2-40B4-BE49-F238E27FC236}">
                <a16:creationId xmlns:a16="http://schemas.microsoft.com/office/drawing/2014/main" id="{D2718FAC-8BF7-D94F-AA3D-4577BB996EE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935" t="13456" r="25922" b="13456"/>
          <a:stretch/>
        </p:blipFill>
        <p:spPr bwMode="auto">
          <a:xfrm>
            <a:off x="4820492" y="2615184"/>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Microsoft Teams Logo: valor, história, PNG">
            <a:extLst>
              <a:ext uri="{FF2B5EF4-FFF2-40B4-BE49-F238E27FC236}">
                <a16:creationId xmlns:a16="http://schemas.microsoft.com/office/drawing/2014/main" id="{03080441-459A-E359-EEA1-4BDDDD60EF9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2318" r="12318"/>
          <a:stretch/>
        </p:blipFill>
        <p:spPr bwMode="auto">
          <a:xfrm>
            <a:off x="5102352" y="2624328"/>
            <a:ext cx="304602" cy="219457"/>
          </a:xfrm>
          <a:prstGeom prst="rect">
            <a:avLst/>
          </a:prstGeom>
          <a:noFill/>
          <a:extLst>
            <a:ext uri="{909E8E84-426E-40DD-AFC4-6F175D3DCCD1}">
              <a14:hiddenFill xmlns:a14="http://schemas.microsoft.com/office/drawing/2010/main">
                <a:solidFill>
                  <a:srgbClr val="FFFFFF"/>
                </a:solidFill>
              </a14:hiddenFill>
            </a:ext>
          </a:extLst>
        </p:spPr>
      </p:pic>
      <p:sp>
        <p:nvSpPr>
          <p:cNvPr id="37" name="TextBox 36"/>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SharePoint（参照資料） ／ Teams またはチャット画面 ／ FAQ</a:t>
            </a:r>
          </a:p>
        </p:txBody>
      </p:sp>
      <p:sp>
        <p:nvSpPr>
          <p:cNvPr id="38" name="Rectangle 37"/>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41" name="TextBox 40"/>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FAQの整備状況と参照資料の品質、本番環境への移行、利用ルールと運用保守が焦点。</a:t>
            </a:r>
          </a:p>
        </p:txBody>
      </p:sp>
      <p:sp>
        <p:nvSpPr>
          <p:cNvPr id="42" name="Rectangle 41"/>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45" name="TextBox 44"/>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第2回：開発環境から本番環境への移行、年度末の展開、手順書・利用ルールを社長報告までに完成させるべきか。</a:t>
            </a:r>
          </a:p>
        </p:txBody>
      </p:sp>
      <p:sp>
        <p:nvSpPr>
          <p:cNvPr id="46" name="Rectangle 45"/>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49" name="TextBox 48"/>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手順書は完成していれば望ましいが、10月時点では準備中でも可。項目の洗い出しと全体量の把握が重要。本番移行は社内の申請フローを要確認。</a:t>
            </a:r>
          </a:p>
        </p:txBody>
      </p:sp>
      <p:sp>
        <p:nvSpPr>
          <p:cNvPr id="50" name="Rectangle 49"/>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52" name="TextBox 51"/>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FAQをCopilot Studioが扱いやすい形に整備し、段階展開（第1〜第3フェーズ）の運用項目を洗い出す。</a:t>
            </a:r>
          </a:p>
        </p:txBody>
      </p:sp>
      <p:pic>
        <p:nvPicPr>
          <p:cNvPr id="26" name="図 25" descr="絵と文字の加工写真&#10;&#10;AI 生成コンテンツは誤りを含む可能性があります。">
            <a:extLst>
              <a:ext uri="{FF2B5EF4-FFF2-40B4-BE49-F238E27FC236}">
                <a16:creationId xmlns:a16="http://schemas.microsoft.com/office/drawing/2014/main" id="{1A97B92B-0454-8B36-4A3A-C4D4DDFE111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90077" y="2592324"/>
            <a:ext cx="283464" cy="283464"/>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descr="ロゴ&#10;&#10;AI によって生成されたコンテンツは間違っている可能性があります。">
            <a:extLst>
              <a:ext uri="{FF2B5EF4-FFF2-40B4-BE49-F238E27FC236}">
                <a16:creationId xmlns:a16="http://schemas.microsoft.com/office/drawing/2014/main" id="{616BAA38-00EA-9E76-14E2-64C987518806}"/>
              </a:ext>
            </a:extLst>
          </p:cNvPr>
          <p:cNvPicPr>
            <a:picLocks noChangeAspect="1"/>
          </p:cNvPicPr>
          <p:nvPr/>
        </p:nvPicPr>
        <p:blipFill>
          <a:blip r:embed="rId2">
            <a:extLst>
              <a:ext uri="{28A0092B-C50C-407E-A947-70E740481C1C}">
                <a14:useLocalDpi xmlns:a14="http://schemas.microsoft.com/office/drawing/2010/main" val="0"/>
              </a:ext>
            </a:extLst>
          </a:blip>
          <a:srcRect t="29843" b="29843"/>
          <a:stretch/>
        </p:blipFill>
        <p:spPr>
          <a:xfrm>
            <a:off x="2311881" y="2557276"/>
            <a:ext cx="7568238" cy="1743449"/>
          </a:xfrm>
          <a:prstGeom prst="rect">
            <a:avLst/>
          </a:prstGeom>
        </p:spPr>
      </p:pic>
    </p:spTree>
    <p:extLst>
      <p:ext uri="{BB962C8B-B14F-4D97-AF65-F5344CB8AC3E}">
        <p14:creationId xmlns:p14="http://schemas.microsoft.com/office/powerpoint/2010/main" val="1649417794"/>
      </p:ext>
    </p:extLst>
  </p:cSld>
  <p:clrMapOvr>
    <a:masterClrMapping/>
  </p:clrMapOvr>
</p:sld>
</file>

<file path=ppt/theme/theme1.xml><?xml version="1.0" encoding="utf-8"?>
<a:theme xmlns:a="http://schemas.openxmlformats.org/drawingml/2006/main" name="1_Office テーマ">
  <a:themeElements>
    <a:clrScheme name="Lowcode風">
      <a:dk1>
        <a:srgbClr val="232323"/>
      </a:dk1>
      <a:lt1>
        <a:srgbClr val="F8FDFA"/>
      </a:lt1>
      <a:dk2>
        <a:srgbClr val="1B5C80"/>
      </a:dk2>
      <a:lt2>
        <a:srgbClr val="F7E2ED"/>
      </a:lt2>
      <a:accent1>
        <a:srgbClr val="EC856F"/>
      </a:accent1>
      <a:accent2>
        <a:srgbClr val="0FA4CC"/>
      </a:accent2>
      <a:accent3>
        <a:srgbClr val="A6E2F3"/>
      </a:accent3>
      <a:accent4>
        <a:srgbClr val="DBF1F7"/>
      </a:accent4>
      <a:accent5>
        <a:srgbClr val="E7E8F8"/>
      </a:accent5>
      <a:accent6>
        <a:srgbClr val="FAE5E3"/>
      </a:accent6>
      <a:hlink>
        <a:srgbClr val="0FA4CC"/>
      </a:hlink>
      <a:folHlink>
        <a:srgbClr val="D0D4D7"/>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b9db976c-ad42-4e1e-bd47-02c3eaed91aa">
      <Terms xmlns="http://schemas.microsoft.com/office/infopath/2007/PartnerControls"/>
    </lcf76f155ced4ddcb4097134ff3c332f>
    <TaxCatchAll xmlns="24d54c13-2659-45b1-b3ee-c76f5ff48956" xsi:nil="true"/>
    <_x30e1__x30e2_ xmlns="b9db976c-ad42-4e1e-bd47-02c3eaed91aa" xsi:nil="true"/>
    <_Flow_SignoffStatus xmlns="b9db976c-ad42-4e1e-bd47-02c3eaed91aa" xsi:nil="true"/>
    <xxx xmlns="b9db976c-ad42-4e1e-bd47-02c3eaed91aa" xsi:nil="true"/>
  </documentManagement>
</p:properties>
</file>

<file path=customXml/item2.xml><?xml version="1.0" encoding="utf-8"?>
<ct:contentTypeSchema xmlns:ct="http://schemas.microsoft.com/office/2006/metadata/contentType" xmlns:ma="http://schemas.microsoft.com/office/2006/metadata/properties/metaAttributes" ct:_="" ma:_="" ma:contentTypeName="ドキュメント" ma:contentTypeID="0x0101007ABA8F2FDE1F8C4C93AFA31F98FC7485" ma:contentTypeVersion="19" ma:contentTypeDescription="新しいドキュメントを作成します。" ma:contentTypeScope="" ma:versionID="e7edb70eb6395247be766ebad8d558bc">
  <xsd:schema xmlns:xsd="http://www.w3.org/2001/XMLSchema" xmlns:xs="http://www.w3.org/2001/XMLSchema" xmlns:p="http://schemas.microsoft.com/office/2006/metadata/properties" xmlns:ns2="b9db976c-ad42-4e1e-bd47-02c3eaed91aa" xmlns:ns3="24d54c13-2659-45b1-b3ee-c76f5ff48956" targetNamespace="http://schemas.microsoft.com/office/2006/metadata/properties" ma:root="true" ma:fieldsID="406fc9103037746a159ffb0e2078de18" ns2:_="" ns3:_="">
    <xsd:import namespace="b9db976c-ad42-4e1e-bd47-02c3eaed91aa"/>
    <xsd:import namespace="24d54c13-2659-45b1-b3ee-c76f5ff4895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LengthInSeconds" minOccurs="0"/>
                <xsd:element ref="ns2:MediaServiceOCR" minOccurs="0"/>
                <xsd:element ref="ns3:SharedWithUsers" minOccurs="0"/>
                <xsd:element ref="ns3:SharedWithDetails" minOccurs="0"/>
                <xsd:element ref="ns2:MediaServiceLocation" minOccurs="0"/>
                <xsd:element ref="ns2:_Flow_SignoffStatus" minOccurs="0"/>
                <xsd:element ref="ns2:MediaServiceBillingMetadata" minOccurs="0"/>
                <xsd:element ref="ns2:xxx" minOccurs="0"/>
                <xsd:element ref="ns2:_x30e1__x30e2_"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9db976c-ad42-4e1e-bd47-02c3eaed91a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画像タグ" ma:readOnly="false" ma:fieldId="{5cf76f15-5ced-4ddc-b409-7134ff3c332f}" ma:taxonomyMulti="true" ma:sspId="136beab5-4bf6-4079-a770-168c569e1b35"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2" nillable="true" ma:displayName="Location" ma:indexed="true" ma:internalName="MediaServiceLocation" ma:readOnly="true">
      <xsd:simpleType>
        <xsd:restriction base="dms:Text"/>
      </xsd:simpleType>
    </xsd:element>
    <xsd:element name="_Flow_SignoffStatus" ma:index="23" nillable="true" ma:displayName="承認の状態" ma:internalName="_x627f__x8a8d__x306e__x72b6__x614b_">
      <xsd:simpleType>
        <xsd:restriction base="dms:Text">
          <xsd:maxLength value="255"/>
        </xsd:restriction>
      </xsd:simpleType>
    </xsd:element>
    <xsd:element name="MediaServiceBillingMetadata" ma:index="24" nillable="true" ma:displayName="MediaServiceBillingMetadata" ma:hidden="true" ma:internalName="MediaServiceBillingMetadata" ma:readOnly="true">
      <xsd:simpleType>
        <xsd:restriction base="dms:Note"/>
      </xsd:simpleType>
    </xsd:element>
    <xsd:element name="xxx" ma:index="25" nillable="true" ma:displayName="xxx" ma:internalName="xxx">
      <xsd:simpleType>
        <xsd:restriction base="dms:Text">
          <xsd:maxLength value="255"/>
        </xsd:restriction>
      </xsd:simpleType>
    </xsd:element>
    <xsd:element name="_x30e1__x30e2_" ma:index="26" nillable="true" ma:displayName="メモ" ma:format="Dropdown" ma:internalName="_x30e1__x30e2_">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4d54c13-2659-45b1-b3ee-c76f5ff4895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616640db-8b27-4f75-84cb-55135c0abdf2}" ma:internalName="TaxCatchAll" ma:showField="CatchAllData" ma:web="24d54c13-2659-45b1-b3ee-c76f5ff48956">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共有相手の詳細情報"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867A143-5C6E-43D3-A017-0F3504499C9C}">
  <ds:schemaRefs>
    <ds:schemaRef ds:uri="24d54c13-2659-45b1-b3ee-c76f5ff48956"/>
    <ds:schemaRef ds:uri="b9db976c-ad42-4e1e-bd47-02c3eaed91a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2E39BA75-3055-4F0A-AC3E-6BEC96D3F926}">
  <ds:schemaRefs>
    <ds:schemaRef ds:uri="24d54c13-2659-45b1-b3ee-c76f5ff48956"/>
    <ds:schemaRef ds:uri="b9db976c-ad42-4e1e-bd47-02c3eaed91a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67D94422-D3E2-4866-B515-6B7EEDDCD9C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0</TotalTime>
  <Words>2699</Words>
  <Application>Microsoft Office PowerPoint</Application>
  <PresentationFormat>ワイド画面</PresentationFormat>
  <Paragraphs>657</Paragraphs>
  <Slides>23</Slides>
  <Notes>0</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23</vt:i4>
      </vt:variant>
    </vt:vector>
  </HeadingPairs>
  <TitlesOfParts>
    <vt:vector size="26" baseType="lpstr">
      <vt:lpstr>游ゴシック</vt:lpstr>
      <vt:lpstr>Arial</vt:lpstr>
      <vt:lpstr>1_Office テーマ</vt:lpstr>
      <vt:lpstr>第2回 事前相談会 チームごとの状況報告</vt:lpstr>
      <vt:lpstr>本日の内容</vt:lpstr>
      <vt:lpstr>本日の目的</vt:lpstr>
      <vt:lpstr>PowerPoint プレゼンテーション</vt:lpstr>
      <vt:lpstr>各チームの状況一覧</vt:lpstr>
      <vt:lpstr>エグゼクティブサマリ：全体状況とフォロー優先順位</vt:lpstr>
      <vt:lpstr>使用アプリ想定と構築ボリューム（相対値）</vt:lpstr>
      <vt:lpstr>難易度とガイドライン適合性の分離評価</vt:lpstr>
      <vt:lpstr>事務局判断待ち・横断課題一覧</vt:lpstr>
      <vt:lpstr>8月構築フェーズの進め方：MVPを絞って一本通す</vt:lpstr>
      <vt:lpstr>PowerPoint プレゼンテーション</vt:lpstr>
      <vt:lpstr>チーム1：加盟店提出様式の自動チェック</vt:lpstr>
      <vt:lpstr>チーム2：受付Cエラーの原因案内</vt:lpstr>
      <vt:lpstr>チーム3：加盟店防衛マネジメント支援</vt:lpstr>
      <vt:lpstr>チーム4：市場・企業分析</vt:lpstr>
      <vt:lpstr>チーム5：依頼事項の自動リマインド</vt:lpstr>
      <vt:lpstr>チーム6：会議資料作成と会議招集の自動化</vt:lpstr>
      <vt:lpstr>チーム7：加盟店課金精算のチェック</vt:lpstr>
      <vt:lpstr>チーム8：会議調整・タスク整理の支援</vt:lpstr>
      <vt:lpstr>チーム9：レビュー進捗の管理</vt:lpstr>
      <vt:lpstr>チーム10：対面会議の議事録ドラフト生成</vt:lpstr>
      <vt:lpstr>チーム11：社内LAN問い合わせチャットボット</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shibata mari</dc:creator>
  <cp:lastModifiedBy>nakamura takuya</cp:lastModifiedBy>
  <cp:revision>2</cp:revision>
  <dcterms:created xsi:type="dcterms:W3CDTF">2025-03-05T06:45:02Z</dcterms:created>
  <dcterms:modified xsi:type="dcterms:W3CDTF">2026-07-29T06:40:25Z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0x0101007ABA8F2FDE1F8C4C93AFA31F98FC7485</vt:lpwstr>
  </property>
  <property fmtid="{D5CDD505-2E9C-101B-9397-08002B2CF9AE}" pid="3" name="MediaServiceImageTags">
    <vt:lpwstr/>
  </property>
</Properties>
</file>